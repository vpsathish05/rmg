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3.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ppt/tags/tag30.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4"/>
    <p:sldMasterId id="2147483699" r:id="rId5"/>
    <p:sldMasterId id="2147483659" r:id="rId6"/>
    <p:sldMasterId id="2147483684" r:id="rId7"/>
  </p:sldMasterIdLst>
  <p:notesMasterIdLst>
    <p:notesMasterId r:id="rId13"/>
  </p:notesMasterIdLst>
  <p:handoutMasterIdLst>
    <p:handoutMasterId r:id="rId14"/>
  </p:handoutMasterIdLst>
  <p:sldIdLst>
    <p:sldId id="268" r:id="rId8"/>
    <p:sldId id="9752" r:id="rId9"/>
    <p:sldId id="297" r:id="rId10"/>
    <p:sldId id="260" r:id="rId11"/>
    <p:sldId id="273" r:id="rId12"/>
  </p:sldIdLst>
  <p:sldSz cx="12192000" cy="6858000"/>
  <p:notesSz cx="9144000" cy="6858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7B88EB-0C47-4C42-AB08-6666467A385C}">
          <p14:sldIdLst>
            <p14:sldId id="268"/>
            <p14:sldId id="9752"/>
            <p14:sldId id="297"/>
            <p14:sldId id="260"/>
            <p14:sldId id="273"/>
          </p14:sldIdLst>
        </p14:section>
      </p14:sectionLst>
    </p:ext>
    <p:ext uri="{EFAFB233-063F-42B5-8137-9DF3F51BA10A}">
      <p15:sldGuideLst xmlns:p15="http://schemas.microsoft.com/office/powerpoint/2012/main">
        <p15:guide id="2" pos="3834" userDrawn="1">
          <p15:clr>
            <a:srgbClr val="A4A3A4"/>
          </p15:clr>
        </p15:guide>
        <p15:guide id="3" orient="horz" pos="209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EEEAF3B-45EF-BAA1-C7E2-56864809257F}" name="Jaime Nunez Frigols" initials="JNF" userId="S::jaimenunezfrigols@jmangroup.com::d4cd74ea-9bc2-43d6-b1ca-cb430b654c9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thish Kumar" initials="SK" lastIdx="1" clrIdx="0">
    <p:extLst>
      <p:ext uri="{19B8F6BF-5375-455C-9EA6-DF929625EA0E}">
        <p15:presenceInfo xmlns:p15="http://schemas.microsoft.com/office/powerpoint/2012/main" userId="S::sathishkumar@imitorgraphica.com::13cfecb2-67b5-47b5-8917-124861ec63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29DC7"/>
    <a:srgbClr val="1C4382"/>
    <a:srgbClr val="284679"/>
    <a:srgbClr val="55256A"/>
    <a:srgbClr val="C24B86"/>
    <a:srgbClr val="C54D87"/>
    <a:srgbClr val="BE4B86"/>
    <a:srgbClr val="7A51B6"/>
    <a:srgbClr val="3C287D"/>
    <a:srgbClr val="304A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B87DC3-33BF-4229-86F8-6BE0444C8777}" v="688" dt="2026-06-24T07:24:23.818"/>
    <p1510:client id="{E392EC8C-517A-4EEE-B0E0-CAE5A9E2F3A7}" v="49" dt="2026-06-24T07:36:49.0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34"/>
        <p:guide orient="horz" pos="2092"/>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tags" Target="tags/tag1.xml"/><Relationship Id="rId23" Type="http://schemas.microsoft.com/office/2018/10/relationships/authors" Target="authors.xml"/><Relationship Id="rId10" Type="http://schemas.openxmlformats.org/officeDocument/2006/relationships/slide" Target="slides/slide3.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handoutMaster" Target="handoutMasters/handout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Kumar" userId="330eb037-e721-401c-8917-5137b0a9c5a7" providerId="ADAL" clId="{2541A55E-005A-4F7D-A870-75884EF8D0C9}"/>
    <pc:docChg chg="undo redo custSel addSld delSld modSld sldOrd modSection">
      <pc:chgData name="Arun Kumar" userId="330eb037-e721-401c-8917-5137b0a9c5a7" providerId="ADAL" clId="{2541A55E-005A-4F7D-A870-75884EF8D0C9}" dt="2026-06-24T07:24:23.818" v="1183" actId="20577"/>
      <pc:docMkLst>
        <pc:docMk/>
      </pc:docMkLst>
      <pc:sldChg chg="modSp mod ord">
        <pc:chgData name="Arun Kumar" userId="330eb037-e721-401c-8917-5137b0a9c5a7" providerId="ADAL" clId="{2541A55E-005A-4F7D-A870-75884EF8D0C9}" dt="2026-06-24T07:24:09.572" v="1179" actId="20577"/>
        <pc:sldMkLst>
          <pc:docMk/>
          <pc:sldMk cId="1863825293" sldId="260"/>
        </pc:sldMkLst>
        <pc:spChg chg="mod">
          <ac:chgData name="Arun Kumar" userId="330eb037-e721-401c-8917-5137b0a9c5a7" providerId="ADAL" clId="{2541A55E-005A-4F7D-A870-75884EF8D0C9}" dt="2026-06-24T07:23:04.214" v="1166" actId="20577"/>
          <ac:spMkLst>
            <pc:docMk/>
            <pc:sldMk cId="1863825293" sldId="260"/>
            <ac:spMk id="2" creationId="{EF54E257-7AB3-EC98-0DF4-74BD45EFEC61}"/>
          </ac:spMkLst>
        </pc:spChg>
        <pc:spChg chg="mod">
          <ac:chgData name="Arun Kumar" userId="330eb037-e721-401c-8917-5137b0a9c5a7" providerId="ADAL" clId="{2541A55E-005A-4F7D-A870-75884EF8D0C9}" dt="2026-06-24T07:03:42.832" v="1048"/>
          <ac:spMkLst>
            <pc:docMk/>
            <pc:sldMk cId="1863825293" sldId="260"/>
            <ac:spMk id="3" creationId="{7DD19AA9-5992-34F9-6708-4C5013F9BCE0}"/>
          </ac:spMkLst>
        </pc:spChg>
        <pc:spChg chg="mod">
          <ac:chgData name="Arun Kumar" userId="330eb037-e721-401c-8917-5137b0a9c5a7" providerId="ADAL" clId="{2541A55E-005A-4F7D-A870-75884EF8D0C9}" dt="2026-06-24T07:08:39.619" v="1132" actId="14100"/>
          <ac:spMkLst>
            <pc:docMk/>
            <pc:sldMk cId="1863825293" sldId="260"/>
            <ac:spMk id="4" creationId="{2AD9BD0A-6423-BB37-F628-DAB9F6E69587}"/>
          </ac:spMkLst>
        </pc:spChg>
        <pc:graphicFrameChg chg="mod modGraphic">
          <ac:chgData name="Arun Kumar" userId="330eb037-e721-401c-8917-5137b0a9c5a7" providerId="ADAL" clId="{2541A55E-005A-4F7D-A870-75884EF8D0C9}" dt="2026-06-24T07:24:09.572" v="1179" actId="20577"/>
          <ac:graphicFrameMkLst>
            <pc:docMk/>
            <pc:sldMk cId="1863825293" sldId="260"/>
            <ac:graphicFrameMk id="6" creationId="{321EEB08-5353-795F-9364-B6B15D06156E}"/>
          </ac:graphicFrameMkLst>
        </pc:graphicFrameChg>
      </pc:sldChg>
      <pc:sldChg chg="del">
        <pc:chgData name="Arun Kumar" userId="330eb037-e721-401c-8917-5137b0a9c5a7" providerId="ADAL" clId="{2541A55E-005A-4F7D-A870-75884EF8D0C9}" dt="2026-06-24T07:08:57.197" v="1133" actId="47"/>
        <pc:sldMkLst>
          <pc:docMk/>
          <pc:sldMk cId="1854259582" sldId="261"/>
        </pc:sldMkLst>
      </pc:sldChg>
      <pc:sldChg chg="del">
        <pc:chgData name="Arun Kumar" userId="330eb037-e721-401c-8917-5137b0a9c5a7" providerId="ADAL" clId="{2541A55E-005A-4F7D-A870-75884EF8D0C9}" dt="2026-06-24T07:08:57.197" v="1133" actId="47"/>
        <pc:sldMkLst>
          <pc:docMk/>
          <pc:sldMk cId="2388272882" sldId="262"/>
        </pc:sldMkLst>
      </pc:sldChg>
      <pc:sldChg chg="del">
        <pc:chgData name="Arun Kumar" userId="330eb037-e721-401c-8917-5137b0a9c5a7" providerId="ADAL" clId="{2541A55E-005A-4F7D-A870-75884EF8D0C9}" dt="2026-06-24T07:08:57.197" v="1133" actId="47"/>
        <pc:sldMkLst>
          <pc:docMk/>
          <pc:sldMk cId="1505430599" sldId="263"/>
        </pc:sldMkLst>
      </pc:sldChg>
      <pc:sldChg chg="del">
        <pc:chgData name="Arun Kumar" userId="330eb037-e721-401c-8917-5137b0a9c5a7" providerId="ADAL" clId="{2541A55E-005A-4F7D-A870-75884EF8D0C9}" dt="2026-06-24T07:08:57.197" v="1133" actId="47"/>
        <pc:sldMkLst>
          <pc:docMk/>
          <pc:sldMk cId="2562616426" sldId="264"/>
        </pc:sldMkLst>
      </pc:sldChg>
      <pc:sldChg chg="modSp mod">
        <pc:chgData name="Arun Kumar" userId="330eb037-e721-401c-8917-5137b0a9c5a7" providerId="ADAL" clId="{2541A55E-005A-4F7D-A870-75884EF8D0C9}" dt="2026-06-24T07:21:41.686" v="1145" actId="20577"/>
        <pc:sldMkLst>
          <pc:docMk/>
          <pc:sldMk cId="3667900663" sldId="268"/>
        </pc:sldMkLst>
        <pc:spChg chg="mod">
          <ac:chgData name="Arun Kumar" userId="330eb037-e721-401c-8917-5137b0a9c5a7" providerId="ADAL" clId="{2541A55E-005A-4F7D-A870-75884EF8D0C9}" dt="2026-06-24T07:21:41.686" v="1145" actId="20577"/>
          <ac:spMkLst>
            <pc:docMk/>
            <pc:sldMk cId="3667900663" sldId="268"/>
            <ac:spMk id="2" creationId="{2A09D5D8-E7BA-9979-10C1-5C7021808717}"/>
          </ac:spMkLst>
        </pc:spChg>
        <pc:spChg chg="mod">
          <ac:chgData name="Arun Kumar" userId="330eb037-e721-401c-8917-5137b0a9c5a7" providerId="ADAL" clId="{2541A55E-005A-4F7D-A870-75884EF8D0C9}" dt="2026-06-24T05:33:18.159" v="40" actId="20577"/>
          <ac:spMkLst>
            <pc:docMk/>
            <pc:sldMk cId="3667900663" sldId="268"/>
            <ac:spMk id="8" creationId="{2343AEC8-0152-40B9-821D-13D54CCBCE61}"/>
          </ac:spMkLst>
        </pc:spChg>
      </pc:sldChg>
      <pc:sldChg chg="del">
        <pc:chgData name="Arun Kumar" userId="330eb037-e721-401c-8917-5137b0a9c5a7" providerId="ADAL" clId="{2541A55E-005A-4F7D-A870-75884EF8D0C9}" dt="2026-06-24T05:41:50.040" v="109" actId="47"/>
        <pc:sldMkLst>
          <pc:docMk/>
          <pc:sldMk cId="2899313213" sldId="269"/>
        </pc:sldMkLst>
      </pc:sldChg>
      <pc:sldChg chg="del">
        <pc:chgData name="Arun Kumar" userId="330eb037-e721-401c-8917-5137b0a9c5a7" providerId="ADAL" clId="{2541A55E-005A-4F7D-A870-75884EF8D0C9}" dt="2026-06-24T07:08:57.197" v="1133" actId="47"/>
        <pc:sldMkLst>
          <pc:docMk/>
          <pc:sldMk cId="4018330732" sldId="270"/>
        </pc:sldMkLst>
      </pc:sldChg>
      <pc:sldChg chg="del">
        <pc:chgData name="Arun Kumar" userId="330eb037-e721-401c-8917-5137b0a9c5a7" providerId="ADAL" clId="{2541A55E-005A-4F7D-A870-75884EF8D0C9}" dt="2026-06-24T07:08:57.197" v="1133" actId="47"/>
        <pc:sldMkLst>
          <pc:docMk/>
          <pc:sldMk cId="4251754341" sldId="271"/>
        </pc:sldMkLst>
      </pc:sldChg>
      <pc:sldChg chg="del">
        <pc:chgData name="Arun Kumar" userId="330eb037-e721-401c-8917-5137b0a9c5a7" providerId="ADAL" clId="{2541A55E-005A-4F7D-A870-75884EF8D0C9}" dt="2026-06-24T07:08:57.197" v="1133" actId="47"/>
        <pc:sldMkLst>
          <pc:docMk/>
          <pc:sldMk cId="2734497327" sldId="272"/>
        </pc:sldMkLst>
      </pc:sldChg>
      <pc:sldChg chg="addSp delSp modSp add del mod ord modClrScheme chgLayout">
        <pc:chgData name="Arun Kumar" userId="330eb037-e721-401c-8917-5137b0a9c5a7" providerId="ADAL" clId="{2541A55E-005A-4F7D-A870-75884EF8D0C9}" dt="2026-06-24T07:24:23.818" v="1183" actId="20577"/>
        <pc:sldMkLst>
          <pc:docMk/>
          <pc:sldMk cId="2869634550" sldId="273"/>
        </pc:sldMkLst>
        <pc:spChg chg="mod ord">
          <ac:chgData name="Arun Kumar" userId="330eb037-e721-401c-8917-5137b0a9c5a7" providerId="ADAL" clId="{2541A55E-005A-4F7D-A870-75884EF8D0C9}" dt="2026-06-24T07:09:31.503" v="1136" actId="113"/>
          <ac:spMkLst>
            <pc:docMk/>
            <pc:sldMk cId="2869634550" sldId="273"/>
            <ac:spMk id="2" creationId="{93847108-9989-4F18-AE51-24029045E75E}"/>
          </ac:spMkLst>
        </pc:spChg>
        <pc:spChg chg="del mod">
          <ac:chgData name="Arun Kumar" userId="330eb037-e721-401c-8917-5137b0a9c5a7" providerId="ADAL" clId="{2541A55E-005A-4F7D-A870-75884EF8D0C9}" dt="2026-06-24T06:20:54.362" v="810" actId="478"/>
          <ac:spMkLst>
            <pc:docMk/>
            <pc:sldMk cId="2869634550" sldId="273"/>
            <ac:spMk id="3" creationId="{C3CBEBE3-BB71-41A9-A05D-D9295D623411}"/>
          </ac:spMkLst>
        </pc:spChg>
        <pc:spChg chg="mod">
          <ac:chgData name="Arun Kumar" userId="330eb037-e721-401c-8917-5137b0a9c5a7" providerId="ADAL" clId="{2541A55E-005A-4F7D-A870-75884EF8D0C9}" dt="2026-06-24T06:56:52.908" v="960"/>
          <ac:spMkLst>
            <pc:docMk/>
            <pc:sldMk cId="2869634550" sldId="273"/>
            <ac:spMk id="5" creationId="{663BE245-20A1-16DF-C6E7-5F806082A50C}"/>
          </ac:spMkLst>
        </pc:spChg>
        <pc:spChg chg="mod">
          <ac:chgData name="Arun Kumar" userId="330eb037-e721-401c-8917-5137b0a9c5a7" providerId="ADAL" clId="{2541A55E-005A-4F7D-A870-75884EF8D0C9}" dt="2026-06-24T06:57:13.802" v="964" actId="207"/>
          <ac:spMkLst>
            <pc:docMk/>
            <pc:sldMk cId="2869634550" sldId="273"/>
            <ac:spMk id="6" creationId="{E21FAF08-C4E3-AFE9-159E-230365668562}"/>
          </ac:spMkLst>
        </pc:spChg>
        <pc:spChg chg="add mod">
          <ac:chgData name="Arun Kumar" userId="330eb037-e721-401c-8917-5137b0a9c5a7" providerId="ADAL" clId="{2541A55E-005A-4F7D-A870-75884EF8D0C9}" dt="2026-06-24T07:24:23.818" v="1183" actId="20577"/>
          <ac:spMkLst>
            <pc:docMk/>
            <pc:sldMk cId="2869634550" sldId="273"/>
            <ac:spMk id="7" creationId="{702B80F0-30D6-1C49-6563-C934B17581D0}"/>
          </ac:spMkLst>
        </pc:spChg>
        <pc:spChg chg="mod ord">
          <ac:chgData name="Arun Kumar" userId="330eb037-e721-401c-8917-5137b0a9c5a7" providerId="ADAL" clId="{2541A55E-005A-4F7D-A870-75884EF8D0C9}" dt="2026-06-24T07:10:56.291" v="1138" actId="15"/>
          <ac:spMkLst>
            <pc:docMk/>
            <pc:sldMk cId="2869634550" sldId="273"/>
            <ac:spMk id="12" creationId="{C46F8C26-6464-479D-8904-2C55DDA4FB4E}"/>
          </ac:spMkLst>
        </pc:spChg>
        <pc:spChg chg="mod ord">
          <ac:chgData name="Arun Kumar" userId="330eb037-e721-401c-8917-5137b0a9c5a7" providerId="ADAL" clId="{2541A55E-005A-4F7D-A870-75884EF8D0C9}" dt="2026-06-24T07:20:24.830" v="1144" actId="14100"/>
          <ac:spMkLst>
            <pc:docMk/>
            <pc:sldMk cId="2869634550" sldId="273"/>
            <ac:spMk id="13" creationId="{651063E9-43A2-46F6-B1D0-9F20EFE9B545}"/>
          </ac:spMkLst>
        </pc:spChg>
        <pc:spChg chg="add del mod ord">
          <ac:chgData name="Arun Kumar" userId="330eb037-e721-401c-8917-5137b0a9c5a7" providerId="ADAL" clId="{2541A55E-005A-4F7D-A870-75884EF8D0C9}" dt="2026-06-24T06:56:16.039" v="958" actId="700"/>
          <ac:spMkLst>
            <pc:docMk/>
            <pc:sldMk cId="2869634550" sldId="273"/>
            <ac:spMk id="14" creationId="{C71A8693-FBD0-48C2-84EC-391C4B65DE0D}"/>
          </ac:spMkLst>
        </pc:spChg>
        <pc:spChg chg="mod ord">
          <ac:chgData name="Arun Kumar" userId="330eb037-e721-401c-8917-5137b0a9c5a7" providerId="ADAL" clId="{2541A55E-005A-4F7D-A870-75884EF8D0C9}" dt="2026-06-24T06:56:16.039" v="958" actId="700"/>
          <ac:spMkLst>
            <pc:docMk/>
            <pc:sldMk cId="2869634550" sldId="273"/>
            <ac:spMk id="15" creationId="{A506D382-7489-4CE3-BBE2-F8F77902533D}"/>
          </ac:spMkLst>
        </pc:spChg>
        <pc:spChg chg="mod ord">
          <ac:chgData name="Arun Kumar" userId="330eb037-e721-401c-8917-5137b0a9c5a7" providerId="ADAL" clId="{2541A55E-005A-4F7D-A870-75884EF8D0C9}" dt="2026-06-24T06:56:16.039" v="958" actId="700"/>
          <ac:spMkLst>
            <pc:docMk/>
            <pc:sldMk cId="2869634550" sldId="273"/>
            <ac:spMk id="16" creationId="{3475AF7A-B7F3-433B-8D1B-CD57ABD273DD}"/>
          </ac:spMkLst>
        </pc:spChg>
        <pc:spChg chg="mod ord">
          <ac:chgData name="Arun Kumar" userId="330eb037-e721-401c-8917-5137b0a9c5a7" providerId="ADAL" clId="{2541A55E-005A-4F7D-A870-75884EF8D0C9}" dt="2026-06-24T06:56:16.039" v="958" actId="700"/>
          <ac:spMkLst>
            <pc:docMk/>
            <pc:sldMk cId="2869634550" sldId="273"/>
            <ac:spMk id="17" creationId="{3F88A479-2135-4F06-9EBC-45F9B33C90AF}"/>
          </ac:spMkLst>
        </pc:spChg>
        <pc:spChg chg="mod ord">
          <ac:chgData name="Arun Kumar" userId="330eb037-e721-401c-8917-5137b0a9c5a7" providerId="ADAL" clId="{2541A55E-005A-4F7D-A870-75884EF8D0C9}" dt="2026-06-24T06:56:16.039" v="958" actId="700"/>
          <ac:spMkLst>
            <pc:docMk/>
            <pc:sldMk cId="2869634550" sldId="273"/>
            <ac:spMk id="18" creationId="{526593A6-E9C4-4178-857C-588FD7ADBAF8}"/>
          </ac:spMkLst>
        </pc:spChg>
        <pc:spChg chg="add del mod ord">
          <ac:chgData name="Arun Kumar" userId="330eb037-e721-401c-8917-5137b0a9c5a7" providerId="ADAL" clId="{2541A55E-005A-4F7D-A870-75884EF8D0C9}" dt="2026-06-24T06:56:16.039" v="958" actId="700"/>
          <ac:spMkLst>
            <pc:docMk/>
            <pc:sldMk cId="2869634550" sldId="273"/>
            <ac:spMk id="19" creationId="{808EF595-D91A-4A39-8541-CBAF80706677}"/>
          </ac:spMkLst>
        </pc:spChg>
        <pc:spChg chg="add del mod ord">
          <ac:chgData name="Arun Kumar" userId="330eb037-e721-401c-8917-5137b0a9c5a7" providerId="ADAL" clId="{2541A55E-005A-4F7D-A870-75884EF8D0C9}" dt="2026-06-24T06:56:16.039" v="958" actId="700"/>
          <ac:spMkLst>
            <pc:docMk/>
            <pc:sldMk cId="2869634550" sldId="273"/>
            <ac:spMk id="20" creationId="{EEEDAEA3-515F-490D-96A0-ADC82B55DF0C}"/>
          </ac:spMkLst>
        </pc:spChg>
        <pc:grpChg chg="add mod">
          <ac:chgData name="Arun Kumar" userId="330eb037-e721-401c-8917-5137b0a9c5a7" providerId="ADAL" clId="{2541A55E-005A-4F7D-A870-75884EF8D0C9}" dt="2026-06-24T06:58:04.506" v="968" actId="14100"/>
          <ac:grpSpMkLst>
            <pc:docMk/>
            <pc:sldMk cId="2869634550" sldId="273"/>
            <ac:grpSpMk id="4" creationId="{49B11A56-02F6-560C-AF4C-5A6260FFF163}"/>
          </ac:grpSpMkLst>
        </pc:grpChg>
      </pc:sldChg>
      <pc:sldChg chg="del">
        <pc:chgData name="Arun Kumar" userId="330eb037-e721-401c-8917-5137b0a9c5a7" providerId="ADAL" clId="{2541A55E-005A-4F7D-A870-75884EF8D0C9}" dt="2026-06-24T07:08:57.197" v="1133" actId="47"/>
        <pc:sldMkLst>
          <pc:docMk/>
          <pc:sldMk cId="2929983706" sldId="277"/>
        </pc:sldMkLst>
      </pc:sldChg>
      <pc:sldChg chg="del">
        <pc:chgData name="Arun Kumar" userId="330eb037-e721-401c-8917-5137b0a9c5a7" providerId="ADAL" clId="{2541A55E-005A-4F7D-A870-75884EF8D0C9}" dt="2026-06-24T07:08:57.197" v="1133" actId="47"/>
        <pc:sldMkLst>
          <pc:docMk/>
          <pc:sldMk cId="813799565" sldId="278"/>
        </pc:sldMkLst>
      </pc:sldChg>
      <pc:sldChg chg="modSp del mod ord">
        <pc:chgData name="Arun Kumar" userId="330eb037-e721-401c-8917-5137b0a9c5a7" providerId="ADAL" clId="{2541A55E-005A-4F7D-A870-75884EF8D0C9}" dt="2026-06-24T07:08:57.197" v="1133" actId="47"/>
        <pc:sldMkLst>
          <pc:docMk/>
          <pc:sldMk cId="1504991157" sldId="279"/>
        </pc:sldMkLst>
        <pc:spChg chg="mod">
          <ac:chgData name="Arun Kumar" userId="330eb037-e721-401c-8917-5137b0a9c5a7" providerId="ADAL" clId="{2541A55E-005A-4F7D-A870-75884EF8D0C9}" dt="2026-06-24T06:54:45.787" v="949" actId="14100"/>
          <ac:spMkLst>
            <pc:docMk/>
            <pc:sldMk cId="1504991157" sldId="279"/>
            <ac:spMk id="39" creationId="{FB4861F7-8F22-CED3-95AC-DCFA4F0166CF}"/>
          </ac:spMkLst>
        </pc:spChg>
      </pc:sldChg>
      <pc:sldChg chg="addSp delSp modSp del mod">
        <pc:chgData name="Arun Kumar" userId="330eb037-e721-401c-8917-5137b0a9c5a7" providerId="ADAL" clId="{2541A55E-005A-4F7D-A870-75884EF8D0C9}" dt="2026-06-24T07:08:57.197" v="1133" actId="47"/>
        <pc:sldMkLst>
          <pc:docMk/>
          <pc:sldMk cId="4222930930" sldId="280"/>
        </pc:sldMkLst>
        <pc:spChg chg="mod">
          <ac:chgData name="Arun Kumar" userId="330eb037-e721-401c-8917-5137b0a9c5a7" providerId="ADAL" clId="{2541A55E-005A-4F7D-A870-75884EF8D0C9}" dt="2026-06-24T05:42:44.360" v="122" actId="1076"/>
          <ac:spMkLst>
            <pc:docMk/>
            <pc:sldMk cId="4222930930" sldId="280"/>
            <ac:spMk id="3" creationId="{CD835E33-D53D-DC81-DFC6-D6128F956AC5}"/>
          </ac:spMkLst>
        </pc:spChg>
        <pc:spChg chg="del mod">
          <ac:chgData name="Arun Kumar" userId="330eb037-e721-401c-8917-5137b0a9c5a7" providerId="ADAL" clId="{2541A55E-005A-4F7D-A870-75884EF8D0C9}" dt="2026-06-24T05:42:17.368" v="116" actId="478"/>
          <ac:spMkLst>
            <pc:docMk/>
            <pc:sldMk cId="4222930930" sldId="280"/>
            <ac:spMk id="4" creationId="{E219F27B-2894-4DE5-80D8-8CA3ED24E38A}"/>
          </ac:spMkLst>
        </pc:spChg>
        <pc:spChg chg="mod">
          <ac:chgData name="Arun Kumar" userId="330eb037-e721-401c-8917-5137b0a9c5a7" providerId="ADAL" clId="{2541A55E-005A-4F7D-A870-75884EF8D0C9}" dt="2026-06-24T05:42:44.360" v="122" actId="1076"/>
          <ac:spMkLst>
            <pc:docMk/>
            <pc:sldMk cId="4222930930" sldId="280"/>
            <ac:spMk id="5" creationId="{FDC677C3-50A0-49C8-CE8A-F16EA5AE577B}"/>
          </ac:spMkLst>
        </pc:spChg>
        <pc:spChg chg="mod">
          <ac:chgData name="Arun Kumar" userId="330eb037-e721-401c-8917-5137b0a9c5a7" providerId="ADAL" clId="{2541A55E-005A-4F7D-A870-75884EF8D0C9}" dt="2026-06-24T05:42:44.360" v="122" actId="1076"/>
          <ac:spMkLst>
            <pc:docMk/>
            <pc:sldMk cId="4222930930" sldId="280"/>
            <ac:spMk id="6" creationId="{0AFF41F9-1311-F2E5-78D3-C02DFE037564}"/>
          </ac:spMkLst>
        </pc:spChg>
        <pc:spChg chg="mod">
          <ac:chgData name="Arun Kumar" userId="330eb037-e721-401c-8917-5137b0a9c5a7" providerId="ADAL" clId="{2541A55E-005A-4F7D-A870-75884EF8D0C9}" dt="2026-06-24T05:42:44.360" v="122" actId="1076"/>
          <ac:spMkLst>
            <pc:docMk/>
            <pc:sldMk cId="4222930930" sldId="280"/>
            <ac:spMk id="7" creationId="{AC8A39FF-11D4-49A5-63FF-9C22E8CC2A1C}"/>
          </ac:spMkLst>
        </pc:spChg>
        <pc:spChg chg="mod">
          <ac:chgData name="Arun Kumar" userId="330eb037-e721-401c-8917-5137b0a9c5a7" providerId="ADAL" clId="{2541A55E-005A-4F7D-A870-75884EF8D0C9}" dt="2026-06-24T05:42:44.360" v="122" actId="1076"/>
          <ac:spMkLst>
            <pc:docMk/>
            <pc:sldMk cId="4222930930" sldId="280"/>
            <ac:spMk id="8" creationId="{D6B1F4EC-B70D-9594-EEB2-953828EEA4D3}"/>
          </ac:spMkLst>
        </pc:spChg>
        <pc:spChg chg="mod">
          <ac:chgData name="Arun Kumar" userId="330eb037-e721-401c-8917-5137b0a9c5a7" providerId="ADAL" clId="{2541A55E-005A-4F7D-A870-75884EF8D0C9}" dt="2026-06-24T05:42:44.360" v="122" actId="1076"/>
          <ac:spMkLst>
            <pc:docMk/>
            <pc:sldMk cId="4222930930" sldId="280"/>
            <ac:spMk id="9" creationId="{F3C7CFEF-6A1B-F75E-8844-5C32969CC74D}"/>
          </ac:spMkLst>
        </pc:spChg>
        <pc:spChg chg="mod">
          <ac:chgData name="Arun Kumar" userId="330eb037-e721-401c-8917-5137b0a9c5a7" providerId="ADAL" clId="{2541A55E-005A-4F7D-A870-75884EF8D0C9}" dt="2026-06-24T05:43:02.726" v="148" actId="20577"/>
          <ac:spMkLst>
            <pc:docMk/>
            <pc:sldMk cId="4222930930" sldId="280"/>
            <ac:spMk id="10" creationId="{33A64F9B-C99D-C5E5-6E08-28DCAA43F4F6}"/>
          </ac:spMkLst>
        </pc:spChg>
        <pc:spChg chg="mod">
          <ac:chgData name="Arun Kumar" userId="330eb037-e721-401c-8917-5137b0a9c5a7" providerId="ADAL" clId="{2541A55E-005A-4F7D-A870-75884EF8D0C9}" dt="2026-06-24T05:42:44.360" v="122" actId="1076"/>
          <ac:spMkLst>
            <pc:docMk/>
            <pc:sldMk cId="4222930930" sldId="280"/>
            <ac:spMk id="11" creationId="{0DD4BC6B-FE7D-4E78-F914-E7A4F4B97A93}"/>
          </ac:spMkLst>
        </pc:spChg>
        <pc:spChg chg="mod">
          <ac:chgData name="Arun Kumar" userId="330eb037-e721-401c-8917-5137b0a9c5a7" providerId="ADAL" clId="{2541A55E-005A-4F7D-A870-75884EF8D0C9}" dt="2026-06-24T05:42:44.360" v="122" actId="1076"/>
          <ac:spMkLst>
            <pc:docMk/>
            <pc:sldMk cId="4222930930" sldId="280"/>
            <ac:spMk id="12" creationId="{7C0801B2-9DF4-5FBB-0186-30E3A0DC965B}"/>
          </ac:spMkLst>
        </pc:spChg>
        <pc:spChg chg="mod">
          <ac:chgData name="Arun Kumar" userId="330eb037-e721-401c-8917-5137b0a9c5a7" providerId="ADAL" clId="{2541A55E-005A-4F7D-A870-75884EF8D0C9}" dt="2026-06-24T05:42:44.360" v="122" actId="1076"/>
          <ac:spMkLst>
            <pc:docMk/>
            <pc:sldMk cId="4222930930" sldId="280"/>
            <ac:spMk id="13" creationId="{ABEA37EF-9387-F1E3-9B25-CE68D87314A3}"/>
          </ac:spMkLst>
        </pc:spChg>
        <pc:spChg chg="mod">
          <ac:chgData name="Arun Kumar" userId="330eb037-e721-401c-8917-5137b0a9c5a7" providerId="ADAL" clId="{2541A55E-005A-4F7D-A870-75884EF8D0C9}" dt="2026-06-24T05:42:37.018" v="121" actId="14100"/>
          <ac:spMkLst>
            <pc:docMk/>
            <pc:sldMk cId="4222930930" sldId="280"/>
            <ac:spMk id="19" creationId="{39AD61FA-6713-4DC6-8BF6-572848C99714}"/>
          </ac:spMkLst>
        </pc:spChg>
        <pc:grpChg chg="del">
          <ac:chgData name="Arun Kumar" userId="330eb037-e721-401c-8917-5137b0a9c5a7" providerId="ADAL" clId="{2541A55E-005A-4F7D-A870-75884EF8D0C9}" dt="2026-06-24T05:44:10.221" v="149" actId="478"/>
          <ac:grpSpMkLst>
            <pc:docMk/>
            <pc:sldMk cId="4222930930" sldId="280"/>
            <ac:grpSpMk id="2" creationId="{DA88CF4F-8810-4250-C9E1-94EA01147778}"/>
          </ac:grpSpMkLst>
        </pc:grpChg>
      </pc:sldChg>
      <pc:sldChg chg="del">
        <pc:chgData name="Arun Kumar" userId="330eb037-e721-401c-8917-5137b0a9c5a7" providerId="ADAL" clId="{2541A55E-005A-4F7D-A870-75884EF8D0C9}" dt="2026-06-24T07:08:57.197" v="1133" actId="47"/>
        <pc:sldMkLst>
          <pc:docMk/>
          <pc:sldMk cId="1549595916" sldId="281"/>
        </pc:sldMkLst>
      </pc:sldChg>
      <pc:sldChg chg="del">
        <pc:chgData name="Arun Kumar" userId="330eb037-e721-401c-8917-5137b0a9c5a7" providerId="ADAL" clId="{2541A55E-005A-4F7D-A870-75884EF8D0C9}" dt="2026-06-24T07:08:57.197" v="1133" actId="47"/>
        <pc:sldMkLst>
          <pc:docMk/>
          <pc:sldMk cId="1942835639" sldId="282"/>
        </pc:sldMkLst>
      </pc:sldChg>
      <pc:sldChg chg="del">
        <pc:chgData name="Arun Kumar" userId="330eb037-e721-401c-8917-5137b0a9c5a7" providerId="ADAL" clId="{2541A55E-005A-4F7D-A870-75884EF8D0C9}" dt="2026-06-24T07:08:57.197" v="1133" actId="47"/>
        <pc:sldMkLst>
          <pc:docMk/>
          <pc:sldMk cId="3552146928" sldId="283"/>
        </pc:sldMkLst>
      </pc:sldChg>
      <pc:sldChg chg="del">
        <pc:chgData name="Arun Kumar" userId="330eb037-e721-401c-8917-5137b0a9c5a7" providerId="ADAL" clId="{2541A55E-005A-4F7D-A870-75884EF8D0C9}" dt="2026-06-24T07:08:57.197" v="1133" actId="47"/>
        <pc:sldMkLst>
          <pc:docMk/>
          <pc:sldMk cId="336919397" sldId="284"/>
        </pc:sldMkLst>
      </pc:sldChg>
      <pc:sldChg chg="del">
        <pc:chgData name="Arun Kumar" userId="330eb037-e721-401c-8917-5137b0a9c5a7" providerId="ADAL" clId="{2541A55E-005A-4F7D-A870-75884EF8D0C9}" dt="2026-06-24T07:08:57.197" v="1133" actId="47"/>
        <pc:sldMkLst>
          <pc:docMk/>
          <pc:sldMk cId="1851139667" sldId="285"/>
        </pc:sldMkLst>
      </pc:sldChg>
      <pc:sldChg chg="del">
        <pc:chgData name="Arun Kumar" userId="330eb037-e721-401c-8917-5137b0a9c5a7" providerId="ADAL" clId="{2541A55E-005A-4F7D-A870-75884EF8D0C9}" dt="2026-06-24T07:08:57.197" v="1133" actId="47"/>
        <pc:sldMkLst>
          <pc:docMk/>
          <pc:sldMk cId="1037218261" sldId="286"/>
        </pc:sldMkLst>
      </pc:sldChg>
      <pc:sldChg chg="del">
        <pc:chgData name="Arun Kumar" userId="330eb037-e721-401c-8917-5137b0a9c5a7" providerId="ADAL" clId="{2541A55E-005A-4F7D-A870-75884EF8D0C9}" dt="2026-06-24T07:08:57.197" v="1133" actId="47"/>
        <pc:sldMkLst>
          <pc:docMk/>
          <pc:sldMk cId="293134384" sldId="287"/>
        </pc:sldMkLst>
      </pc:sldChg>
      <pc:sldChg chg="del">
        <pc:chgData name="Arun Kumar" userId="330eb037-e721-401c-8917-5137b0a9c5a7" providerId="ADAL" clId="{2541A55E-005A-4F7D-A870-75884EF8D0C9}" dt="2026-06-24T07:08:57.197" v="1133" actId="47"/>
        <pc:sldMkLst>
          <pc:docMk/>
          <pc:sldMk cId="254649942" sldId="288"/>
        </pc:sldMkLst>
      </pc:sldChg>
      <pc:sldChg chg="del">
        <pc:chgData name="Arun Kumar" userId="330eb037-e721-401c-8917-5137b0a9c5a7" providerId="ADAL" clId="{2541A55E-005A-4F7D-A870-75884EF8D0C9}" dt="2026-06-24T07:08:57.197" v="1133" actId="47"/>
        <pc:sldMkLst>
          <pc:docMk/>
          <pc:sldMk cId="1568024318" sldId="289"/>
        </pc:sldMkLst>
      </pc:sldChg>
      <pc:sldChg chg="addSp delSp modSp mod ord">
        <pc:chgData name="Arun Kumar" userId="330eb037-e721-401c-8917-5137b0a9c5a7" providerId="ADAL" clId="{2541A55E-005A-4F7D-A870-75884EF8D0C9}" dt="2026-06-24T06:28:04.067" v="889" actId="20577"/>
        <pc:sldMkLst>
          <pc:docMk/>
          <pc:sldMk cId="647008499" sldId="297"/>
        </pc:sldMkLst>
        <pc:spChg chg="del">
          <ac:chgData name="Arun Kumar" userId="330eb037-e721-401c-8917-5137b0a9c5a7" providerId="ADAL" clId="{2541A55E-005A-4F7D-A870-75884EF8D0C9}" dt="2026-06-24T06:05:27.828" v="607" actId="478"/>
          <ac:spMkLst>
            <pc:docMk/>
            <pc:sldMk cId="647008499" sldId="297"/>
            <ac:spMk id="2" creationId="{5B48030D-CD52-BCBF-FFBD-0FA5D2E15C49}"/>
          </ac:spMkLst>
        </pc:spChg>
        <pc:spChg chg="del">
          <ac:chgData name="Arun Kumar" userId="330eb037-e721-401c-8917-5137b0a9c5a7" providerId="ADAL" clId="{2541A55E-005A-4F7D-A870-75884EF8D0C9}" dt="2026-06-24T06:05:27.828" v="607" actId="478"/>
          <ac:spMkLst>
            <pc:docMk/>
            <pc:sldMk cId="647008499" sldId="297"/>
            <ac:spMk id="3" creationId="{71D26D15-1A6D-7EEE-7F97-1834F20A518B}"/>
          </ac:spMkLst>
        </pc:spChg>
        <pc:spChg chg="add del mod">
          <ac:chgData name="Arun Kumar" userId="330eb037-e721-401c-8917-5137b0a9c5a7" providerId="ADAL" clId="{2541A55E-005A-4F7D-A870-75884EF8D0C9}" dt="2026-06-24T06:25:23.416" v="865"/>
          <ac:spMkLst>
            <pc:docMk/>
            <pc:sldMk cId="647008499" sldId="297"/>
            <ac:spMk id="4" creationId="{9906FE61-30F7-12B0-28F2-44F750269EB1}"/>
          </ac:spMkLst>
        </pc:spChg>
        <pc:spChg chg="add del mod">
          <ac:chgData name="Arun Kumar" userId="330eb037-e721-401c-8917-5137b0a9c5a7" providerId="ADAL" clId="{2541A55E-005A-4F7D-A870-75884EF8D0C9}" dt="2026-06-24T06:10:34.395" v="740" actId="1036"/>
          <ac:spMkLst>
            <pc:docMk/>
            <pc:sldMk cId="647008499" sldId="297"/>
            <ac:spMk id="5" creationId="{45B628D9-7BD4-6878-330F-EE808C8DE588}"/>
          </ac:spMkLst>
        </pc:spChg>
        <pc:spChg chg="add del mod">
          <ac:chgData name="Arun Kumar" userId="330eb037-e721-401c-8917-5137b0a9c5a7" providerId="ADAL" clId="{2541A55E-005A-4F7D-A870-75884EF8D0C9}" dt="2026-06-24T06:26:57.391" v="884" actId="313"/>
          <ac:spMkLst>
            <pc:docMk/>
            <pc:sldMk cId="647008499" sldId="297"/>
            <ac:spMk id="6" creationId="{FF037CBD-6CEA-7E99-8145-6FED0AB9D9FB}"/>
          </ac:spMkLst>
        </pc:spChg>
        <pc:spChg chg="add del mod">
          <ac:chgData name="Arun Kumar" userId="330eb037-e721-401c-8917-5137b0a9c5a7" providerId="ADAL" clId="{2541A55E-005A-4F7D-A870-75884EF8D0C9}" dt="2026-06-24T06:10:34.395" v="740" actId="1036"/>
          <ac:spMkLst>
            <pc:docMk/>
            <pc:sldMk cId="647008499" sldId="297"/>
            <ac:spMk id="7" creationId="{CFD58E14-AD84-9C59-413A-E1D5EA1FFB10}"/>
          </ac:spMkLst>
        </pc:spChg>
        <pc:spChg chg="add del mod">
          <ac:chgData name="Arun Kumar" userId="330eb037-e721-401c-8917-5137b0a9c5a7" providerId="ADAL" clId="{2541A55E-005A-4F7D-A870-75884EF8D0C9}" dt="2026-06-24T06:27:03.605" v="885"/>
          <ac:spMkLst>
            <pc:docMk/>
            <pc:sldMk cId="647008499" sldId="297"/>
            <ac:spMk id="8" creationId="{898B4B6E-89FB-B80A-48DB-A489EC6E983B}"/>
          </ac:spMkLst>
        </pc:spChg>
        <pc:spChg chg="add del mod">
          <ac:chgData name="Arun Kumar" userId="330eb037-e721-401c-8917-5137b0a9c5a7" providerId="ADAL" clId="{2541A55E-005A-4F7D-A870-75884EF8D0C9}" dt="2026-06-24T06:10:34.395" v="740" actId="1036"/>
          <ac:spMkLst>
            <pc:docMk/>
            <pc:sldMk cId="647008499" sldId="297"/>
            <ac:spMk id="9" creationId="{8C5B03B5-0EDB-CF18-91A6-800D6265481D}"/>
          </ac:spMkLst>
        </pc:spChg>
        <pc:spChg chg="add del mod">
          <ac:chgData name="Arun Kumar" userId="330eb037-e721-401c-8917-5137b0a9c5a7" providerId="ADAL" clId="{2541A55E-005A-4F7D-A870-75884EF8D0C9}" dt="2026-06-24T06:25:59.134" v="872" actId="14100"/>
          <ac:spMkLst>
            <pc:docMk/>
            <pc:sldMk cId="647008499" sldId="297"/>
            <ac:spMk id="10" creationId="{44061E13-5E8B-2626-0C3D-310BCD31E4BF}"/>
          </ac:spMkLst>
        </pc:spChg>
        <pc:spChg chg="add del mod">
          <ac:chgData name="Arun Kumar" userId="330eb037-e721-401c-8917-5137b0a9c5a7" providerId="ADAL" clId="{2541A55E-005A-4F7D-A870-75884EF8D0C9}" dt="2026-06-24T06:26:27.596" v="878" actId="113"/>
          <ac:spMkLst>
            <pc:docMk/>
            <pc:sldMk cId="647008499" sldId="297"/>
            <ac:spMk id="11" creationId="{92F7B6BB-6B4A-61E8-6724-EA75ECEA19F0}"/>
          </ac:spMkLst>
        </pc:spChg>
        <pc:spChg chg="add del mod">
          <ac:chgData name="Arun Kumar" userId="330eb037-e721-401c-8917-5137b0a9c5a7" providerId="ADAL" clId="{2541A55E-005A-4F7D-A870-75884EF8D0C9}" dt="2026-06-24T06:28:04.067" v="889" actId="20577"/>
          <ac:spMkLst>
            <pc:docMk/>
            <pc:sldMk cId="647008499" sldId="297"/>
            <ac:spMk id="12" creationId="{C8424965-4661-12B9-66BF-E0C73B10C6B5}"/>
          </ac:spMkLst>
        </pc:spChg>
        <pc:spChg chg="add del mod">
          <ac:chgData name="Arun Kumar" userId="330eb037-e721-401c-8917-5137b0a9c5a7" providerId="ADAL" clId="{2541A55E-005A-4F7D-A870-75884EF8D0C9}" dt="2026-06-24T06:10:19.296" v="698" actId="1035"/>
          <ac:spMkLst>
            <pc:docMk/>
            <pc:sldMk cId="647008499" sldId="297"/>
            <ac:spMk id="13" creationId="{E37C0758-0CA3-F1CC-7054-07681133669B}"/>
          </ac:spMkLst>
        </pc:spChg>
        <pc:spChg chg="add del mod">
          <ac:chgData name="Arun Kumar" userId="330eb037-e721-401c-8917-5137b0a9c5a7" providerId="ADAL" clId="{2541A55E-005A-4F7D-A870-75884EF8D0C9}" dt="2026-06-24T06:10:19.296" v="698" actId="1035"/>
          <ac:spMkLst>
            <pc:docMk/>
            <pc:sldMk cId="647008499" sldId="297"/>
            <ac:spMk id="14" creationId="{B4353857-8033-0F93-D428-9D3377315B74}"/>
          </ac:spMkLst>
        </pc:spChg>
        <pc:spChg chg="add del mod">
          <ac:chgData name="Arun Kumar" userId="330eb037-e721-401c-8917-5137b0a9c5a7" providerId="ADAL" clId="{2541A55E-005A-4F7D-A870-75884EF8D0C9}" dt="2026-06-24T06:10:19.296" v="698" actId="1035"/>
          <ac:spMkLst>
            <pc:docMk/>
            <pc:sldMk cId="647008499" sldId="297"/>
            <ac:spMk id="15" creationId="{BC8C982D-625B-8CBA-E0B1-A82F41204171}"/>
          </ac:spMkLst>
        </pc:spChg>
        <pc:spChg chg="mod">
          <ac:chgData name="Arun Kumar" userId="330eb037-e721-401c-8917-5137b0a9c5a7" providerId="ADAL" clId="{2541A55E-005A-4F7D-A870-75884EF8D0C9}" dt="2026-06-24T06:10:56.780" v="781" actId="1036"/>
          <ac:spMkLst>
            <pc:docMk/>
            <pc:sldMk cId="647008499" sldId="297"/>
            <ac:spMk id="16" creationId="{B2F4B12A-DDA1-DFB2-E14F-53646B4EDC40}"/>
          </ac:spMkLst>
        </pc:spChg>
        <pc:spChg chg="add mod">
          <ac:chgData name="Arun Kumar" userId="330eb037-e721-401c-8917-5137b0a9c5a7" providerId="ADAL" clId="{2541A55E-005A-4F7D-A870-75884EF8D0C9}" dt="2026-06-24T06:10:56.780" v="781" actId="1036"/>
          <ac:spMkLst>
            <pc:docMk/>
            <pc:sldMk cId="647008499" sldId="297"/>
            <ac:spMk id="17" creationId="{6D3BED22-519E-39E5-A3C2-FE45BEFC8331}"/>
          </ac:spMkLst>
        </pc:spChg>
        <pc:spChg chg="mod">
          <ac:chgData name="Arun Kumar" userId="330eb037-e721-401c-8917-5137b0a9c5a7" providerId="ADAL" clId="{2541A55E-005A-4F7D-A870-75884EF8D0C9}" dt="2026-06-24T06:10:56.780" v="781" actId="1036"/>
          <ac:spMkLst>
            <pc:docMk/>
            <pc:sldMk cId="647008499" sldId="297"/>
            <ac:spMk id="18" creationId="{E6935726-7AFA-4B5A-9FF2-92015133EFB1}"/>
          </ac:spMkLst>
        </pc:spChg>
        <pc:spChg chg="mod">
          <ac:chgData name="Arun Kumar" userId="330eb037-e721-401c-8917-5137b0a9c5a7" providerId="ADAL" clId="{2541A55E-005A-4F7D-A870-75884EF8D0C9}" dt="2026-06-24T06:10:56.780" v="781" actId="1036"/>
          <ac:spMkLst>
            <pc:docMk/>
            <pc:sldMk cId="647008499" sldId="297"/>
            <ac:spMk id="19" creationId="{5B29D263-1D86-A387-C8CE-6F1FEF1A2A10}"/>
          </ac:spMkLst>
        </pc:spChg>
        <pc:spChg chg="add mod">
          <ac:chgData name="Arun Kumar" userId="330eb037-e721-401c-8917-5137b0a9c5a7" providerId="ADAL" clId="{2541A55E-005A-4F7D-A870-75884EF8D0C9}" dt="2026-06-24T06:10:56.780" v="781" actId="1036"/>
          <ac:spMkLst>
            <pc:docMk/>
            <pc:sldMk cId="647008499" sldId="297"/>
            <ac:spMk id="20" creationId="{1C9B9D79-4B03-B973-ACAE-B3E4C4B09E42}"/>
          </ac:spMkLst>
        </pc:spChg>
        <pc:spChg chg="add mod">
          <ac:chgData name="Arun Kumar" userId="330eb037-e721-401c-8917-5137b0a9c5a7" providerId="ADAL" clId="{2541A55E-005A-4F7D-A870-75884EF8D0C9}" dt="2026-06-24T06:10:56.780" v="781" actId="1036"/>
          <ac:spMkLst>
            <pc:docMk/>
            <pc:sldMk cId="647008499" sldId="297"/>
            <ac:spMk id="21" creationId="{CD6016B2-226E-691C-19BC-F08338CE4645}"/>
          </ac:spMkLst>
        </pc:spChg>
        <pc:spChg chg="mod">
          <ac:chgData name="Arun Kumar" userId="330eb037-e721-401c-8917-5137b0a9c5a7" providerId="ADAL" clId="{2541A55E-005A-4F7D-A870-75884EF8D0C9}" dt="2026-06-24T06:05:34.043" v="608"/>
          <ac:spMkLst>
            <pc:docMk/>
            <pc:sldMk cId="647008499" sldId="297"/>
            <ac:spMk id="31" creationId="{334A9C81-2D6A-E65B-221A-4A12961703AD}"/>
          </ac:spMkLst>
        </pc:spChg>
        <pc:spChg chg="mod">
          <ac:chgData name="Arun Kumar" userId="330eb037-e721-401c-8917-5137b0a9c5a7" providerId="ADAL" clId="{2541A55E-005A-4F7D-A870-75884EF8D0C9}" dt="2026-06-24T06:05:34.043" v="608"/>
          <ac:spMkLst>
            <pc:docMk/>
            <pc:sldMk cId="647008499" sldId="297"/>
            <ac:spMk id="32" creationId="{F55E1FA7-DF8D-1B5E-FC1C-1819761E4DAF}"/>
          </ac:spMkLst>
        </pc:spChg>
        <pc:spChg chg="mod">
          <ac:chgData name="Arun Kumar" userId="330eb037-e721-401c-8917-5137b0a9c5a7" providerId="ADAL" clId="{2541A55E-005A-4F7D-A870-75884EF8D0C9}" dt="2026-06-24T06:05:34.043" v="608"/>
          <ac:spMkLst>
            <pc:docMk/>
            <pc:sldMk cId="647008499" sldId="297"/>
            <ac:spMk id="39" creationId="{F153F5D4-503B-C7A0-13A5-906F627696CF}"/>
          </ac:spMkLst>
        </pc:spChg>
        <pc:spChg chg="mod">
          <ac:chgData name="Arun Kumar" userId="330eb037-e721-401c-8917-5137b0a9c5a7" providerId="ADAL" clId="{2541A55E-005A-4F7D-A870-75884EF8D0C9}" dt="2026-06-24T06:10:56.780" v="781" actId="1036"/>
          <ac:spMkLst>
            <pc:docMk/>
            <pc:sldMk cId="647008499" sldId="297"/>
            <ac:spMk id="41" creationId="{24A8C10D-8E06-C483-FEA3-46228C14AC95}"/>
          </ac:spMkLst>
        </pc:spChg>
        <pc:spChg chg="mod">
          <ac:chgData name="Arun Kumar" userId="330eb037-e721-401c-8917-5137b0a9c5a7" providerId="ADAL" clId="{2541A55E-005A-4F7D-A870-75884EF8D0C9}" dt="2026-06-24T06:10:56.780" v="781" actId="1036"/>
          <ac:spMkLst>
            <pc:docMk/>
            <pc:sldMk cId="647008499" sldId="297"/>
            <ac:spMk id="42" creationId="{55DEBE23-B029-FC20-88C8-85CA64EAB310}"/>
          </ac:spMkLst>
        </pc:spChg>
        <pc:spChg chg="mod">
          <ac:chgData name="Arun Kumar" userId="330eb037-e721-401c-8917-5137b0a9c5a7" providerId="ADAL" clId="{2541A55E-005A-4F7D-A870-75884EF8D0C9}" dt="2026-06-24T06:05:34.043" v="608"/>
          <ac:spMkLst>
            <pc:docMk/>
            <pc:sldMk cId="647008499" sldId="297"/>
            <ac:spMk id="44" creationId="{235859D4-33E2-AD54-B054-83AC30DBB0AB}"/>
          </ac:spMkLst>
        </pc:spChg>
        <pc:spChg chg="mod">
          <ac:chgData name="Arun Kumar" userId="330eb037-e721-401c-8917-5137b0a9c5a7" providerId="ADAL" clId="{2541A55E-005A-4F7D-A870-75884EF8D0C9}" dt="2026-06-24T06:05:34.043" v="608"/>
          <ac:spMkLst>
            <pc:docMk/>
            <pc:sldMk cId="647008499" sldId="297"/>
            <ac:spMk id="45" creationId="{D06EC2A2-9053-FEEA-0A38-0567D2256D92}"/>
          </ac:spMkLst>
        </pc:spChg>
        <pc:spChg chg="mod">
          <ac:chgData name="Arun Kumar" userId="330eb037-e721-401c-8917-5137b0a9c5a7" providerId="ADAL" clId="{2541A55E-005A-4F7D-A870-75884EF8D0C9}" dt="2026-06-24T06:05:34.043" v="608"/>
          <ac:spMkLst>
            <pc:docMk/>
            <pc:sldMk cId="647008499" sldId="297"/>
            <ac:spMk id="46" creationId="{8CAF4C0D-C2F9-99C8-5BCB-4D95CC4F8399}"/>
          </ac:spMkLst>
        </pc:spChg>
        <pc:spChg chg="mod">
          <ac:chgData name="Arun Kumar" userId="330eb037-e721-401c-8917-5137b0a9c5a7" providerId="ADAL" clId="{2541A55E-005A-4F7D-A870-75884EF8D0C9}" dt="2026-06-24T06:05:34.043" v="608"/>
          <ac:spMkLst>
            <pc:docMk/>
            <pc:sldMk cId="647008499" sldId="297"/>
            <ac:spMk id="48" creationId="{F0C8B534-9258-03FD-5A6C-1A7BDE2C12F5}"/>
          </ac:spMkLst>
        </pc:spChg>
        <pc:spChg chg="add mod">
          <ac:chgData name="Arun Kumar" userId="330eb037-e721-401c-8917-5137b0a9c5a7" providerId="ADAL" clId="{2541A55E-005A-4F7D-A870-75884EF8D0C9}" dt="2026-06-24T06:11:30.106" v="805" actId="14100"/>
          <ac:spMkLst>
            <pc:docMk/>
            <pc:sldMk cId="647008499" sldId="297"/>
            <ac:spMk id="51" creationId="{17EFA451-9CC3-0EC6-D6C5-BB5DCB027D4C}"/>
          </ac:spMkLst>
        </pc:spChg>
        <pc:grpChg chg="mod">
          <ac:chgData name="Arun Kumar" userId="330eb037-e721-401c-8917-5137b0a9c5a7" providerId="ADAL" clId="{2541A55E-005A-4F7D-A870-75884EF8D0C9}" dt="2026-06-24T06:10:56.780" v="781" actId="1036"/>
          <ac:grpSpMkLst>
            <pc:docMk/>
            <pc:sldMk cId="647008499" sldId="297"/>
            <ac:grpSpMk id="23" creationId="{DB7C40CC-7B2B-4B3E-0666-4A56FD0456E7}"/>
          </ac:grpSpMkLst>
        </pc:grpChg>
        <pc:picChg chg="mod">
          <ac:chgData name="Arun Kumar" userId="330eb037-e721-401c-8917-5137b0a9c5a7" providerId="ADAL" clId="{2541A55E-005A-4F7D-A870-75884EF8D0C9}" dt="2026-06-24T06:10:56.780" v="781" actId="1036"/>
          <ac:picMkLst>
            <pc:docMk/>
            <pc:sldMk cId="647008499" sldId="297"/>
            <ac:picMk id="22" creationId="{09681E77-AAA3-FC64-AD5B-E1BE86EB19C2}"/>
          </ac:picMkLst>
        </pc:picChg>
      </pc:sldChg>
      <pc:sldChg chg="del">
        <pc:chgData name="Arun Kumar" userId="330eb037-e721-401c-8917-5137b0a9c5a7" providerId="ADAL" clId="{2541A55E-005A-4F7D-A870-75884EF8D0C9}" dt="2026-06-24T07:08:57.197" v="1133" actId="47"/>
        <pc:sldMkLst>
          <pc:docMk/>
          <pc:sldMk cId="4087917469" sldId="298"/>
        </pc:sldMkLst>
      </pc:sldChg>
      <pc:sldChg chg="del">
        <pc:chgData name="Arun Kumar" userId="330eb037-e721-401c-8917-5137b0a9c5a7" providerId="ADAL" clId="{2541A55E-005A-4F7D-A870-75884EF8D0C9}" dt="2026-06-24T07:08:57.197" v="1133" actId="47"/>
        <pc:sldMkLst>
          <pc:docMk/>
          <pc:sldMk cId="1690157076" sldId="299"/>
        </pc:sldMkLst>
      </pc:sldChg>
      <pc:sldChg chg="del">
        <pc:chgData name="Arun Kumar" userId="330eb037-e721-401c-8917-5137b0a9c5a7" providerId="ADAL" clId="{2541A55E-005A-4F7D-A870-75884EF8D0C9}" dt="2026-06-24T07:08:57.197" v="1133" actId="47"/>
        <pc:sldMkLst>
          <pc:docMk/>
          <pc:sldMk cId="463946764" sldId="300"/>
        </pc:sldMkLst>
      </pc:sldChg>
      <pc:sldChg chg="del">
        <pc:chgData name="Arun Kumar" userId="330eb037-e721-401c-8917-5137b0a9c5a7" providerId="ADAL" clId="{2541A55E-005A-4F7D-A870-75884EF8D0C9}" dt="2026-06-24T07:08:57.197" v="1133" actId="47"/>
        <pc:sldMkLst>
          <pc:docMk/>
          <pc:sldMk cId="2473179108" sldId="301"/>
        </pc:sldMkLst>
      </pc:sldChg>
      <pc:sldChg chg="del">
        <pc:chgData name="Arun Kumar" userId="330eb037-e721-401c-8917-5137b0a9c5a7" providerId="ADAL" clId="{2541A55E-005A-4F7D-A870-75884EF8D0C9}" dt="2026-06-24T07:08:57.197" v="1133" actId="47"/>
        <pc:sldMkLst>
          <pc:docMk/>
          <pc:sldMk cId="1387522875" sldId="302"/>
        </pc:sldMkLst>
      </pc:sldChg>
      <pc:sldChg chg="del">
        <pc:chgData name="Arun Kumar" userId="330eb037-e721-401c-8917-5137b0a9c5a7" providerId="ADAL" clId="{2541A55E-005A-4F7D-A870-75884EF8D0C9}" dt="2026-06-24T07:08:57.197" v="1133" actId="47"/>
        <pc:sldMkLst>
          <pc:docMk/>
          <pc:sldMk cId="1095608710" sldId="303"/>
        </pc:sldMkLst>
      </pc:sldChg>
      <pc:sldChg chg="del">
        <pc:chgData name="Arun Kumar" userId="330eb037-e721-401c-8917-5137b0a9c5a7" providerId="ADAL" clId="{2541A55E-005A-4F7D-A870-75884EF8D0C9}" dt="2026-06-24T07:08:57.197" v="1133" actId="47"/>
        <pc:sldMkLst>
          <pc:docMk/>
          <pc:sldMk cId="1044464954" sldId="304"/>
        </pc:sldMkLst>
      </pc:sldChg>
      <pc:sldChg chg="del">
        <pc:chgData name="Arun Kumar" userId="330eb037-e721-401c-8917-5137b0a9c5a7" providerId="ADAL" clId="{2541A55E-005A-4F7D-A870-75884EF8D0C9}" dt="2026-06-24T07:08:57.197" v="1133" actId="47"/>
        <pc:sldMkLst>
          <pc:docMk/>
          <pc:sldMk cId="2154990624" sldId="305"/>
        </pc:sldMkLst>
      </pc:sldChg>
      <pc:sldChg chg="del">
        <pc:chgData name="Arun Kumar" userId="330eb037-e721-401c-8917-5137b0a9c5a7" providerId="ADAL" clId="{2541A55E-005A-4F7D-A870-75884EF8D0C9}" dt="2026-06-24T07:08:57.197" v="1133" actId="47"/>
        <pc:sldMkLst>
          <pc:docMk/>
          <pc:sldMk cId="3049077257" sldId="320"/>
        </pc:sldMkLst>
      </pc:sldChg>
      <pc:sldChg chg="del">
        <pc:chgData name="Arun Kumar" userId="330eb037-e721-401c-8917-5137b0a9c5a7" providerId="ADAL" clId="{2541A55E-005A-4F7D-A870-75884EF8D0C9}" dt="2026-06-24T07:08:57.197" v="1133" actId="47"/>
        <pc:sldMkLst>
          <pc:docMk/>
          <pc:sldMk cId="157689511" sldId="321"/>
        </pc:sldMkLst>
      </pc:sldChg>
      <pc:sldChg chg="del">
        <pc:chgData name="Arun Kumar" userId="330eb037-e721-401c-8917-5137b0a9c5a7" providerId="ADAL" clId="{2541A55E-005A-4F7D-A870-75884EF8D0C9}" dt="2026-06-24T07:08:57.197" v="1133" actId="47"/>
        <pc:sldMkLst>
          <pc:docMk/>
          <pc:sldMk cId="777771298" sldId="324"/>
        </pc:sldMkLst>
      </pc:sldChg>
      <pc:sldChg chg="del">
        <pc:chgData name="Arun Kumar" userId="330eb037-e721-401c-8917-5137b0a9c5a7" providerId="ADAL" clId="{2541A55E-005A-4F7D-A870-75884EF8D0C9}" dt="2026-06-24T07:08:57.197" v="1133" actId="47"/>
        <pc:sldMkLst>
          <pc:docMk/>
          <pc:sldMk cId="3624360377" sldId="325"/>
        </pc:sldMkLst>
      </pc:sldChg>
      <pc:sldChg chg="del">
        <pc:chgData name="Arun Kumar" userId="330eb037-e721-401c-8917-5137b0a9c5a7" providerId="ADAL" clId="{2541A55E-005A-4F7D-A870-75884EF8D0C9}" dt="2026-06-24T07:08:57.197" v="1133" actId="47"/>
        <pc:sldMkLst>
          <pc:docMk/>
          <pc:sldMk cId="1604724217" sldId="342"/>
        </pc:sldMkLst>
      </pc:sldChg>
      <pc:sldChg chg="del">
        <pc:chgData name="Arun Kumar" userId="330eb037-e721-401c-8917-5137b0a9c5a7" providerId="ADAL" clId="{2541A55E-005A-4F7D-A870-75884EF8D0C9}" dt="2026-06-24T07:08:57.197" v="1133" actId="47"/>
        <pc:sldMkLst>
          <pc:docMk/>
          <pc:sldMk cId="2751975307" sldId="343"/>
        </pc:sldMkLst>
      </pc:sldChg>
      <pc:sldChg chg="del">
        <pc:chgData name="Arun Kumar" userId="330eb037-e721-401c-8917-5137b0a9c5a7" providerId="ADAL" clId="{2541A55E-005A-4F7D-A870-75884EF8D0C9}" dt="2026-06-24T07:08:57.197" v="1133" actId="47"/>
        <pc:sldMkLst>
          <pc:docMk/>
          <pc:sldMk cId="3069398270" sldId="344"/>
        </pc:sldMkLst>
      </pc:sldChg>
      <pc:sldChg chg="del">
        <pc:chgData name="Arun Kumar" userId="330eb037-e721-401c-8917-5137b0a9c5a7" providerId="ADAL" clId="{2541A55E-005A-4F7D-A870-75884EF8D0C9}" dt="2026-06-24T07:08:57.197" v="1133" actId="47"/>
        <pc:sldMkLst>
          <pc:docMk/>
          <pc:sldMk cId="2403502065" sldId="345"/>
        </pc:sldMkLst>
      </pc:sldChg>
      <pc:sldChg chg="del">
        <pc:chgData name="Arun Kumar" userId="330eb037-e721-401c-8917-5137b0a9c5a7" providerId="ADAL" clId="{2541A55E-005A-4F7D-A870-75884EF8D0C9}" dt="2026-06-24T07:08:57.197" v="1133" actId="47"/>
        <pc:sldMkLst>
          <pc:docMk/>
          <pc:sldMk cId="3841705650" sldId="346"/>
        </pc:sldMkLst>
      </pc:sldChg>
      <pc:sldChg chg="del">
        <pc:chgData name="Arun Kumar" userId="330eb037-e721-401c-8917-5137b0a9c5a7" providerId="ADAL" clId="{2541A55E-005A-4F7D-A870-75884EF8D0C9}" dt="2026-06-24T07:08:57.197" v="1133" actId="47"/>
        <pc:sldMkLst>
          <pc:docMk/>
          <pc:sldMk cId="1235610841" sldId="347"/>
        </pc:sldMkLst>
      </pc:sldChg>
      <pc:sldChg chg="del">
        <pc:chgData name="Arun Kumar" userId="330eb037-e721-401c-8917-5137b0a9c5a7" providerId="ADAL" clId="{2541A55E-005A-4F7D-A870-75884EF8D0C9}" dt="2026-06-24T07:08:57.197" v="1133" actId="47"/>
        <pc:sldMkLst>
          <pc:docMk/>
          <pc:sldMk cId="875409257" sldId="348"/>
        </pc:sldMkLst>
      </pc:sldChg>
      <pc:sldChg chg="del">
        <pc:chgData name="Arun Kumar" userId="330eb037-e721-401c-8917-5137b0a9c5a7" providerId="ADAL" clId="{2541A55E-005A-4F7D-A870-75884EF8D0C9}" dt="2026-06-24T07:08:57.197" v="1133" actId="47"/>
        <pc:sldMkLst>
          <pc:docMk/>
          <pc:sldMk cId="3697233220" sldId="350"/>
        </pc:sldMkLst>
      </pc:sldChg>
      <pc:sldChg chg="del">
        <pc:chgData name="Arun Kumar" userId="330eb037-e721-401c-8917-5137b0a9c5a7" providerId="ADAL" clId="{2541A55E-005A-4F7D-A870-75884EF8D0C9}" dt="2026-06-24T07:08:57.197" v="1133" actId="47"/>
        <pc:sldMkLst>
          <pc:docMk/>
          <pc:sldMk cId="1740154179" sldId="351"/>
        </pc:sldMkLst>
      </pc:sldChg>
      <pc:sldChg chg="del">
        <pc:chgData name="Arun Kumar" userId="330eb037-e721-401c-8917-5137b0a9c5a7" providerId="ADAL" clId="{2541A55E-005A-4F7D-A870-75884EF8D0C9}" dt="2026-06-24T07:08:57.197" v="1133" actId="47"/>
        <pc:sldMkLst>
          <pc:docMk/>
          <pc:sldMk cId="1141361865" sldId="352"/>
        </pc:sldMkLst>
      </pc:sldChg>
      <pc:sldChg chg="del">
        <pc:chgData name="Arun Kumar" userId="330eb037-e721-401c-8917-5137b0a9c5a7" providerId="ADAL" clId="{2541A55E-005A-4F7D-A870-75884EF8D0C9}" dt="2026-06-24T07:08:57.197" v="1133" actId="47"/>
        <pc:sldMkLst>
          <pc:docMk/>
          <pc:sldMk cId="4060078841" sldId="353"/>
        </pc:sldMkLst>
      </pc:sldChg>
      <pc:sldChg chg="del">
        <pc:chgData name="Arun Kumar" userId="330eb037-e721-401c-8917-5137b0a9c5a7" providerId="ADAL" clId="{2541A55E-005A-4F7D-A870-75884EF8D0C9}" dt="2026-06-24T07:08:57.197" v="1133" actId="47"/>
        <pc:sldMkLst>
          <pc:docMk/>
          <pc:sldMk cId="3196818613" sldId="354"/>
        </pc:sldMkLst>
      </pc:sldChg>
      <pc:sldChg chg="del">
        <pc:chgData name="Arun Kumar" userId="330eb037-e721-401c-8917-5137b0a9c5a7" providerId="ADAL" clId="{2541A55E-005A-4F7D-A870-75884EF8D0C9}" dt="2026-06-24T07:08:57.197" v="1133" actId="47"/>
        <pc:sldMkLst>
          <pc:docMk/>
          <pc:sldMk cId="2349271901" sldId="355"/>
        </pc:sldMkLst>
      </pc:sldChg>
      <pc:sldChg chg="del">
        <pc:chgData name="Arun Kumar" userId="330eb037-e721-401c-8917-5137b0a9c5a7" providerId="ADAL" clId="{2541A55E-005A-4F7D-A870-75884EF8D0C9}" dt="2026-06-24T07:08:57.197" v="1133" actId="47"/>
        <pc:sldMkLst>
          <pc:docMk/>
          <pc:sldMk cId="977363175" sldId="356"/>
        </pc:sldMkLst>
      </pc:sldChg>
      <pc:sldChg chg="del">
        <pc:chgData name="Arun Kumar" userId="330eb037-e721-401c-8917-5137b0a9c5a7" providerId="ADAL" clId="{2541A55E-005A-4F7D-A870-75884EF8D0C9}" dt="2026-06-24T07:08:57.197" v="1133" actId="47"/>
        <pc:sldMkLst>
          <pc:docMk/>
          <pc:sldMk cId="952990179" sldId="357"/>
        </pc:sldMkLst>
      </pc:sldChg>
      <pc:sldChg chg="del">
        <pc:chgData name="Arun Kumar" userId="330eb037-e721-401c-8917-5137b0a9c5a7" providerId="ADAL" clId="{2541A55E-005A-4F7D-A870-75884EF8D0C9}" dt="2026-06-24T07:08:57.197" v="1133" actId="47"/>
        <pc:sldMkLst>
          <pc:docMk/>
          <pc:sldMk cId="893879981" sldId="358"/>
        </pc:sldMkLst>
      </pc:sldChg>
      <pc:sldChg chg="del">
        <pc:chgData name="Arun Kumar" userId="330eb037-e721-401c-8917-5137b0a9c5a7" providerId="ADAL" clId="{2541A55E-005A-4F7D-A870-75884EF8D0C9}" dt="2026-06-24T07:08:57.197" v="1133" actId="47"/>
        <pc:sldMkLst>
          <pc:docMk/>
          <pc:sldMk cId="4181085009" sldId="359"/>
        </pc:sldMkLst>
      </pc:sldChg>
      <pc:sldChg chg="del">
        <pc:chgData name="Arun Kumar" userId="330eb037-e721-401c-8917-5137b0a9c5a7" providerId="ADAL" clId="{2541A55E-005A-4F7D-A870-75884EF8D0C9}" dt="2026-06-24T07:08:57.197" v="1133" actId="47"/>
        <pc:sldMkLst>
          <pc:docMk/>
          <pc:sldMk cId="3536161181" sldId="362"/>
        </pc:sldMkLst>
      </pc:sldChg>
      <pc:sldChg chg="del">
        <pc:chgData name="Arun Kumar" userId="330eb037-e721-401c-8917-5137b0a9c5a7" providerId="ADAL" clId="{2541A55E-005A-4F7D-A870-75884EF8D0C9}" dt="2026-06-24T07:08:57.197" v="1133" actId="47"/>
        <pc:sldMkLst>
          <pc:docMk/>
          <pc:sldMk cId="32128932" sldId="363"/>
        </pc:sldMkLst>
      </pc:sldChg>
      <pc:sldChg chg="del">
        <pc:chgData name="Arun Kumar" userId="330eb037-e721-401c-8917-5137b0a9c5a7" providerId="ADAL" clId="{2541A55E-005A-4F7D-A870-75884EF8D0C9}" dt="2026-06-24T07:08:57.197" v="1133" actId="47"/>
        <pc:sldMkLst>
          <pc:docMk/>
          <pc:sldMk cId="2149602274" sldId="364"/>
        </pc:sldMkLst>
      </pc:sldChg>
      <pc:sldChg chg="del">
        <pc:chgData name="Arun Kumar" userId="330eb037-e721-401c-8917-5137b0a9c5a7" providerId="ADAL" clId="{2541A55E-005A-4F7D-A870-75884EF8D0C9}" dt="2026-06-24T07:08:57.197" v="1133" actId="47"/>
        <pc:sldMkLst>
          <pc:docMk/>
          <pc:sldMk cId="3856720305" sldId="366"/>
        </pc:sldMkLst>
      </pc:sldChg>
      <pc:sldChg chg="del">
        <pc:chgData name="Arun Kumar" userId="330eb037-e721-401c-8917-5137b0a9c5a7" providerId="ADAL" clId="{2541A55E-005A-4F7D-A870-75884EF8D0C9}" dt="2026-06-24T07:08:57.197" v="1133" actId="47"/>
        <pc:sldMkLst>
          <pc:docMk/>
          <pc:sldMk cId="1293119076" sldId="367"/>
        </pc:sldMkLst>
      </pc:sldChg>
      <pc:sldChg chg="del">
        <pc:chgData name="Arun Kumar" userId="330eb037-e721-401c-8917-5137b0a9c5a7" providerId="ADAL" clId="{2541A55E-005A-4F7D-A870-75884EF8D0C9}" dt="2026-06-24T07:08:57.197" v="1133" actId="47"/>
        <pc:sldMkLst>
          <pc:docMk/>
          <pc:sldMk cId="1240068413" sldId="369"/>
        </pc:sldMkLst>
      </pc:sldChg>
      <pc:sldChg chg="del">
        <pc:chgData name="Arun Kumar" userId="330eb037-e721-401c-8917-5137b0a9c5a7" providerId="ADAL" clId="{2541A55E-005A-4F7D-A870-75884EF8D0C9}" dt="2026-06-24T07:08:57.197" v="1133" actId="47"/>
        <pc:sldMkLst>
          <pc:docMk/>
          <pc:sldMk cId="2326527646" sldId="371"/>
        </pc:sldMkLst>
      </pc:sldChg>
      <pc:sldChg chg="del">
        <pc:chgData name="Arun Kumar" userId="330eb037-e721-401c-8917-5137b0a9c5a7" providerId="ADAL" clId="{2541A55E-005A-4F7D-A870-75884EF8D0C9}" dt="2026-06-24T07:08:57.197" v="1133" actId="47"/>
        <pc:sldMkLst>
          <pc:docMk/>
          <pc:sldMk cId="1574966439" sldId="372"/>
        </pc:sldMkLst>
      </pc:sldChg>
      <pc:sldChg chg="del">
        <pc:chgData name="Arun Kumar" userId="330eb037-e721-401c-8917-5137b0a9c5a7" providerId="ADAL" clId="{2541A55E-005A-4F7D-A870-75884EF8D0C9}" dt="2026-06-24T07:08:57.197" v="1133" actId="47"/>
        <pc:sldMkLst>
          <pc:docMk/>
          <pc:sldMk cId="981372289" sldId="375"/>
        </pc:sldMkLst>
      </pc:sldChg>
      <pc:sldChg chg="del">
        <pc:chgData name="Arun Kumar" userId="330eb037-e721-401c-8917-5137b0a9c5a7" providerId="ADAL" clId="{2541A55E-005A-4F7D-A870-75884EF8D0C9}" dt="2026-06-24T07:08:57.197" v="1133" actId="47"/>
        <pc:sldMkLst>
          <pc:docMk/>
          <pc:sldMk cId="2340595402" sldId="376"/>
        </pc:sldMkLst>
      </pc:sldChg>
      <pc:sldChg chg="del">
        <pc:chgData name="Arun Kumar" userId="330eb037-e721-401c-8917-5137b0a9c5a7" providerId="ADAL" clId="{2541A55E-005A-4F7D-A870-75884EF8D0C9}" dt="2026-06-24T07:08:57.197" v="1133" actId="47"/>
        <pc:sldMkLst>
          <pc:docMk/>
          <pc:sldMk cId="2470076314" sldId="377"/>
        </pc:sldMkLst>
      </pc:sldChg>
      <pc:sldChg chg="del">
        <pc:chgData name="Arun Kumar" userId="330eb037-e721-401c-8917-5137b0a9c5a7" providerId="ADAL" clId="{2541A55E-005A-4F7D-A870-75884EF8D0C9}" dt="2026-06-24T07:08:57.197" v="1133" actId="47"/>
        <pc:sldMkLst>
          <pc:docMk/>
          <pc:sldMk cId="2200525801" sldId="378"/>
        </pc:sldMkLst>
      </pc:sldChg>
      <pc:sldChg chg="del">
        <pc:chgData name="Arun Kumar" userId="330eb037-e721-401c-8917-5137b0a9c5a7" providerId="ADAL" clId="{2541A55E-005A-4F7D-A870-75884EF8D0C9}" dt="2026-06-24T07:08:57.197" v="1133" actId="47"/>
        <pc:sldMkLst>
          <pc:docMk/>
          <pc:sldMk cId="3461707668" sldId="379"/>
        </pc:sldMkLst>
      </pc:sldChg>
      <pc:sldChg chg="del">
        <pc:chgData name="Arun Kumar" userId="330eb037-e721-401c-8917-5137b0a9c5a7" providerId="ADAL" clId="{2541A55E-005A-4F7D-A870-75884EF8D0C9}" dt="2026-06-24T07:08:57.197" v="1133" actId="47"/>
        <pc:sldMkLst>
          <pc:docMk/>
          <pc:sldMk cId="2338006084" sldId="380"/>
        </pc:sldMkLst>
      </pc:sldChg>
      <pc:sldChg chg="del">
        <pc:chgData name="Arun Kumar" userId="330eb037-e721-401c-8917-5137b0a9c5a7" providerId="ADAL" clId="{2541A55E-005A-4F7D-A870-75884EF8D0C9}" dt="2026-06-24T07:08:57.197" v="1133" actId="47"/>
        <pc:sldMkLst>
          <pc:docMk/>
          <pc:sldMk cId="3833704207" sldId="381"/>
        </pc:sldMkLst>
      </pc:sldChg>
      <pc:sldChg chg="del">
        <pc:chgData name="Arun Kumar" userId="330eb037-e721-401c-8917-5137b0a9c5a7" providerId="ADAL" clId="{2541A55E-005A-4F7D-A870-75884EF8D0C9}" dt="2026-06-24T07:08:57.197" v="1133" actId="47"/>
        <pc:sldMkLst>
          <pc:docMk/>
          <pc:sldMk cId="1530234025" sldId="382"/>
        </pc:sldMkLst>
      </pc:sldChg>
      <pc:sldChg chg="del">
        <pc:chgData name="Arun Kumar" userId="330eb037-e721-401c-8917-5137b0a9c5a7" providerId="ADAL" clId="{2541A55E-005A-4F7D-A870-75884EF8D0C9}" dt="2026-06-24T07:08:57.197" v="1133" actId="47"/>
        <pc:sldMkLst>
          <pc:docMk/>
          <pc:sldMk cId="4055149257" sldId="383"/>
        </pc:sldMkLst>
      </pc:sldChg>
      <pc:sldChg chg="del">
        <pc:chgData name="Arun Kumar" userId="330eb037-e721-401c-8917-5137b0a9c5a7" providerId="ADAL" clId="{2541A55E-005A-4F7D-A870-75884EF8D0C9}" dt="2026-06-24T07:08:57.197" v="1133" actId="47"/>
        <pc:sldMkLst>
          <pc:docMk/>
          <pc:sldMk cId="888404354" sldId="384"/>
        </pc:sldMkLst>
      </pc:sldChg>
      <pc:sldChg chg="del">
        <pc:chgData name="Arun Kumar" userId="330eb037-e721-401c-8917-5137b0a9c5a7" providerId="ADAL" clId="{2541A55E-005A-4F7D-A870-75884EF8D0C9}" dt="2026-06-24T07:08:57.197" v="1133" actId="47"/>
        <pc:sldMkLst>
          <pc:docMk/>
          <pc:sldMk cId="2811628536" sldId="385"/>
        </pc:sldMkLst>
      </pc:sldChg>
      <pc:sldChg chg="del">
        <pc:chgData name="Arun Kumar" userId="330eb037-e721-401c-8917-5137b0a9c5a7" providerId="ADAL" clId="{2541A55E-005A-4F7D-A870-75884EF8D0C9}" dt="2026-06-24T07:08:57.197" v="1133" actId="47"/>
        <pc:sldMkLst>
          <pc:docMk/>
          <pc:sldMk cId="4009507231" sldId="386"/>
        </pc:sldMkLst>
      </pc:sldChg>
      <pc:sldChg chg="del">
        <pc:chgData name="Arun Kumar" userId="330eb037-e721-401c-8917-5137b0a9c5a7" providerId="ADAL" clId="{2541A55E-005A-4F7D-A870-75884EF8D0C9}" dt="2026-06-24T07:08:57.197" v="1133" actId="47"/>
        <pc:sldMkLst>
          <pc:docMk/>
          <pc:sldMk cId="3478530560" sldId="387"/>
        </pc:sldMkLst>
      </pc:sldChg>
      <pc:sldChg chg="del">
        <pc:chgData name="Arun Kumar" userId="330eb037-e721-401c-8917-5137b0a9c5a7" providerId="ADAL" clId="{2541A55E-005A-4F7D-A870-75884EF8D0C9}" dt="2026-06-24T07:08:57.197" v="1133" actId="47"/>
        <pc:sldMkLst>
          <pc:docMk/>
          <pc:sldMk cId="1253673248" sldId="388"/>
        </pc:sldMkLst>
      </pc:sldChg>
      <pc:sldChg chg="del">
        <pc:chgData name="Arun Kumar" userId="330eb037-e721-401c-8917-5137b0a9c5a7" providerId="ADAL" clId="{2541A55E-005A-4F7D-A870-75884EF8D0C9}" dt="2026-06-24T07:08:57.197" v="1133" actId="47"/>
        <pc:sldMkLst>
          <pc:docMk/>
          <pc:sldMk cId="4157433344" sldId="389"/>
        </pc:sldMkLst>
      </pc:sldChg>
      <pc:sldChg chg="del">
        <pc:chgData name="Arun Kumar" userId="330eb037-e721-401c-8917-5137b0a9c5a7" providerId="ADAL" clId="{2541A55E-005A-4F7D-A870-75884EF8D0C9}" dt="2026-06-24T07:08:57.197" v="1133" actId="47"/>
        <pc:sldMkLst>
          <pc:docMk/>
          <pc:sldMk cId="1942315329" sldId="390"/>
        </pc:sldMkLst>
      </pc:sldChg>
      <pc:sldChg chg="del">
        <pc:chgData name="Arun Kumar" userId="330eb037-e721-401c-8917-5137b0a9c5a7" providerId="ADAL" clId="{2541A55E-005A-4F7D-A870-75884EF8D0C9}" dt="2026-06-24T07:08:57.197" v="1133" actId="47"/>
        <pc:sldMkLst>
          <pc:docMk/>
          <pc:sldMk cId="2546471385" sldId="391"/>
        </pc:sldMkLst>
      </pc:sldChg>
      <pc:sldChg chg="del">
        <pc:chgData name="Arun Kumar" userId="330eb037-e721-401c-8917-5137b0a9c5a7" providerId="ADAL" clId="{2541A55E-005A-4F7D-A870-75884EF8D0C9}" dt="2026-06-24T07:08:57.197" v="1133" actId="47"/>
        <pc:sldMkLst>
          <pc:docMk/>
          <pc:sldMk cId="2533592773" sldId="392"/>
        </pc:sldMkLst>
      </pc:sldChg>
      <pc:sldChg chg="del">
        <pc:chgData name="Arun Kumar" userId="330eb037-e721-401c-8917-5137b0a9c5a7" providerId="ADAL" clId="{2541A55E-005A-4F7D-A870-75884EF8D0C9}" dt="2026-06-24T07:08:57.197" v="1133" actId="47"/>
        <pc:sldMkLst>
          <pc:docMk/>
          <pc:sldMk cId="2993278327" sldId="393"/>
        </pc:sldMkLst>
      </pc:sldChg>
      <pc:sldChg chg="del">
        <pc:chgData name="Arun Kumar" userId="330eb037-e721-401c-8917-5137b0a9c5a7" providerId="ADAL" clId="{2541A55E-005A-4F7D-A870-75884EF8D0C9}" dt="2026-06-24T07:08:57.197" v="1133" actId="47"/>
        <pc:sldMkLst>
          <pc:docMk/>
          <pc:sldMk cId="535774916" sldId="394"/>
        </pc:sldMkLst>
      </pc:sldChg>
      <pc:sldChg chg="addSp delSp modSp del mod ord">
        <pc:chgData name="Arun Kumar" userId="330eb037-e721-401c-8917-5137b0a9c5a7" providerId="ADAL" clId="{2541A55E-005A-4F7D-A870-75884EF8D0C9}" dt="2026-06-24T07:08:57.197" v="1133" actId="47"/>
        <pc:sldMkLst>
          <pc:docMk/>
          <pc:sldMk cId="3453264111" sldId="396"/>
        </pc:sldMkLst>
        <pc:spChg chg="del mod">
          <ac:chgData name="Arun Kumar" userId="330eb037-e721-401c-8917-5137b0a9c5a7" providerId="ADAL" clId="{2541A55E-005A-4F7D-A870-75884EF8D0C9}" dt="2026-06-24T05:52:20.604" v="268" actId="478"/>
          <ac:spMkLst>
            <pc:docMk/>
            <pc:sldMk cId="3453264111" sldId="396"/>
            <ac:spMk id="2" creationId="{C1BC6506-3DF0-C00B-3B66-4215703E544F}"/>
          </ac:spMkLst>
        </pc:spChg>
        <pc:spChg chg="del mod">
          <ac:chgData name="Arun Kumar" userId="330eb037-e721-401c-8917-5137b0a9c5a7" providerId="ADAL" clId="{2541A55E-005A-4F7D-A870-75884EF8D0C9}" dt="2026-06-24T05:52:24.679" v="270" actId="478"/>
          <ac:spMkLst>
            <pc:docMk/>
            <pc:sldMk cId="3453264111" sldId="396"/>
            <ac:spMk id="3" creationId="{FA647B2B-58F3-8F36-543C-018A7B636A10}"/>
          </ac:spMkLst>
        </pc:spChg>
        <pc:spChg chg="add mod">
          <ac:chgData name="Arun Kumar" userId="330eb037-e721-401c-8917-5137b0a9c5a7" providerId="ADAL" clId="{2541A55E-005A-4F7D-A870-75884EF8D0C9}" dt="2026-06-24T05:44:30.104" v="152"/>
          <ac:spMkLst>
            <pc:docMk/>
            <pc:sldMk cId="3453264111" sldId="396"/>
            <ac:spMk id="4" creationId="{151D91BF-4982-E5C3-4144-4DD13F42B390}"/>
          </ac:spMkLst>
        </pc:spChg>
        <pc:spChg chg="add mod">
          <ac:chgData name="Arun Kumar" userId="330eb037-e721-401c-8917-5137b0a9c5a7" providerId="ADAL" clId="{2541A55E-005A-4F7D-A870-75884EF8D0C9}" dt="2026-06-24T05:44:30.104" v="152"/>
          <ac:spMkLst>
            <pc:docMk/>
            <pc:sldMk cId="3453264111" sldId="396"/>
            <ac:spMk id="5" creationId="{6620BD46-7665-B6EC-392E-8A5CF3E555FD}"/>
          </ac:spMkLst>
        </pc:spChg>
        <pc:spChg chg="mod">
          <ac:chgData name="Arun Kumar" userId="330eb037-e721-401c-8917-5137b0a9c5a7" providerId="ADAL" clId="{2541A55E-005A-4F7D-A870-75884EF8D0C9}" dt="2026-06-24T05:59:08.917" v="518" actId="122"/>
          <ac:spMkLst>
            <pc:docMk/>
            <pc:sldMk cId="3453264111" sldId="396"/>
            <ac:spMk id="6" creationId="{4412C23C-213B-7EB1-0442-A0452BDC3F54}"/>
          </ac:spMkLst>
        </pc:spChg>
        <pc:spChg chg="mod">
          <ac:chgData name="Arun Kumar" userId="330eb037-e721-401c-8917-5137b0a9c5a7" providerId="ADAL" clId="{2541A55E-005A-4F7D-A870-75884EF8D0C9}" dt="2026-06-24T05:52:40.706" v="316" actId="1076"/>
          <ac:spMkLst>
            <pc:docMk/>
            <pc:sldMk cId="3453264111" sldId="396"/>
            <ac:spMk id="7" creationId="{4E183A99-AF73-DBC1-1634-CEFAC1D4E6BF}"/>
          </ac:spMkLst>
        </pc:spChg>
        <pc:spChg chg="add mod">
          <ac:chgData name="Arun Kumar" userId="330eb037-e721-401c-8917-5137b0a9c5a7" providerId="ADAL" clId="{2541A55E-005A-4F7D-A870-75884EF8D0C9}" dt="2026-06-24T05:44:30.104" v="152"/>
          <ac:spMkLst>
            <pc:docMk/>
            <pc:sldMk cId="3453264111" sldId="396"/>
            <ac:spMk id="8" creationId="{9B270B76-9826-DFEF-B484-21258F274829}"/>
          </ac:spMkLst>
        </pc:spChg>
        <pc:spChg chg="del mod">
          <ac:chgData name="Arun Kumar" userId="330eb037-e721-401c-8917-5137b0a9c5a7" providerId="ADAL" clId="{2541A55E-005A-4F7D-A870-75884EF8D0C9}" dt="2026-06-24T05:52:43.282" v="318" actId="478"/>
          <ac:spMkLst>
            <pc:docMk/>
            <pc:sldMk cId="3453264111" sldId="396"/>
            <ac:spMk id="9" creationId="{AE4C7E4E-32A0-041E-126D-B50F100B3516}"/>
          </ac:spMkLst>
        </pc:spChg>
        <pc:spChg chg="mod">
          <ac:chgData name="Arun Kumar" userId="330eb037-e721-401c-8917-5137b0a9c5a7" providerId="ADAL" clId="{2541A55E-005A-4F7D-A870-75884EF8D0C9}" dt="2026-06-24T05:58:53.679" v="515" actId="122"/>
          <ac:spMkLst>
            <pc:docMk/>
            <pc:sldMk cId="3453264111" sldId="396"/>
            <ac:spMk id="13" creationId="{9B459B7D-4500-C87A-2D83-031E60B1CF90}"/>
          </ac:spMkLst>
        </pc:spChg>
        <pc:spChg chg="mod">
          <ac:chgData name="Arun Kumar" userId="330eb037-e721-401c-8917-5137b0a9c5a7" providerId="ADAL" clId="{2541A55E-005A-4F7D-A870-75884EF8D0C9}" dt="2026-06-24T05:52:49.307" v="349" actId="1035"/>
          <ac:spMkLst>
            <pc:docMk/>
            <pc:sldMk cId="3453264111" sldId="396"/>
            <ac:spMk id="14" creationId="{44A797E9-C252-EE39-BA7D-5BAAB2CD2271}"/>
          </ac:spMkLst>
        </pc:spChg>
        <pc:spChg chg="del mod">
          <ac:chgData name="Arun Kumar" userId="330eb037-e721-401c-8917-5137b0a9c5a7" providerId="ADAL" clId="{2541A55E-005A-4F7D-A870-75884EF8D0C9}" dt="2026-06-24T05:53:06.676" v="353" actId="478"/>
          <ac:spMkLst>
            <pc:docMk/>
            <pc:sldMk cId="3453264111" sldId="396"/>
            <ac:spMk id="15" creationId="{AE75D54F-7874-2188-B9BE-7BC8E15EEF82}"/>
          </ac:spMkLst>
        </pc:spChg>
        <pc:spChg chg="mod">
          <ac:chgData name="Arun Kumar" userId="330eb037-e721-401c-8917-5137b0a9c5a7" providerId="ADAL" clId="{2541A55E-005A-4F7D-A870-75884EF8D0C9}" dt="2026-06-24T06:01:17.938" v="524" actId="207"/>
          <ac:spMkLst>
            <pc:docMk/>
            <pc:sldMk cId="3453264111" sldId="396"/>
            <ac:spMk id="17" creationId="{0148FFB4-B2F3-9817-B456-A9135AB1FBD8}"/>
          </ac:spMkLst>
        </pc:spChg>
        <pc:spChg chg="mod">
          <ac:chgData name="Arun Kumar" userId="330eb037-e721-401c-8917-5137b0a9c5a7" providerId="ADAL" clId="{2541A55E-005A-4F7D-A870-75884EF8D0C9}" dt="2026-06-24T06:01:23.225" v="525" actId="207"/>
          <ac:spMkLst>
            <pc:docMk/>
            <pc:sldMk cId="3453264111" sldId="396"/>
            <ac:spMk id="19" creationId="{F0871749-3CA2-4813-3A2C-AE42D416061B}"/>
          </ac:spMkLst>
        </pc:spChg>
        <pc:spChg chg="del mod">
          <ac:chgData name="Arun Kumar" userId="330eb037-e721-401c-8917-5137b0a9c5a7" providerId="ADAL" clId="{2541A55E-005A-4F7D-A870-75884EF8D0C9}" dt="2026-06-24T05:53:24.062" v="405" actId="478"/>
          <ac:spMkLst>
            <pc:docMk/>
            <pc:sldMk cId="3453264111" sldId="396"/>
            <ac:spMk id="20" creationId="{59BCBA19-8554-C292-CB9A-625797D80591}"/>
          </ac:spMkLst>
        </pc:spChg>
        <pc:spChg chg="mod">
          <ac:chgData name="Arun Kumar" userId="330eb037-e721-401c-8917-5137b0a9c5a7" providerId="ADAL" clId="{2541A55E-005A-4F7D-A870-75884EF8D0C9}" dt="2026-06-24T05:53:04.620" v="352" actId="1076"/>
          <ac:spMkLst>
            <pc:docMk/>
            <pc:sldMk cId="3453264111" sldId="396"/>
            <ac:spMk id="21" creationId="{6ADAB41D-B123-2218-C711-2C3A1D5E6389}"/>
          </ac:spMkLst>
        </pc:spChg>
        <pc:spChg chg="del">
          <ac:chgData name="Arun Kumar" userId="330eb037-e721-401c-8917-5137b0a9c5a7" providerId="ADAL" clId="{2541A55E-005A-4F7D-A870-75884EF8D0C9}" dt="2026-06-24T05:58:14.886" v="503" actId="478"/>
          <ac:spMkLst>
            <pc:docMk/>
            <pc:sldMk cId="3453264111" sldId="396"/>
            <ac:spMk id="22" creationId="{275B5ECD-2281-226C-A859-C5C78420007D}"/>
          </ac:spMkLst>
        </pc:spChg>
        <pc:spChg chg="mod">
          <ac:chgData name="Arun Kumar" userId="330eb037-e721-401c-8917-5137b0a9c5a7" providerId="ADAL" clId="{2541A55E-005A-4F7D-A870-75884EF8D0C9}" dt="2026-06-24T05:59:53.188" v="521"/>
          <ac:spMkLst>
            <pc:docMk/>
            <pc:sldMk cId="3453264111" sldId="396"/>
            <ac:spMk id="23" creationId="{124E955C-1932-6519-90A5-C9E921FE0EA1}"/>
          </ac:spMkLst>
        </pc:spChg>
        <pc:spChg chg="mod">
          <ac:chgData name="Arun Kumar" userId="330eb037-e721-401c-8917-5137b0a9c5a7" providerId="ADAL" clId="{2541A55E-005A-4F7D-A870-75884EF8D0C9}" dt="2026-06-24T05:53:04.620" v="352" actId="1076"/>
          <ac:spMkLst>
            <pc:docMk/>
            <pc:sldMk cId="3453264111" sldId="396"/>
            <ac:spMk id="26" creationId="{583D5ADD-7FBC-3376-60F2-AC379F26BFD6}"/>
          </ac:spMkLst>
        </pc:spChg>
        <pc:spChg chg="mod">
          <ac:chgData name="Arun Kumar" userId="330eb037-e721-401c-8917-5137b0a9c5a7" providerId="ADAL" clId="{2541A55E-005A-4F7D-A870-75884EF8D0C9}" dt="2026-06-24T05:53:04.620" v="352" actId="1076"/>
          <ac:spMkLst>
            <pc:docMk/>
            <pc:sldMk cId="3453264111" sldId="396"/>
            <ac:spMk id="27" creationId="{A93A060D-DD1C-8D91-FA28-50F77B8C7470}"/>
          </ac:spMkLst>
        </pc:spChg>
        <pc:spChg chg="mod">
          <ac:chgData name="Arun Kumar" userId="330eb037-e721-401c-8917-5137b0a9c5a7" providerId="ADAL" clId="{2541A55E-005A-4F7D-A870-75884EF8D0C9}" dt="2026-06-24T05:53:04.620" v="352" actId="1076"/>
          <ac:spMkLst>
            <pc:docMk/>
            <pc:sldMk cId="3453264111" sldId="396"/>
            <ac:spMk id="28" creationId="{568D80C3-B1BC-057B-5DC8-C28B512D7CC6}"/>
          </ac:spMkLst>
        </pc:spChg>
        <pc:spChg chg="mod">
          <ac:chgData name="Arun Kumar" userId="330eb037-e721-401c-8917-5137b0a9c5a7" providerId="ADAL" clId="{2541A55E-005A-4F7D-A870-75884EF8D0C9}" dt="2026-06-24T05:53:04.620" v="352" actId="1076"/>
          <ac:spMkLst>
            <pc:docMk/>
            <pc:sldMk cId="3453264111" sldId="396"/>
            <ac:spMk id="29" creationId="{FC4A7CE3-AC8B-3E60-3EAD-E3DEA6677050}"/>
          </ac:spMkLst>
        </pc:spChg>
        <pc:spChg chg="mod">
          <ac:chgData name="Arun Kumar" userId="330eb037-e721-401c-8917-5137b0a9c5a7" providerId="ADAL" clId="{2541A55E-005A-4F7D-A870-75884EF8D0C9}" dt="2026-06-24T05:53:04.620" v="352" actId="1076"/>
          <ac:spMkLst>
            <pc:docMk/>
            <pc:sldMk cId="3453264111" sldId="396"/>
            <ac:spMk id="30" creationId="{5308DFC5-3EB3-02D5-930E-720028B7003D}"/>
          </ac:spMkLst>
        </pc:spChg>
        <pc:spChg chg="del">
          <ac:chgData name="Arun Kumar" userId="330eb037-e721-401c-8917-5137b0a9c5a7" providerId="ADAL" clId="{2541A55E-005A-4F7D-A870-75884EF8D0C9}" dt="2026-06-24T05:58:17.124" v="504" actId="478"/>
          <ac:spMkLst>
            <pc:docMk/>
            <pc:sldMk cId="3453264111" sldId="396"/>
            <ac:spMk id="31" creationId="{E18A21DB-DA7D-9DDD-26CD-2C3F271090F8}"/>
          </ac:spMkLst>
        </pc:spChg>
        <pc:spChg chg="del">
          <ac:chgData name="Arun Kumar" userId="330eb037-e721-401c-8917-5137b0a9c5a7" providerId="ADAL" clId="{2541A55E-005A-4F7D-A870-75884EF8D0C9}" dt="2026-06-24T05:58:20.363" v="505" actId="478"/>
          <ac:spMkLst>
            <pc:docMk/>
            <pc:sldMk cId="3453264111" sldId="396"/>
            <ac:spMk id="32" creationId="{469A6F3B-D37C-612C-AB15-AC5879081691}"/>
          </ac:spMkLst>
        </pc:spChg>
        <pc:spChg chg="mod">
          <ac:chgData name="Arun Kumar" userId="330eb037-e721-401c-8917-5137b0a9c5a7" providerId="ADAL" clId="{2541A55E-005A-4F7D-A870-75884EF8D0C9}" dt="2026-06-24T05:53:04.620" v="352" actId="1076"/>
          <ac:spMkLst>
            <pc:docMk/>
            <pc:sldMk cId="3453264111" sldId="396"/>
            <ac:spMk id="33" creationId="{1F1FB955-3335-CC3F-D7A8-AB71266CE0FC}"/>
          </ac:spMkLst>
        </pc:spChg>
        <pc:spChg chg="mod">
          <ac:chgData name="Arun Kumar" userId="330eb037-e721-401c-8917-5137b0a9c5a7" providerId="ADAL" clId="{2541A55E-005A-4F7D-A870-75884EF8D0C9}" dt="2026-06-24T05:53:04.620" v="352" actId="1076"/>
          <ac:spMkLst>
            <pc:docMk/>
            <pc:sldMk cId="3453264111" sldId="396"/>
            <ac:spMk id="34" creationId="{F85D1EB3-35AB-7BD5-574E-BF1F3234DA3B}"/>
          </ac:spMkLst>
        </pc:spChg>
        <pc:spChg chg="mod">
          <ac:chgData name="Arun Kumar" userId="330eb037-e721-401c-8917-5137b0a9c5a7" providerId="ADAL" clId="{2541A55E-005A-4F7D-A870-75884EF8D0C9}" dt="2026-06-24T05:53:04.620" v="352" actId="1076"/>
          <ac:spMkLst>
            <pc:docMk/>
            <pc:sldMk cId="3453264111" sldId="396"/>
            <ac:spMk id="35" creationId="{1400F77B-27E4-D76D-F9AA-D780C0F520D6}"/>
          </ac:spMkLst>
        </pc:spChg>
        <pc:spChg chg="mod">
          <ac:chgData name="Arun Kumar" userId="330eb037-e721-401c-8917-5137b0a9c5a7" providerId="ADAL" clId="{2541A55E-005A-4F7D-A870-75884EF8D0C9}" dt="2026-06-24T05:51:11.327" v="247"/>
          <ac:spMkLst>
            <pc:docMk/>
            <pc:sldMk cId="3453264111" sldId="396"/>
            <ac:spMk id="37" creationId="{C180F0EE-2E2D-D550-C8D1-5D4BF6DE575D}"/>
          </ac:spMkLst>
        </pc:spChg>
        <pc:spChg chg="mod">
          <ac:chgData name="Arun Kumar" userId="330eb037-e721-401c-8917-5137b0a9c5a7" providerId="ADAL" clId="{2541A55E-005A-4F7D-A870-75884EF8D0C9}" dt="2026-06-24T05:51:11.327" v="247"/>
          <ac:spMkLst>
            <pc:docMk/>
            <pc:sldMk cId="3453264111" sldId="396"/>
            <ac:spMk id="38" creationId="{BA4AA3BE-48D0-C9F7-C759-1147CAFB701B}"/>
          </ac:spMkLst>
        </pc:spChg>
        <pc:spChg chg="mod">
          <ac:chgData name="Arun Kumar" userId="330eb037-e721-401c-8917-5137b0a9c5a7" providerId="ADAL" clId="{2541A55E-005A-4F7D-A870-75884EF8D0C9}" dt="2026-06-24T05:51:11.327" v="247"/>
          <ac:spMkLst>
            <pc:docMk/>
            <pc:sldMk cId="3453264111" sldId="396"/>
            <ac:spMk id="39" creationId="{957630FF-DAEC-8A90-9AF7-AB5BAD985B97}"/>
          </ac:spMkLst>
        </pc:spChg>
        <pc:spChg chg="mod">
          <ac:chgData name="Arun Kumar" userId="330eb037-e721-401c-8917-5137b0a9c5a7" providerId="ADAL" clId="{2541A55E-005A-4F7D-A870-75884EF8D0C9}" dt="2026-06-24T05:51:11.327" v="247"/>
          <ac:spMkLst>
            <pc:docMk/>
            <pc:sldMk cId="3453264111" sldId="396"/>
            <ac:spMk id="40" creationId="{CC1B79AE-C305-6A08-EE94-2D2589F20F49}"/>
          </ac:spMkLst>
        </pc:spChg>
        <pc:spChg chg="mod">
          <ac:chgData name="Arun Kumar" userId="330eb037-e721-401c-8917-5137b0a9c5a7" providerId="ADAL" clId="{2541A55E-005A-4F7D-A870-75884EF8D0C9}" dt="2026-06-24T05:57:11.865" v="497" actId="207"/>
          <ac:spMkLst>
            <pc:docMk/>
            <pc:sldMk cId="3453264111" sldId="396"/>
            <ac:spMk id="41" creationId="{4D11FCCF-5685-DCF2-9FDF-F47D5F7264CF}"/>
          </ac:spMkLst>
        </pc:spChg>
        <pc:spChg chg="mod">
          <ac:chgData name="Arun Kumar" userId="330eb037-e721-401c-8917-5137b0a9c5a7" providerId="ADAL" clId="{2541A55E-005A-4F7D-A870-75884EF8D0C9}" dt="2026-06-24T05:51:11.327" v="247"/>
          <ac:spMkLst>
            <pc:docMk/>
            <pc:sldMk cId="3453264111" sldId="396"/>
            <ac:spMk id="42" creationId="{EBBC5CD9-5E59-C735-8222-CBCDB61AA164}"/>
          </ac:spMkLst>
        </pc:spChg>
        <pc:spChg chg="mod">
          <ac:chgData name="Arun Kumar" userId="330eb037-e721-401c-8917-5137b0a9c5a7" providerId="ADAL" clId="{2541A55E-005A-4F7D-A870-75884EF8D0C9}" dt="2026-06-24T05:51:11.327" v="247"/>
          <ac:spMkLst>
            <pc:docMk/>
            <pc:sldMk cId="3453264111" sldId="396"/>
            <ac:spMk id="43" creationId="{7F2A798E-004A-A4EF-520E-8793EEACCB3C}"/>
          </ac:spMkLst>
        </pc:spChg>
        <pc:spChg chg="add mod">
          <ac:chgData name="Arun Kumar" userId="330eb037-e721-401c-8917-5137b0a9c5a7" providerId="ADAL" clId="{2541A55E-005A-4F7D-A870-75884EF8D0C9}" dt="2026-06-24T06:01:29.991" v="526" actId="207"/>
          <ac:spMkLst>
            <pc:docMk/>
            <pc:sldMk cId="3453264111" sldId="396"/>
            <ac:spMk id="44" creationId="{76244C03-9C06-F81A-93AD-9FBCC700626D}"/>
          </ac:spMkLst>
        </pc:spChg>
        <pc:spChg chg="add mod">
          <ac:chgData name="Arun Kumar" userId="330eb037-e721-401c-8917-5137b0a9c5a7" providerId="ADAL" clId="{2541A55E-005A-4F7D-A870-75884EF8D0C9}" dt="2026-06-24T06:01:36.445" v="527" actId="207"/>
          <ac:spMkLst>
            <pc:docMk/>
            <pc:sldMk cId="3453264111" sldId="396"/>
            <ac:spMk id="45" creationId="{96236926-AEED-D05A-833F-1809F5800480}"/>
          </ac:spMkLst>
        </pc:spChg>
        <pc:spChg chg="mod">
          <ac:chgData name="Arun Kumar" userId="330eb037-e721-401c-8917-5137b0a9c5a7" providerId="ADAL" clId="{2541A55E-005A-4F7D-A870-75884EF8D0C9}" dt="2026-06-24T05:53:24.435" v="406"/>
          <ac:spMkLst>
            <pc:docMk/>
            <pc:sldMk cId="3453264111" sldId="396"/>
            <ac:spMk id="47" creationId="{6B19A9BF-2DB5-A0A9-DDF5-032C3CEF07D9}"/>
          </ac:spMkLst>
        </pc:spChg>
        <pc:spChg chg="mod">
          <ac:chgData name="Arun Kumar" userId="330eb037-e721-401c-8917-5137b0a9c5a7" providerId="ADAL" clId="{2541A55E-005A-4F7D-A870-75884EF8D0C9}" dt="2026-06-24T05:53:24.435" v="406"/>
          <ac:spMkLst>
            <pc:docMk/>
            <pc:sldMk cId="3453264111" sldId="396"/>
            <ac:spMk id="48" creationId="{D64969E3-54A4-EC41-83F0-2A0F48A4F864}"/>
          </ac:spMkLst>
        </pc:spChg>
        <pc:spChg chg="mod">
          <ac:chgData name="Arun Kumar" userId="330eb037-e721-401c-8917-5137b0a9c5a7" providerId="ADAL" clId="{2541A55E-005A-4F7D-A870-75884EF8D0C9}" dt="2026-06-24T05:53:24.435" v="406"/>
          <ac:spMkLst>
            <pc:docMk/>
            <pc:sldMk cId="3453264111" sldId="396"/>
            <ac:spMk id="49" creationId="{4AEE4A86-EB9E-A2F4-1F54-C3B2A542A59B}"/>
          </ac:spMkLst>
        </pc:spChg>
        <pc:spChg chg="mod">
          <ac:chgData name="Arun Kumar" userId="330eb037-e721-401c-8917-5137b0a9c5a7" providerId="ADAL" clId="{2541A55E-005A-4F7D-A870-75884EF8D0C9}" dt="2026-06-24T05:53:24.435" v="406"/>
          <ac:spMkLst>
            <pc:docMk/>
            <pc:sldMk cId="3453264111" sldId="396"/>
            <ac:spMk id="50" creationId="{4A5C9B8F-6E5A-AEE6-E8BC-1D4C04B10455}"/>
          </ac:spMkLst>
        </pc:spChg>
        <pc:spChg chg="mod">
          <ac:chgData name="Arun Kumar" userId="330eb037-e721-401c-8917-5137b0a9c5a7" providerId="ADAL" clId="{2541A55E-005A-4F7D-A870-75884EF8D0C9}" dt="2026-06-24T05:53:24.435" v="406"/>
          <ac:spMkLst>
            <pc:docMk/>
            <pc:sldMk cId="3453264111" sldId="396"/>
            <ac:spMk id="51" creationId="{F52E9FC5-0CA0-A96E-95A3-2297AB665A0A}"/>
          </ac:spMkLst>
        </pc:spChg>
        <pc:spChg chg="mod">
          <ac:chgData name="Arun Kumar" userId="330eb037-e721-401c-8917-5137b0a9c5a7" providerId="ADAL" clId="{2541A55E-005A-4F7D-A870-75884EF8D0C9}" dt="2026-06-24T05:53:24.435" v="406"/>
          <ac:spMkLst>
            <pc:docMk/>
            <pc:sldMk cId="3453264111" sldId="396"/>
            <ac:spMk id="52" creationId="{188D181C-292E-546A-163B-6EDE3CFFC5A9}"/>
          </ac:spMkLst>
        </pc:spChg>
        <pc:spChg chg="mod">
          <ac:chgData name="Arun Kumar" userId="330eb037-e721-401c-8917-5137b0a9c5a7" providerId="ADAL" clId="{2541A55E-005A-4F7D-A870-75884EF8D0C9}" dt="2026-06-24T05:53:24.435" v="406"/>
          <ac:spMkLst>
            <pc:docMk/>
            <pc:sldMk cId="3453264111" sldId="396"/>
            <ac:spMk id="53" creationId="{A038B696-3D80-9488-697E-281CEBBD8268}"/>
          </ac:spMkLst>
        </pc:spChg>
        <pc:spChg chg="mod">
          <ac:chgData name="Arun Kumar" userId="330eb037-e721-401c-8917-5137b0a9c5a7" providerId="ADAL" clId="{2541A55E-005A-4F7D-A870-75884EF8D0C9}" dt="2026-06-24T05:54:54.345" v="470"/>
          <ac:spMkLst>
            <pc:docMk/>
            <pc:sldMk cId="3453264111" sldId="396"/>
            <ac:spMk id="55" creationId="{0A2EBB74-CDD4-D467-05E2-CD55DCA173FC}"/>
          </ac:spMkLst>
        </pc:spChg>
        <pc:spChg chg="mod">
          <ac:chgData name="Arun Kumar" userId="330eb037-e721-401c-8917-5137b0a9c5a7" providerId="ADAL" clId="{2541A55E-005A-4F7D-A870-75884EF8D0C9}" dt="2026-06-24T05:57:37.304" v="499" actId="207"/>
          <ac:spMkLst>
            <pc:docMk/>
            <pc:sldMk cId="3453264111" sldId="396"/>
            <ac:spMk id="56" creationId="{7C6DF9B9-8131-41D1-BC88-005FF9EEA394}"/>
          </ac:spMkLst>
        </pc:spChg>
        <pc:spChg chg="mod">
          <ac:chgData name="Arun Kumar" userId="330eb037-e721-401c-8917-5137b0a9c5a7" providerId="ADAL" clId="{2541A55E-005A-4F7D-A870-75884EF8D0C9}" dt="2026-06-24T05:58:09.253" v="502" actId="207"/>
          <ac:spMkLst>
            <pc:docMk/>
            <pc:sldMk cId="3453264111" sldId="396"/>
            <ac:spMk id="57" creationId="{EB399E54-53B8-1CDA-5DB6-C1D5F6757F16}"/>
          </ac:spMkLst>
        </pc:spChg>
        <pc:spChg chg="mod">
          <ac:chgData name="Arun Kumar" userId="330eb037-e721-401c-8917-5137b0a9c5a7" providerId="ADAL" clId="{2541A55E-005A-4F7D-A870-75884EF8D0C9}" dt="2026-06-24T05:57:47.967" v="500" actId="207"/>
          <ac:spMkLst>
            <pc:docMk/>
            <pc:sldMk cId="3453264111" sldId="396"/>
            <ac:spMk id="58" creationId="{023DE8C7-ED55-741D-0647-3F9B077FBFC2}"/>
          </ac:spMkLst>
        </pc:spChg>
        <pc:spChg chg="mod">
          <ac:chgData name="Arun Kumar" userId="330eb037-e721-401c-8917-5137b0a9c5a7" providerId="ADAL" clId="{2541A55E-005A-4F7D-A870-75884EF8D0C9}" dt="2026-06-24T05:54:54.345" v="470"/>
          <ac:spMkLst>
            <pc:docMk/>
            <pc:sldMk cId="3453264111" sldId="396"/>
            <ac:spMk id="59" creationId="{93A72ABE-EF2E-33E2-6E4E-5302A9B3F6B4}"/>
          </ac:spMkLst>
        </pc:spChg>
        <pc:spChg chg="mod">
          <ac:chgData name="Arun Kumar" userId="330eb037-e721-401c-8917-5137b0a9c5a7" providerId="ADAL" clId="{2541A55E-005A-4F7D-A870-75884EF8D0C9}" dt="2026-06-24T05:54:54.345" v="470"/>
          <ac:spMkLst>
            <pc:docMk/>
            <pc:sldMk cId="3453264111" sldId="396"/>
            <ac:spMk id="60" creationId="{AABB243F-A9CB-173E-487F-0E072FEB5270}"/>
          </ac:spMkLst>
        </pc:spChg>
        <pc:spChg chg="mod">
          <ac:chgData name="Arun Kumar" userId="330eb037-e721-401c-8917-5137b0a9c5a7" providerId="ADAL" clId="{2541A55E-005A-4F7D-A870-75884EF8D0C9}" dt="2026-06-24T05:54:54.345" v="470"/>
          <ac:spMkLst>
            <pc:docMk/>
            <pc:sldMk cId="3453264111" sldId="396"/>
            <ac:spMk id="61" creationId="{937E3648-156D-3A19-C83A-A1FD5FC61326}"/>
          </ac:spMkLst>
        </pc:spChg>
        <pc:grpChg chg="add mod">
          <ac:chgData name="Arun Kumar" userId="330eb037-e721-401c-8917-5137b0a9c5a7" providerId="ADAL" clId="{2541A55E-005A-4F7D-A870-75884EF8D0C9}" dt="2026-06-24T05:57:23.406" v="498" actId="207"/>
          <ac:grpSpMkLst>
            <pc:docMk/>
            <pc:sldMk cId="3453264111" sldId="396"/>
            <ac:grpSpMk id="18" creationId="{CC59FC37-C1A1-E504-23A0-24A2FE0C59F6}"/>
          </ac:grpSpMkLst>
        </pc:grpChg>
        <pc:grpChg chg="add mod">
          <ac:chgData name="Arun Kumar" userId="330eb037-e721-401c-8917-5137b0a9c5a7" providerId="ADAL" clId="{2541A55E-005A-4F7D-A870-75884EF8D0C9}" dt="2026-06-24T05:53:16.655" v="402" actId="1035"/>
          <ac:grpSpMkLst>
            <pc:docMk/>
            <pc:sldMk cId="3453264111" sldId="396"/>
            <ac:grpSpMk id="36" creationId="{379DC3F3-7C2E-FEC6-3333-867120DFF3D2}"/>
          </ac:grpSpMkLst>
        </pc:grpChg>
        <pc:grpChg chg="add del mod">
          <ac:chgData name="Arun Kumar" userId="330eb037-e721-401c-8917-5137b0a9c5a7" providerId="ADAL" clId="{2541A55E-005A-4F7D-A870-75884EF8D0C9}" dt="2026-06-24T05:54:53.854" v="469" actId="478"/>
          <ac:grpSpMkLst>
            <pc:docMk/>
            <pc:sldMk cId="3453264111" sldId="396"/>
            <ac:grpSpMk id="46" creationId="{22ED1295-FC2A-52B0-6257-8C6B656483E5}"/>
          </ac:grpSpMkLst>
        </pc:grpChg>
        <pc:grpChg chg="add mod">
          <ac:chgData name="Arun Kumar" userId="330eb037-e721-401c-8917-5137b0a9c5a7" providerId="ADAL" clId="{2541A55E-005A-4F7D-A870-75884EF8D0C9}" dt="2026-06-24T06:01:42.337" v="528" actId="1076"/>
          <ac:grpSpMkLst>
            <pc:docMk/>
            <pc:sldMk cId="3453264111" sldId="396"/>
            <ac:grpSpMk id="54" creationId="{0E99BA47-F1F7-0B32-E75E-31277A7FF811}"/>
          </ac:grpSpMkLst>
        </pc:grpChg>
        <pc:picChg chg="add mod ord">
          <ac:chgData name="Arun Kumar" userId="330eb037-e721-401c-8917-5137b0a9c5a7" providerId="ADAL" clId="{2541A55E-005A-4F7D-A870-75884EF8D0C9}" dt="2026-06-24T05:52:59.541" v="351" actId="1076"/>
          <ac:picMkLst>
            <pc:docMk/>
            <pc:sldMk cId="3453264111" sldId="396"/>
            <ac:picMk id="11" creationId="{564605D7-A569-19A1-1889-B849372FBB89}"/>
          </ac:picMkLst>
        </pc:picChg>
        <pc:picChg chg="add del mod">
          <ac:chgData name="Arun Kumar" userId="330eb037-e721-401c-8917-5137b0a9c5a7" providerId="ADAL" clId="{2541A55E-005A-4F7D-A870-75884EF8D0C9}" dt="2026-06-24T05:48:06.566" v="238" actId="478"/>
          <ac:picMkLst>
            <pc:docMk/>
            <pc:sldMk cId="3453264111" sldId="396"/>
            <ac:picMk id="16" creationId="{2CC2F0B6-B9BF-078B-5316-0EB2836A026C}"/>
          </ac:picMkLst>
        </pc:picChg>
      </pc:sldChg>
      <pc:sldChg chg="del">
        <pc:chgData name="Arun Kumar" userId="330eb037-e721-401c-8917-5137b0a9c5a7" providerId="ADAL" clId="{2541A55E-005A-4F7D-A870-75884EF8D0C9}" dt="2026-06-24T07:08:57.197" v="1133" actId="47"/>
        <pc:sldMkLst>
          <pc:docMk/>
          <pc:sldMk cId="3867577898" sldId="397"/>
        </pc:sldMkLst>
      </pc:sldChg>
      <pc:sldChg chg="del">
        <pc:chgData name="Arun Kumar" userId="330eb037-e721-401c-8917-5137b0a9c5a7" providerId="ADAL" clId="{2541A55E-005A-4F7D-A870-75884EF8D0C9}" dt="2026-06-24T07:08:57.197" v="1133" actId="47"/>
        <pc:sldMkLst>
          <pc:docMk/>
          <pc:sldMk cId="2276625913" sldId="398"/>
        </pc:sldMkLst>
      </pc:sldChg>
      <pc:sldChg chg="del">
        <pc:chgData name="Arun Kumar" userId="330eb037-e721-401c-8917-5137b0a9c5a7" providerId="ADAL" clId="{2541A55E-005A-4F7D-A870-75884EF8D0C9}" dt="2026-06-24T07:08:57.197" v="1133" actId="47"/>
        <pc:sldMkLst>
          <pc:docMk/>
          <pc:sldMk cId="2958638453" sldId="399"/>
        </pc:sldMkLst>
      </pc:sldChg>
      <pc:sldChg chg="del">
        <pc:chgData name="Arun Kumar" userId="330eb037-e721-401c-8917-5137b0a9c5a7" providerId="ADAL" clId="{2541A55E-005A-4F7D-A870-75884EF8D0C9}" dt="2026-06-24T07:08:57.197" v="1133" actId="47"/>
        <pc:sldMkLst>
          <pc:docMk/>
          <pc:sldMk cId="716899375" sldId="400"/>
        </pc:sldMkLst>
      </pc:sldChg>
      <pc:sldChg chg="del">
        <pc:chgData name="Arun Kumar" userId="330eb037-e721-401c-8917-5137b0a9c5a7" providerId="ADAL" clId="{2541A55E-005A-4F7D-A870-75884EF8D0C9}" dt="2026-06-24T07:08:57.197" v="1133" actId="47"/>
        <pc:sldMkLst>
          <pc:docMk/>
          <pc:sldMk cId="658106171" sldId="401"/>
        </pc:sldMkLst>
      </pc:sldChg>
      <pc:sldChg chg="addSp modSp del">
        <pc:chgData name="Arun Kumar" userId="330eb037-e721-401c-8917-5137b0a9c5a7" providerId="ADAL" clId="{2541A55E-005A-4F7D-A870-75884EF8D0C9}" dt="2026-06-24T07:08:57.197" v="1133" actId="47"/>
        <pc:sldMkLst>
          <pc:docMk/>
          <pc:sldMk cId="1838261284" sldId="402"/>
        </pc:sldMkLst>
        <pc:spChg chg="mod">
          <ac:chgData name="Arun Kumar" userId="330eb037-e721-401c-8917-5137b0a9c5a7" providerId="ADAL" clId="{2541A55E-005A-4F7D-A870-75884EF8D0C9}" dt="2026-06-24T05:51:04.456" v="246"/>
          <ac:spMkLst>
            <pc:docMk/>
            <pc:sldMk cId="1838261284" sldId="402"/>
            <ac:spMk id="4" creationId="{CF1AF453-DFF2-26D0-A2ED-55F3FE93B4C0}"/>
          </ac:spMkLst>
        </pc:spChg>
        <pc:spChg chg="mod">
          <ac:chgData name="Arun Kumar" userId="330eb037-e721-401c-8917-5137b0a9c5a7" providerId="ADAL" clId="{2541A55E-005A-4F7D-A870-75884EF8D0C9}" dt="2026-06-24T05:51:04.456" v="246"/>
          <ac:spMkLst>
            <pc:docMk/>
            <pc:sldMk cId="1838261284" sldId="402"/>
            <ac:spMk id="5" creationId="{248FF68A-3003-A8D9-B922-2B9CD7C20E12}"/>
          </ac:spMkLst>
        </pc:spChg>
        <pc:spChg chg="mod">
          <ac:chgData name="Arun Kumar" userId="330eb037-e721-401c-8917-5137b0a9c5a7" providerId="ADAL" clId="{2541A55E-005A-4F7D-A870-75884EF8D0C9}" dt="2026-06-24T05:51:04.456" v="246"/>
          <ac:spMkLst>
            <pc:docMk/>
            <pc:sldMk cId="1838261284" sldId="402"/>
            <ac:spMk id="6" creationId="{CA433D8A-FEBE-BBB2-7B93-78A9F4D52582}"/>
          </ac:spMkLst>
        </pc:spChg>
        <pc:spChg chg="mod">
          <ac:chgData name="Arun Kumar" userId="330eb037-e721-401c-8917-5137b0a9c5a7" providerId="ADAL" clId="{2541A55E-005A-4F7D-A870-75884EF8D0C9}" dt="2026-06-24T05:51:04.456" v="246"/>
          <ac:spMkLst>
            <pc:docMk/>
            <pc:sldMk cId="1838261284" sldId="402"/>
            <ac:spMk id="17" creationId="{270EA546-64F7-966A-9CD9-A96AC16B94BF}"/>
          </ac:spMkLst>
        </pc:spChg>
        <pc:spChg chg="mod">
          <ac:chgData name="Arun Kumar" userId="330eb037-e721-401c-8917-5137b0a9c5a7" providerId="ADAL" clId="{2541A55E-005A-4F7D-A870-75884EF8D0C9}" dt="2026-06-24T05:51:04.456" v="246"/>
          <ac:spMkLst>
            <pc:docMk/>
            <pc:sldMk cId="1838261284" sldId="402"/>
            <ac:spMk id="26" creationId="{DACDC071-AD6D-06E4-15AE-32A684E15439}"/>
          </ac:spMkLst>
        </pc:spChg>
        <pc:spChg chg="mod">
          <ac:chgData name="Arun Kumar" userId="330eb037-e721-401c-8917-5137b0a9c5a7" providerId="ADAL" clId="{2541A55E-005A-4F7D-A870-75884EF8D0C9}" dt="2026-06-24T05:51:04.456" v="246"/>
          <ac:spMkLst>
            <pc:docMk/>
            <pc:sldMk cId="1838261284" sldId="402"/>
            <ac:spMk id="27" creationId="{FB97C464-1120-3F16-FEAB-E33A2B1C9F7B}"/>
          </ac:spMkLst>
        </pc:spChg>
        <pc:spChg chg="mod">
          <ac:chgData name="Arun Kumar" userId="330eb037-e721-401c-8917-5137b0a9c5a7" providerId="ADAL" clId="{2541A55E-005A-4F7D-A870-75884EF8D0C9}" dt="2026-06-24T05:51:04.456" v="246"/>
          <ac:spMkLst>
            <pc:docMk/>
            <pc:sldMk cId="1838261284" sldId="402"/>
            <ac:spMk id="28" creationId="{A50882E4-542B-3FF6-383B-DDCE89750ED7}"/>
          </ac:spMkLst>
        </pc:spChg>
        <pc:grpChg chg="add mod">
          <ac:chgData name="Arun Kumar" userId="330eb037-e721-401c-8917-5137b0a9c5a7" providerId="ADAL" clId="{2541A55E-005A-4F7D-A870-75884EF8D0C9}" dt="2026-06-24T05:51:04.456" v="246"/>
          <ac:grpSpMkLst>
            <pc:docMk/>
            <pc:sldMk cId="1838261284" sldId="402"/>
            <ac:grpSpMk id="3" creationId="{85816EF7-AA88-A8B8-D475-683CDE2B0D64}"/>
          </ac:grpSpMkLst>
        </pc:grpChg>
      </pc:sldChg>
      <pc:sldChg chg="del">
        <pc:chgData name="Arun Kumar" userId="330eb037-e721-401c-8917-5137b0a9c5a7" providerId="ADAL" clId="{2541A55E-005A-4F7D-A870-75884EF8D0C9}" dt="2026-06-24T07:08:57.197" v="1133" actId="47"/>
        <pc:sldMkLst>
          <pc:docMk/>
          <pc:sldMk cId="3745582871" sldId="403"/>
        </pc:sldMkLst>
      </pc:sldChg>
      <pc:sldChg chg="del">
        <pc:chgData name="Arun Kumar" userId="330eb037-e721-401c-8917-5137b0a9c5a7" providerId="ADAL" clId="{2541A55E-005A-4F7D-A870-75884EF8D0C9}" dt="2026-06-24T07:08:57.197" v="1133" actId="47"/>
        <pc:sldMkLst>
          <pc:docMk/>
          <pc:sldMk cId="687136143" sldId="404"/>
        </pc:sldMkLst>
      </pc:sldChg>
      <pc:sldChg chg="del">
        <pc:chgData name="Arun Kumar" userId="330eb037-e721-401c-8917-5137b0a9c5a7" providerId="ADAL" clId="{2541A55E-005A-4F7D-A870-75884EF8D0C9}" dt="2026-06-24T07:08:57.197" v="1133" actId="47"/>
        <pc:sldMkLst>
          <pc:docMk/>
          <pc:sldMk cId="976153447" sldId="405"/>
        </pc:sldMkLst>
      </pc:sldChg>
      <pc:sldChg chg="del">
        <pc:chgData name="Arun Kumar" userId="330eb037-e721-401c-8917-5137b0a9c5a7" providerId="ADAL" clId="{2541A55E-005A-4F7D-A870-75884EF8D0C9}" dt="2026-06-24T07:08:57.197" v="1133" actId="47"/>
        <pc:sldMkLst>
          <pc:docMk/>
          <pc:sldMk cId="2800693413" sldId="406"/>
        </pc:sldMkLst>
      </pc:sldChg>
      <pc:sldChg chg="del">
        <pc:chgData name="Arun Kumar" userId="330eb037-e721-401c-8917-5137b0a9c5a7" providerId="ADAL" clId="{2541A55E-005A-4F7D-A870-75884EF8D0C9}" dt="2026-06-24T07:08:57.197" v="1133" actId="47"/>
        <pc:sldMkLst>
          <pc:docMk/>
          <pc:sldMk cId="854358489" sldId="407"/>
        </pc:sldMkLst>
      </pc:sldChg>
      <pc:sldChg chg="del">
        <pc:chgData name="Arun Kumar" userId="330eb037-e721-401c-8917-5137b0a9c5a7" providerId="ADAL" clId="{2541A55E-005A-4F7D-A870-75884EF8D0C9}" dt="2026-06-24T07:08:57.197" v="1133" actId="47"/>
        <pc:sldMkLst>
          <pc:docMk/>
          <pc:sldMk cId="3396965186" sldId="408"/>
        </pc:sldMkLst>
      </pc:sldChg>
      <pc:sldChg chg="del">
        <pc:chgData name="Arun Kumar" userId="330eb037-e721-401c-8917-5137b0a9c5a7" providerId="ADAL" clId="{2541A55E-005A-4F7D-A870-75884EF8D0C9}" dt="2026-06-24T07:08:57.197" v="1133" actId="47"/>
        <pc:sldMkLst>
          <pc:docMk/>
          <pc:sldMk cId="2730919474" sldId="409"/>
        </pc:sldMkLst>
      </pc:sldChg>
      <pc:sldChg chg="del">
        <pc:chgData name="Arun Kumar" userId="330eb037-e721-401c-8917-5137b0a9c5a7" providerId="ADAL" clId="{2541A55E-005A-4F7D-A870-75884EF8D0C9}" dt="2026-06-24T07:08:57.197" v="1133" actId="47"/>
        <pc:sldMkLst>
          <pc:docMk/>
          <pc:sldMk cId="3822143004" sldId="9740"/>
        </pc:sldMkLst>
      </pc:sldChg>
      <pc:sldChg chg="del">
        <pc:chgData name="Arun Kumar" userId="330eb037-e721-401c-8917-5137b0a9c5a7" providerId="ADAL" clId="{2541A55E-005A-4F7D-A870-75884EF8D0C9}" dt="2026-06-24T07:08:57.197" v="1133" actId="47"/>
        <pc:sldMkLst>
          <pc:docMk/>
          <pc:sldMk cId="2732803" sldId="9741"/>
        </pc:sldMkLst>
      </pc:sldChg>
      <pc:sldChg chg="del">
        <pc:chgData name="Arun Kumar" userId="330eb037-e721-401c-8917-5137b0a9c5a7" providerId="ADAL" clId="{2541A55E-005A-4F7D-A870-75884EF8D0C9}" dt="2026-06-24T07:08:57.197" v="1133" actId="47"/>
        <pc:sldMkLst>
          <pc:docMk/>
          <pc:sldMk cId="3478406136" sldId="9742"/>
        </pc:sldMkLst>
      </pc:sldChg>
      <pc:sldChg chg="del">
        <pc:chgData name="Arun Kumar" userId="330eb037-e721-401c-8917-5137b0a9c5a7" providerId="ADAL" clId="{2541A55E-005A-4F7D-A870-75884EF8D0C9}" dt="2026-06-24T07:08:57.197" v="1133" actId="47"/>
        <pc:sldMkLst>
          <pc:docMk/>
          <pc:sldMk cId="1367233333" sldId="9743"/>
        </pc:sldMkLst>
      </pc:sldChg>
      <pc:sldChg chg="del">
        <pc:chgData name="Arun Kumar" userId="330eb037-e721-401c-8917-5137b0a9c5a7" providerId="ADAL" clId="{2541A55E-005A-4F7D-A870-75884EF8D0C9}" dt="2026-06-24T07:08:57.197" v="1133" actId="47"/>
        <pc:sldMkLst>
          <pc:docMk/>
          <pc:sldMk cId="671099088" sldId="9745"/>
        </pc:sldMkLst>
      </pc:sldChg>
      <pc:sldChg chg="del">
        <pc:chgData name="Arun Kumar" userId="330eb037-e721-401c-8917-5137b0a9c5a7" providerId="ADAL" clId="{2541A55E-005A-4F7D-A870-75884EF8D0C9}" dt="2026-06-24T07:08:57.197" v="1133" actId="47"/>
        <pc:sldMkLst>
          <pc:docMk/>
          <pc:sldMk cId="4028819167" sldId="9747"/>
        </pc:sldMkLst>
      </pc:sldChg>
      <pc:sldChg chg="del">
        <pc:chgData name="Arun Kumar" userId="330eb037-e721-401c-8917-5137b0a9c5a7" providerId="ADAL" clId="{2541A55E-005A-4F7D-A870-75884EF8D0C9}" dt="2026-06-24T07:08:57.197" v="1133" actId="47"/>
        <pc:sldMkLst>
          <pc:docMk/>
          <pc:sldMk cId="3273712439" sldId="9750"/>
        </pc:sldMkLst>
      </pc:sldChg>
      <pc:sldChg chg="del">
        <pc:chgData name="Arun Kumar" userId="330eb037-e721-401c-8917-5137b0a9c5a7" providerId="ADAL" clId="{2541A55E-005A-4F7D-A870-75884EF8D0C9}" dt="2026-06-24T07:08:57.197" v="1133" actId="47"/>
        <pc:sldMkLst>
          <pc:docMk/>
          <pc:sldMk cId="3676508909" sldId="9751"/>
        </pc:sldMkLst>
      </pc:sldChg>
      <pc:sldChg chg="delSp modSp add mod">
        <pc:chgData name="Arun Kumar" userId="330eb037-e721-401c-8917-5137b0a9c5a7" providerId="ADAL" clId="{2541A55E-005A-4F7D-A870-75884EF8D0C9}" dt="2026-06-24T05:35:56.042" v="108" actId="20577"/>
        <pc:sldMkLst>
          <pc:docMk/>
          <pc:sldMk cId="1129519578" sldId="9752"/>
        </pc:sldMkLst>
        <pc:spChg chg="mod">
          <ac:chgData name="Arun Kumar" userId="330eb037-e721-401c-8917-5137b0a9c5a7" providerId="ADAL" clId="{2541A55E-005A-4F7D-A870-75884EF8D0C9}" dt="2026-06-24T05:35:56.042" v="108" actId="20577"/>
          <ac:spMkLst>
            <pc:docMk/>
            <pc:sldMk cId="1129519578" sldId="9752"/>
            <ac:spMk id="3" creationId="{080C24F8-2060-19AA-2B79-4CC6C40B0335}"/>
          </ac:spMkLst>
        </pc:spChg>
        <pc:spChg chg="del">
          <ac:chgData name="Arun Kumar" userId="330eb037-e721-401c-8917-5137b0a9c5a7" providerId="ADAL" clId="{2541A55E-005A-4F7D-A870-75884EF8D0C9}" dt="2026-06-24T05:35:23.356" v="85" actId="478"/>
          <ac:spMkLst>
            <pc:docMk/>
            <pc:sldMk cId="1129519578" sldId="9752"/>
            <ac:spMk id="4" creationId="{58308B9C-264F-F2E7-BC8C-B9F7F6CD8939}"/>
          </ac:spMkLst>
        </pc:spChg>
        <pc:spChg chg="mod">
          <ac:chgData name="Arun Kumar" userId="330eb037-e721-401c-8917-5137b0a9c5a7" providerId="ADAL" clId="{2541A55E-005A-4F7D-A870-75884EF8D0C9}" dt="2026-06-24T05:35:18.070" v="84" actId="20577"/>
          <ac:spMkLst>
            <pc:docMk/>
            <pc:sldMk cId="1129519578" sldId="9752"/>
            <ac:spMk id="6" creationId="{36BBCFF8-6D17-0312-A42E-D75509877018}"/>
          </ac:spMkLst>
        </pc:spChg>
        <pc:spChg chg="del">
          <ac:chgData name="Arun Kumar" userId="330eb037-e721-401c-8917-5137b0a9c5a7" providerId="ADAL" clId="{2541A55E-005A-4F7D-A870-75884EF8D0C9}" dt="2026-06-24T05:35:23.356" v="85" actId="478"/>
          <ac:spMkLst>
            <pc:docMk/>
            <pc:sldMk cId="1129519578" sldId="9752"/>
            <ac:spMk id="10" creationId="{1BF826BA-B51C-2E49-F238-38370B2A06BA}"/>
          </ac:spMkLst>
        </pc:spChg>
        <pc:spChg chg="mod">
          <ac:chgData name="Arun Kumar" userId="330eb037-e721-401c-8917-5137b0a9c5a7" providerId="ADAL" clId="{2541A55E-005A-4F7D-A870-75884EF8D0C9}" dt="2026-06-24T05:35:30.884" v="86" actId="207"/>
          <ac:spMkLst>
            <pc:docMk/>
            <pc:sldMk cId="1129519578" sldId="9752"/>
            <ac:spMk id="24" creationId="{1DA47052-37BC-1517-DEFD-156D5F1958C6}"/>
          </ac:spMkLst>
        </pc:spChg>
      </pc:sldChg>
      <pc:sldChg chg="modSp new del mod">
        <pc:chgData name="Arun Kumar" userId="330eb037-e721-401c-8917-5137b0a9c5a7" providerId="ADAL" clId="{2541A55E-005A-4F7D-A870-75884EF8D0C9}" dt="2026-06-24T07:08:57.197" v="1133" actId="47"/>
        <pc:sldMkLst>
          <pc:docMk/>
          <pc:sldMk cId="3391372167" sldId="9753"/>
        </pc:sldMkLst>
        <pc:spChg chg="mod">
          <ac:chgData name="Arun Kumar" userId="330eb037-e721-401c-8917-5137b0a9c5a7" providerId="ADAL" clId="{2541A55E-005A-4F7D-A870-75884EF8D0C9}" dt="2026-06-24T06:55:00.939" v="951" actId="14100"/>
          <ac:spMkLst>
            <pc:docMk/>
            <pc:sldMk cId="3391372167" sldId="9753"/>
            <ac:spMk id="2" creationId="{2DF534E3-80FD-3E41-097D-99E2D0AE23EF}"/>
          </ac:spMkLst>
        </pc:spChg>
      </pc:sldChg>
      <pc:sldChg chg="modSp new del mod">
        <pc:chgData name="Arun Kumar" userId="330eb037-e721-401c-8917-5137b0a9c5a7" providerId="ADAL" clId="{2541A55E-005A-4F7D-A870-75884EF8D0C9}" dt="2026-06-24T07:08:57.197" v="1133" actId="47"/>
        <pc:sldMkLst>
          <pc:docMk/>
          <pc:sldMk cId="690845258" sldId="9754"/>
        </pc:sldMkLst>
        <pc:spChg chg="mod">
          <ac:chgData name="Arun Kumar" userId="330eb037-e721-401c-8917-5137b0a9c5a7" providerId="ADAL" clId="{2541A55E-005A-4F7D-A870-75884EF8D0C9}" dt="2026-06-24T06:11:03.861" v="783" actId="14100"/>
          <ac:spMkLst>
            <pc:docMk/>
            <pc:sldMk cId="690845258" sldId="9754"/>
            <ac:spMk id="3" creationId="{5282A2E3-8D20-1190-15FE-B3FD4531AA2B}"/>
          </ac:spMkLst>
        </pc:spChg>
      </pc:sldChg>
      <pc:sldChg chg="addSp delSp modSp add del mod">
        <pc:chgData name="Arun Kumar" userId="330eb037-e721-401c-8917-5137b0a9c5a7" providerId="ADAL" clId="{2541A55E-005A-4F7D-A870-75884EF8D0C9}" dt="2026-06-24T07:08:57.197" v="1133" actId="47"/>
        <pc:sldMkLst>
          <pc:docMk/>
          <pc:sldMk cId="280565705" sldId="9755"/>
        </pc:sldMkLst>
        <pc:spChg chg="add mod">
          <ac:chgData name="Arun Kumar" userId="330eb037-e721-401c-8917-5137b0a9c5a7" providerId="ADAL" clId="{2541A55E-005A-4F7D-A870-75884EF8D0C9}" dt="2026-06-24T06:04:58.509" v="599"/>
          <ac:spMkLst>
            <pc:docMk/>
            <pc:sldMk cId="280565705" sldId="9755"/>
            <ac:spMk id="2" creationId="{FF037CBD-6CEA-7E99-8145-6FED0AB9D9FB}"/>
          </ac:spMkLst>
        </pc:spChg>
        <pc:spChg chg="add mod">
          <ac:chgData name="Arun Kumar" userId="330eb037-e721-401c-8917-5137b0a9c5a7" providerId="ADAL" clId="{2541A55E-005A-4F7D-A870-75884EF8D0C9}" dt="2026-06-24T06:05:00.730" v="600"/>
          <ac:spMkLst>
            <pc:docMk/>
            <pc:sldMk cId="280565705" sldId="9755"/>
            <ac:spMk id="3" creationId="{417F9370-2C36-D4B5-BF6D-1D50FEEDD9FC}"/>
          </ac:spMkLst>
        </pc:spChg>
        <pc:spChg chg="add mod">
          <ac:chgData name="Arun Kumar" userId="330eb037-e721-401c-8917-5137b0a9c5a7" providerId="ADAL" clId="{2541A55E-005A-4F7D-A870-75884EF8D0C9}" dt="2026-06-24T06:04:58.509" v="599"/>
          <ac:spMkLst>
            <pc:docMk/>
            <pc:sldMk cId="280565705" sldId="9755"/>
            <ac:spMk id="4" creationId="{9906FE61-30F7-12B0-28F2-44F750269EB1}"/>
          </ac:spMkLst>
        </pc:spChg>
        <pc:spChg chg="add mod">
          <ac:chgData name="Arun Kumar" userId="330eb037-e721-401c-8917-5137b0a9c5a7" providerId="ADAL" clId="{2541A55E-005A-4F7D-A870-75884EF8D0C9}" dt="2026-06-24T06:05:00.730" v="600"/>
          <ac:spMkLst>
            <pc:docMk/>
            <pc:sldMk cId="280565705" sldId="9755"/>
            <ac:spMk id="5" creationId="{7B205589-3996-B76C-15ED-214E8070F15F}"/>
          </ac:spMkLst>
        </pc:spChg>
        <pc:spChg chg="mod">
          <ac:chgData name="Arun Kumar" userId="330eb037-e721-401c-8917-5137b0a9c5a7" providerId="ADAL" clId="{2541A55E-005A-4F7D-A870-75884EF8D0C9}" dt="2026-06-24T06:03:47.282" v="539" actId="14100"/>
          <ac:spMkLst>
            <pc:docMk/>
            <pc:sldMk cId="280565705" sldId="9755"/>
            <ac:spMk id="6" creationId="{BBBF440D-5022-A908-9AFA-2BA538D6D0DE}"/>
          </ac:spMkLst>
        </pc:spChg>
        <pc:spChg chg="add mod">
          <ac:chgData name="Arun Kumar" userId="330eb037-e721-401c-8917-5137b0a9c5a7" providerId="ADAL" clId="{2541A55E-005A-4F7D-A870-75884EF8D0C9}" dt="2026-06-24T06:04:58.509" v="599"/>
          <ac:spMkLst>
            <pc:docMk/>
            <pc:sldMk cId="280565705" sldId="9755"/>
            <ac:spMk id="8" creationId="{898B4B6E-89FB-B80A-48DB-A489EC6E983B}"/>
          </ac:spMkLst>
        </pc:spChg>
        <pc:spChg chg="add mod">
          <ac:chgData name="Arun Kumar" userId="330eb037-e721-401c-8917-5137b0a9c5a7" providerId="ADAL" clId="{2541A55E-005A-4F7D-A870-75884EF8D0C9}" dt="2026-06-24T06:05:00.730" v="600"/>
          <ac:spMkLst>
            <pc:docMk/>
            <pc:sldMk cId="280565705" sldId="9755"/>
            <ac:spMk id="9" creationId="{C5CC6FE3-555E-62EF-ABE0-B1AF26B487F9}"/>
          </ac:spMkLst>
        </pc:spChg>
        <pc:spChg chg="add mod">
          <ac:chgData name="Arun Kumar" userId="330eb037-e721-401c-8917-5137b0a9c5a7" providerId="ADAL" clId="{2541A55E-005A-4F7D-A870-75884EF8D0C9}" dt="2026-06-24T06:05:19.189" v="605"/>
          <ac:spMkLst>
            <pc:docMk/>
            <pc:sldMk cId="280565705" sldId="9755"/>
            <ac:spMk id="10" creationId="{9906FE61-30F7-12B0-28F2-44F750269EB1}"/>
          </ac:spMkLst>
        </pc:spChg>
        <pc:spChg chg="add mod">
          <ac:chgData name="Arun Kumar" userId="330eb037-e721-401c-8917-5137b0a9c5a7" providerId="ADAL" clId="{2541A55E-005A-4F7D-A870-75884EF8D0C9}" dt="2026-06-24T06:05:19.189" v="605"/>
          <ac:spMkLst>
            <pc:docMk/>
            <pc:sldMk cId="280565705" sldId="9755"/>
            <ac:spMk id="12" creationId="{45B628D9-7BD4-6878-330F-EE808C8DE588}"/>
          </ac:spMkLst>
        </pc:spChg>
        <pc:spChg chg="mod">
          <ac:chgData name="Arun Kumar" userId="330eb037-e721-401c-8917-5137b0a9c5a7" providerId="ADAL" clId="{2541A55E-005A-4F7D-A870-75884EF8D0C9}" dt="2026-06-24T06:04:01.929" v="560" actId="1037"/>
          <ac:spMkLst>
            <pc:docMk/>
            <pc:sldMk cId="280565705" sldId="9755"/>
            <ac:spMk id="13" creationId="{F54F9B24-6C8E-0536-F79B-26722701085E}"/>
          </ac:spMkLst>
        </pc:spChg>
        <pc:spChg chg="mod">
          <ac:chgData name="Arun Kumar" userId="330eb037-e721-401c-8917-5137b0a9c5a7" providerId="ADAL" clId="{2541A55E-005A-4F7D-A870-75884EF8D0C9}" dt="2026-06-24T06:04:01.929" v="560" actId="1037"/>
          <ac:spMkLst>
            <pc:docMk/>
            <pc:sldMk cId="280565705" sldId="9755"/>
            <ac:spMk id="14" creationId="{0C590FB1-C641-74A2-E430-C70B392FE9EF}"/>
          </ac:spMkLst>
        </pc:spChg>
        <pc:spChg chg="add mod">
          <ac:chgData name="Arun Kumar" userId="330eb037-e721-401c-8917-5137b0a9c5a7" providerId="ADAL" clId="{2541A55E-005A-4F7D-A870-75884EF8D0C9}" dt="2026-06-24T06:05:19.189" v="605"/>
          <ac:spMkLst>
            <pc:docMk/>
            <pc:sldMk cId="280565705" sldId="9755"/>
            <ac:spMk id="15" creationId="{FF037CBD-6CEA-7E99-8145-6FED0AB9D9FB}"/>
          </ac:spMkLst>
        </pc:spChg>
        <pc:spChg chg="add mod">
          <ac:chgData name="Arun Kumar" userId="330eb037-e721-401c-8917-5137b0a9c5a7" providerId="ADAL" clId="{2541A55E-005A-4F7D-A870-75884EF8D0C9}" dt="2026-06-24T06:05:19.189" v="605"/>
          <ac:spMkLst>
            <pc:docMk/>
            <pc:sldMk cId="280565705" sldId="9755"/>
            <ac:spMk id="16" creationId="{CFD58E14-AD84-9C59-413A-E1D5EA1FFB10}"/>
          </ac:spMkLst>
        </pc:spChg>
        <pc:spChg chg="mod">
          <ac:chgData name="Arun Kumar" userId="330eb037-e721-401c-8917-5137b0a9c5a7" providerId="ADAL" clId="{2541A55E-005A-4F7D-A870-75884EF8D0C9}" dt="2026-06-24T06:04:12.021" v="594" actId="1038"/>
          <ac:spMkLst>
            <pc:docMk/>
            <pc:sldMk cId="280565705" sldId="9755"/>
            <ac:spMk id="17" creationId="{E18884D8-4C36-E149-FF51-6675F45A700B}"/>
          </ac:spMkLst>
        </pc:spChg>
        <pc:spChg chg="mod">
          <ac:chgData name="Arun Kumar" userId="330eb037-e721-401c-8917-5137b0a9c5a7" providerId="ADAL" clId="{2541A55E-005A-4F7D-A870-75884EF8D0C9}" dt="2026-06-24T06:04:12.021" v="594" actId="1038"/>
          <ac:spMkLst>
            <pc:docMk/>
            <pc:sldMk cId="280565705" sldId="9755"/>
            <ac:spMk id="19" creationId="{E42F0E39-5A65-7C03-17BD-6F611BC66EC5}"/>
          </ac:spMkLst>
        </pc:spChg>
        <pc:spChg chg="add mod">
          <ac:chgData name="Arun Kumar" userId="330eb037-e721-401c-8917-5137b0a9c5a7" providerId="ADAL" clId="{2541A55E-005A-4F7D-A870-75884EF8D0C9}" dt="2026-06-24T06:05:19.189" v="605"/>
          <ac:spMkLst>
            <pc:docMk/>
            <pc:sldMk cId="280565705" sldId="9755"/>
            <ac:spMk id="20" creationId="{898B4B6E-89FB-B80A-48DB-A489EC6E983B}"/>
          </ac:spMkLst>
        </pc:spChg>
        <pc:spChg chg="add mod">
          <ac:chgData name="Arun Kumar" userId="330eb037-e721-401c-8917-5137b0a9c5a7" providerId="ADAL" clId="{2541A55E-005A-4F7D-A870-75884EF8D0C9}" dt="2026-06-24T06:05:19.189" v="605"/>
          <ac:spMkLst>
            <pc:docMk/>
            <pc:sldMk cId="280565705" sldId="9755"/>
            <ac:spMk id="22" creationId="{8C5B03B5-0EDB-CF18-91A6-800D6265481D}"/>
          </ac:spMkLst>
        </pc:spChg>
        <pc:spChg chg="del">
          <ac:chgData name="Arun Kumar" userId="330eb037-e721-401c-8917-5137b0a9c5a7" providerId="ADAL" clId="{2541A55E-005A-4F7D-A870-75884EF8D0C9}" dt="2026-06-24T06:03:19.473" v="532" actId="478"/>
          <ac:spMkLst>
            <pc:docMk/>
            <pc:sldMk cId="280565705" sldId="9755"/>
            <ac:spMk id="23" creationId="{CDC05F89-3933-56C4-EB28-C6CEFFE85294}"/>
          </ac:spMkLst>
        </pc:spChg>
        <pc:spChg chg="del">
          <ac:chgData name="Arun Kumar" userId="330eb037-e721-401c-8917-5137b0a9c5a7" providerId="ADAL" clId="{2541A55E-005A-4F7D-A870-75884EF8D0C9}" dt="2026-06-24T06:03:19.473" v="532" actId="478"/>
          <ac:spMkLst>
            <pc:docMk/>
            <pc:sldMk cId="280565705" sldId="9755"/>
            <ac:spMk id="24" creationId="{46ED585D-CC84-62BD-7A17-DD6280DCDD60}"/>
          </ac:spMkLst>
        </pc:spChg>
        <pc:spChg chg="del">
          <ac:chgData name="Arun Kumar" userId="330eb037-e721-401c-8917-5137b0a9c5a7" providerId="ADAL" clId="{2541A55E-005A-4F7D-A870-75884EF8D0C9}" dt="2026-06-24T06:03:19.473" v="532" actId="478"/>
          <ac:spMkLst>
            <pc:docMk/>
            <pc:sldMk cId="280565705" sldId="9755"/>
            <ac:spMk id="25" creationId="{7737E0C3-FCB4-F8F1-3E4A-8B71B6186C57}"/>
          </ac:spMkLst>
        </pc:spChg>
        <pc:spChg chg="mod">
          <ac:chgData name="Arun Kumar" userId="330eb037-e721-401c-8917-5137b0a9c5a7" providerId="ADAL" clId="{2541A55E-005A-4F7D-A870-75884EF8D0C9}" dt="2026-06-24T06:04:24.006" v="595" actId="207"/>
          <ac:spMkLst>
            <pc:docMk/>
            <pc:sldMk cId="280565705" sldId="9755"/>
            <ac:spMk id="37" creationId="{3C5BFE56-9657-F117-7AFE-20741E21A5B9}"/>
          </ac:spMkLst>
        </pc:spChg>
        <pc:spChg chg="mod">
          <ac:chgData name="Arun Kumar" userId="330eb037-e721-401c-8917-5137b0a9c5a7" providerId="ADAL" clId="{2541A55E-005A-4F7D-A870-75884EF8D0C9}" dt="2026-06-24T06:04:24.006" v="595" actId="207"/>
          <ac:spMkLst>
            <pc:docMk/>
            <pc:sldMk cId="280565705" sldId="9755"/>
            <ac:spMk id="38" creationId="{0AEDAF8B-709B-BB81-F4F4-A3B4C17C18AA}"/>
          </ac:spMkLst>
        </pc:spChg>
        <pc:spChg chg="mod">
          <ac:chgData name="Arun Kumar" userId="330eb037-e721-401c-8917-5137b0a9c5a7" providerId="ADAL" clId="{2541A55E-005A-4F7D-A870-75884EF8D0C9}" dt="2026-06-24T06:04:24.006" v="595" actId="207"/>
          <ac:spMkLst>
            <pc:docMk/>
            <pc:sldMk cId="280565705" sldId="9755"/>
            <ac:spMk id="39" creationId="{B9C459A5-DA09-0548-B69D-76D669654DB9}"/>
          </ac:spMkLst>
        </pc:spChg>
        <pc:spChg chg="mod">
          <ac:chgData name="Arun Kumar" userId="330eb037-e721-401c-8917-5137b0a9c5a7" providerId="ADAL" clId="{2541A55E-005A-4F7D-A870-75884EF8D0C9}" dt="2026-06-24T06:04:24.006" v="595" actId="207"/>
          <ac:spMkLst>
            <pc:docMk/>
            <pc:sldMk cId="280565705" sldId="9755"/>
            <ac:spMk id="40" creationId="{3E0492D1-745F-CAD6-DBC7-439A73AE9B50}"/>
          </ac:spMkLst>
        </pc:spChg>
        <pc:spChg chg="mod">
          <ac:chgData name="Arun Kumar" userId="330eb037-e721-401c-8917-5137b0a9c5a7" providerId="ADAL" clId="{2541A55E-005A-4F7D-A870-75884EF8D0C9}" dt="2026-06-24T06:04:24.006" v="595" actId="207"/>
          <ac:spMkLst>
            <pc:docMk/>
            <pc:sldMk cId="280565705" sldId="9755"/>
            <ac:spMk id="41" creationId="{104AA67B-7CD9-4BEB-5C48-716C8CD18ADD}"/>
          </ac:spMkLst>
        </pc:spChg>
        <pc:spChg chg="mod">
          <ac:chgData name="Arun Kumar" userId="330eb037-e721-401c-8917-5137b0a9c5a7" providerId="ADAL" clId="{2541A55E-005A-4F7D-A870-75884EF8D0C9}" dt="2026-06-24T06:04:24.006" v="595" actId="207"/>
          <ac:spMkLst>
            <pc:docMk/>
            <pc:sldMk cId="280565705" sldId="9755"/>
            <ac:spMk id="42" creationId="{CC65884E-9769-9B22-6DFA-D511EBA258B3}"/>
          </ac:spMkLst>
        </pc:spChg>
        <pc:spChg chg="mod">
          <ac:chgData name="Arun Kumar" userId="330eb037-e721-401c-8917-5137b0a9c5a7" providerId="ADAL" clId="{2541A55E-005A-4F7D-A870-75884EF8D0C9}" dt="2026-06-24T06:04:24.006" v="595" actId="207"/>
          <ac:spMkLst>
            <pc:docMk/>
            <pc:sldMk cId="280565705" sldId="9755"/>
            <ac:spMk id="43" creationId="{C8E3C689-DCF6-6A82-E5BE-44DDB1CB708A}"/>
          </ac:spMkLst>
        </pc:spChg>
        <pc:spChg chg="mod">
          <ac:chgData name="Arun Kumar" userId="330eb037-e721-401c-8917-5137b0a9c5a7" providerId="ADAL" clId="{2541A55E-005A-4F7D-A870-75884EF8D0C9}" dt="2026-06-24T06:04:39.819" v="597" actId="14100"/>
          <ac:spMkLst>
            <pc:docMk/>
            <pc:sldMk cId="280565705" sldId="9755"/>
            <ac:spMk id="44" creationId="{DFFE85AD-ECA6-FBDF-B15C-270E340FC618}"/>
          </ac:spMkLst>
        </pc:spChg>
        <pc:spChg chg="mod">
          <ac:chgData name="Arun Kumar" userId="330eb037-e721-401c-8917-5137b0a9c5a7" providerId="ADAL" clId="{2541A55E-005A-4F7D-A870-75884EF8D0C9}" dt="2026-06-24T06:04:39.819" v="597" actId="14100"/>
          <ac:spMkLst>
            <pc:docMk/>
            <pc:sldMk cId="280565705" sldId="9755"/>
            <ac:spMk id="45" creationId="{0CA4A3AF-4375-AFEE-EEEE-2C16409FC5A7}"/>
          </ac:spMkLst>
        </pc:spChg>
        <pc:grpChg chg="mod">
          <ac:chgData name="Arun Kumar" userId="330eb037-e721-401c-8917-5137b0a9c5a7" providerId="ADAL" clId="{2541A55E-005A-4F7D-A870-75884EF8D0C9}" dt="2026-06-24T06:04:01.929" v="560" actId="1037"/>
          <ac:grpSpMkLst>
            <pc:docMk/>
            <pc:sldMk cId="280565705" sldId="9755"/>
            <ac:grpSpMk id="18" creationId="{9A762E6E-4643-EE99-792B-208E72E88990}"/>
          </ac:grpSpMkLst>
        </pc:grpChg>
        <pc:grpChg chg="mod">
          <ac:chgData name="Arun Kumar" userId="330eb037-e721-401c-8917-5137b0a9c5a7" providerId="ADAL" clId="{2541A55E-005A-4F7D-A870-75884EF8D0C9}" dt="2026-06-24T06:04:24.006" v="595" actId="207"/>
          <ac:grpSpMkLst>
            <pc:docMk/>
            <pc:sldMk cId="280565705" sldId="9755"/>
            <ac:grpSpMk id="36" creationId="{510801F4-4438-2F56-F95F-DDDEDF73324E}"/>
          </ac:grpSpMkLst>
        </pc:grpChg>
        <pc:grpChg chg="mod">
          <ac:chgData name="Arun Kumar" userId="330eb037-e721-401c-8917-5137b0a9c5a7" providerId="ADAL" clId="{2541A55E-005A-4F7D-A870-75884EF8D0C9}" dt="2026-06-24T06:04:39.819" v="597" actId="14100"/>
          <ac:grpSpMkLst>
            <pc:docMk/>
            <pc:sldMk cId="280565705" sldId="9755"/>
            <ac:grpSpMk id="54" creationId="{36403C9B-4C91-1D9A-436F-A4B3E4C737D8}"/>
          </ac:grpSpMkLst>
        </pc:grpChg>
      </pc:sldChg>
      <pc:sldChg chg="modSp del mod">
        <pc:chgData name="Arun Kumar" userId="330eb037-e721-401c-8917-5137b0a9c5a7" providerId="ADAL" clId="{2541A55E-005A-4F7D-A870-75884EF8D0C9}" dt="2026-06-24T07:08:57.197" v="1133" actId="47"/>
        <pc:sldMkLst>
          <pc:docMk/>
          <pc:sldMk cId="2004332238" sldId="9756"/>
        </pc:sldMkLst>
        <pc:spChg chg="mod">
          <ac:chgData name="Arun Kumar" userId="330eb037-e721-401c-8917-5137b0a9c5a7" providerId="ADAL" clId="{2541A55E-005A-4F7D-A870-75884EF8D0C9}" dt="2026-06-24T06:59:02.886" v="970"/>
          <ac:spMkLst>
            <pc:docMk/>
            <pc:sldMk cId="2004332238" sldId="9756"/>
            <ac:spMk id="10" creationId="{A9AF036A-167C-1A81-7B71-3B685903C546}"/>
          </ac:spMkLst>
        </pc:spChg>
        <pc:spChg chg="mod">
          <ac:chgData name="Arun Kumar" userId="330eb037-e721-401c-8917-5137b0a9c5a7" providerId="ADAL" clId="{2541A55E-005A-4F7D-A870-75884EF8D0C9}" dt="2026-06-24T06:58:59.166" v="969" actId="207"/>
          <ac:spMkLst>
            <pc:docMk/>
            <pc:sldMk cId="2004332238" sldId="9756"/>
            <ac:spMk id="13" creationId="{DBF1073E-FD30-5652-D1DA-2A337088D15A}"/>
          </ac:spMkLst>
        </pc:spChg>
      </pc:sldChg>
      <pc:sldChg chg="add del">
        <pc:chgData name="Arun Kumar" userId="330eb037-e721-401c-8917-5137b0a9c5a7" providerId="ADAL" clId="{2541A55E-005A-4F7D-A870-75884EF8D0C9}" dt="2026-06-24T07:08:57.197" v="1133" actId="47"/>
        <pc:sldMkLst>
          <pc:docMk/>
          <pc:sldMk cId="640032251" sldId="9757"/>
        </pc:sldMkLst>
      </pc:sldChg>
      <pc:sldMasterChg chg="delSldLayout">
        <pc:chgData name="Arun Kumar" userId="330eb037-e721-401c-8917-5137b0a9c5a7" providerId="ADAL" clId="{2541A55E-005A-4F7D-A870-75884EF8D0C9}" dt="2026-06-24T07:08:57.197" v="1133" actId="47"/>
        <pc:sldMasterMkLst>
          <pc:docMk/>
          <pc:sldMasterMk cId="3097252474" sldId="2147483659"/>
        </pc:sldMasterMkLst>
        <pc:sldLayoutChg chg="del">
          <pc:chgData name="Arun Kumar" userId="330eb037-e721-401c-8917-5137b0a9c5a7" providerId="ADAL" clId="{2541A55E-005A-4F7D-A870-75884EF8D0C9}" dt="2026-06-24T07:08:57.197" v="1133" actId="47"/>
          <pc:sldLayoutMkLst>
            <pc:docMk/>
            <pc:sldMasterMk cId="3097252474" sldId="2147483659"/>
            <pc:sldLayoutMk cId="2776689056" sldId="2147483749"/>
          </pc:sldLayoutMkLst>
        </pc:sldLayoutChg>
        <pc:sldLayoutChg chg="del">
          <pc:chgData name="Arun Kumar" userId="330eb037-e721-401c-8917-5137b0a9c5a7" providerId="ADAL" clId="{2541A55E-005A-4F7D-A870-75884EF8D0C9}" dt="2026-06-24T07:08:57.197" v="1133" actId="47"/>
          <pc:sldLayoutMkLst>
            <pc:docMk/>
            <pc:sldMasterMk cId="3097252474" sldId="2147483659"/>
            <pc:sldLayoutMk cId="425529762" sldId="2147483750"/>
          </pc:sldLayoutMkLst>
        </pc:sldLayoutChg>
      </pc:sldMasterChg>
    </pc:docChg>
  </pc:docChgLst>
  <pc:docChgLst>
    <pc:chgData name="Harish P" userId="8df38e66-d9a9-4374-826c-ec9fcf83cf76" providerId="ADAL" clId="{19D5E41E-32A5-49CD-8AEE-E73A6D7E8FDE}"/>
    <pc:docChg chg="undo custSel addSld modSld delSection">
      <pc:chgData name="Harish P" userId="8df38e66-d9a9-4374-826c-ec9fcf83cf76" providerId="ADAL" clId="{19D5E41E-32A5-49CD-8AEE-E73A6D7E8FDE}" dt="2026-06-24T07:36:49.030" v="48" actId="14100"/>
      <pc:docMkLst>
        <pc:docMk/>
      </pc:docMkLst>
      <pc:sldChg chg="addSp modSp mod">
        <pc:chgData name="Harish P" userId="8df38e66-d9a9-4374-826c-ec9fcf83cf76" providerId="ADAL" clId="{19D5E41E-32A5-49CD-8AEE-E73A6D7E8FDE}" dt="2026-06-24T07:08:19.783" v="10" actId="207"/>
        <pc:sldMkLst>
          <pc:docMk/>
          <pc:sldMk cId="1863825293" sldId="260"/>
        </pc:sldMkLst>
        <pc:spChg chg="add mod">
          <ac:chgData name="Harish P" userId="8df38e66-d9a9-4374-826c-ec9fcf83cf76" providerId="ADAL" clId="{19D5E41E-32A5-49CD-8AEE-E73A6D7E8FDE}" dt="2026-06-24T07:08:19.783" v="10" actId="207"/>
          <ac:spMkLst>
            <pc:docMk/>
            <pc:sldMk cId="1863825293" sldId="260"/>
            <ac:spMk id="4" creationId="{2AD9BD0A-6423-BB37-F628-DAB9F6E69587}"/>
          </ac:spMkLst>
        </pc:spChg>
      </pc:sldChg>
      <pc:sldChg chg="modSp mod">
        <pc:chgData name="Harish P" userId="8df38e66-d9a9-4374-826c-ec9fcf83cf76" providerId="ADAL" clId="{19D5E41E-32A5-49CD-8AEE-E73A6D7E8FDE}" dt="2026-06-24T07:36:49.030" v="48" actId="14100"/>
        <pc:sldMkLst>
          <pc:docMk/>
          <pc:sldMk cId="3667900663" sldId="268"/>
        </pc:sldMkLst>
        <pc:spChg chg="mod">
          <ac:chgData name="Harish P" userId="8df38e66-d9a9-4374-826c-ec9fcf83cf76" providerId="ADAL" clId="{19D5E41E-32A5-49CD-8AEE-E73A6D7E8FDE}" dt="2026-06-24T07:36:49.030" v="48" actId="14100"/>
          <ac:spMkLst>
            <pc:docMk/>
            <pc:sldMk cId="3667900663" sldId="268"/>
            <ac:spMk id="2" creationId="{2A09D5D8-E7BA-9979-10C1-5C7021808717}"/>
          </ac:spMkLst>
        </pc:spChg>
      </pc:sldChg>
      <pc:sldChg chg="modSp mod">
        <pc:chgData name="Harish P" userId="8df38e66-d9a9-4374-826c-ec9fcf83cf76" providerId="ADAL" clId="{19D5E41E-32A5-49CD-8AEE-E73A6D7E8FDE}" dt="2026-06-24T07:08:49.364" v="14" actId="1076"/>
        <pc:sldMkLst>
          <pc:docMk/>
          <pc:sldMk cId="2869634550" sldId="273"/>
        </pc:sldMkLst>
        <pc:spChg chg="mod">
          <ac:chgData name="Harish P" userId="8df38e66-d9a9-4374-826c-ec9fcf83cf76" providerId="ADAL" clId="{19D5E41E-32A5-49CD-8AEE-E73A6D7E8FDE}" dt="2026-06-24T07:08:44.414" v="13" actId="1076"/>
          <ac:spMkLst>
            <pc:docMk/>
            <pc:sldMk cId="2869634550" sldId="273"/>
            <ac:spMk id="5" creationId="{663BE245-20A1-16DF-C6E7-5F806082A50C}"/>
          </ac:spMkLst>
        </pc:spChg>
        <pc:grpChg chg="mod">
          <ac:chgData name="Harish P" userId="8df38e66-d9a9-4374-826c-ec9fcf83cf76" providerId="ADAL" clId="{19D5E41E-32A5-49CD-8AEE-E73A6D7E8FDE}" dt="2026-06-24T07:08:49.364" v="14" actId="1076"/>
          <ac:grpSpMkLst>
            <pc:docMk/>
            <pc:sldMk cId="2869634550" sldId="273"/>
            <ac:grpSpMk id="4" creationId="{49B11A56-02F6-560C-AF4C-5A6260FFF163}"/>
          </ac:grpSpMkLst>
        </pc:grpChg>
      </pc:sldChg>
      <pc:sldChg chg="modSp mod">
        <pc:chgData name="Harish P" userId="8df38e66-d9a9-4374-826c-ec9fcf83cf76" providerId="ADAL" clId="{19D5E41E-32A5-49CD-8AEE-E73A6D7E8FDE}" dt="2026-06-24T07:13:13.610" v="45" actId="1037"/>
        <pc:sldMkLst>
          <pc:docMk/>
          <pc:sldMk cId="1129519578" sldId="9752"/>
        </pc:sldMkLst>
        <pc:spChg chg="mod">
          <ac:chgData name="Harish P" userId="8df38e66-d9a9-4374-826c-ec9fcf83cf76" providerId="ADAL" clId="{19D5E41E-32A5-49CD-8AEE-E73A6D7E8FDE}" dt="2026-06-24T07:13:11.596" v="43" actId="1037"/>
          <ac:spMkLst>
            <pc:docMk/>
            <pc:sldMk cId="1129519578" sldId="9752"/>
            <ac:spMk id="3" creationId="{080C24F8-2060-19AA-2B79-4CC6C40B0335}"/>
          </ac:spMkLst>
        </pc:spChg>
        <pc:spChg chg="mod">
          <ac:chgData name="Harish P" userId="8df38e66-d9a9-4374-826c-ec9fcf83cf76" providerId="ADAL" clId="{19D5E41E-32A5-49CD-8AEE-E73A6D7E8FDE}" dt="2026-06-24T07:13:12.225" v="44" actId="12788"/>
          <ac:spMkLst>
            <pc:docMk/>
            <pc:sldMk cId="1129519578" sldId="9752"/>
            <ac:spMk id="8" creationId="{0A6B28F0-87BF-4021-1984-D07ADB78AA29}"/>
          </ac:spMkLst>
        </pc:spChg>
        <pc:spChg chg="mod">
          <ac:chgData name="Harish P" userId="8df38e66-d9a9-4374-826c-ec9fcf83cf76" providerId="ADAL" clId="{19D5E41E-32A5-49CD-8AEE-E73A6D7E8FDE}" dt="2026-06-24T07:13:13.610" v="45" actId="1037"/>
          <ac:spMkLst>
            <pc:docMk/>
            <pc:sldMk cId="1129519578" sldId="9752"/>
            <ac:spMk id="21" creationId="{4D7154C7-52A2-1297-4A41-0EA0AF3D0DFE}"/>
          </ac:spMkLst>
        </pc:spChg>
        <pc:spChg chg="mod">
          <ac:chgData name="Harish P" userId="8df38e66-d9a9-4374-826c-ec9fcf83cf76" providerId="ADAL" clId="{19D5E41E-32A5-49CD-8AEE-E73A6D7E8FDE}" dt="2026-06-24T07:13:12.225" v="44" actId="12788"/>
          <ac:spMkLst>
            <pc:docMk/>
            <pc:sldMk cId="1129519578" sldId="9752"/>
            <ac:spMk id="24" creationId="{1DA47052-37BC-1517-DEFD-156D5F1958C6}"/>
          </ac:spMkLst>
        </pc:spChg>
      </pc:sldChg>
      <pc:sldChg chg="add">
        <pc:chgData name="Harish P" userId="8df38e66-d9a9-4374-826c-ec9fcf83cf76" providerId="ADAL" clId="{19D5E41E-32A5-49CD-8AEE-E73A6D7E8FDE}" dt="2026-06-24T06:29:21.644" v="5"/>
        <pc:sldMkLst>
          <pc:docMk/>
          <pc:sldMk cId="2004332238" sldId="975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4ABEF0-A749-4FAC-4961-3D4BB00789C6}"/>
              </a:ext>
            </a:extLst>
          </p:cNvPr>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DFEB04-0519-1863-5212-5950A780095B}"/>
              </a:ext>
            </a:extLst>
          </p:cNvPr>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028255A1-989B-6943-A27A-1FBD0413D4A5}" type="datetimeFigureOut">
              <a:rPr lang="en-US" smtClean="0"/>
              <a:t>6/24/2026</a:t>
            </a:fld>
            <a:endParaRPr lang="en-US"/>
          </a:p>
        </p:txBody>
      </p:sp>
      <p:sp>
        <p:nvSpPr>
          <p:cNvPr id="4" name="Footer Placeholder 3">
            <a:extLst>
              <a:ext uri="{FF2B5EF4-FFF2-40B4-BE49-F238E27FC236}">
                <a16:creationId xmlns:a16="http://schemas.microsoft.com/office/drawing/2014/main" id="{BE09B76C-43AC-DF08-CDF0-66B1F12FE69F}"/>
              </a:ext>
            </a:extLst>
          </p:cNvPr>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80BA83A-FED4-2D0E-09BC-81CAD06056FC}"/>
              </a:ext>
            </a:extLst>
          </p:cNvPr>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935C3FCA-6314-8F4D-AE0F-A13C4FBDDD7E}" type="slidenum">
              <a:rPr lang="en-US" smtClean="0"/>
              <a:t>‹#›</a:t>
            </a:fld>
            <a:endParaRPr lang="en-US"/>
          </a:p>
        </p:txBody>
      </p:sp>
    </p:spTree>
    <p:extLst>
      <p:ext uri="{BB962C8B-B14F-4D97-AF65-F5344CB8AC3E}">
        <p14:creationId xmlns:p14="http://schemas.microsoft.com/office/powerpoint/2010/main" val="37811887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967DD801-C50E-3941-88AE-2805A8373381}" type="datetimeFigureOut">
              <a:rPr lang="en-US" smtClean="0"/>
              <a:t>6/24/2026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774DFB1B-604A-654A-B4FF-ECE7AF17C730}" type="slidenum">
              <a:rPr lang="en-US" smtClean="0"/>
              <a:t>‹#›</a:t>
            </a:fld>
            <a:endParaRPr lang="en-US"/>
          </a:p>
        </p:txBody>
      </p:sp>
    </p:spTree>
    <p:extLst>
      <p:ext uri="{BB962C8B-B14F-4D97-AF65-F5344CB8AC3E}">
        <p14:creationId xmlns:p14="http://schemas.microsoft.com/office/powerpoint/2010/main" val="3565331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74DFB1B-604A-654A-B4FF-ECE7AF17C730}" type="slidenum">
              <a:rPr lang="en-US" smtClean="0"/>
              <a:t>1</a:t>
            </a:fld>
            <a:endParaRPr lang="en-US"/>
          </a:p>
        </p:txBody>
      </p:sp>
    </p:spTree>
    <p:extLst>
      <p:ext uri="{BB962C8B-B14F-4D97-AF65-F5344CB8AC3E}">
        <p14:creationId xmlns:p14="http://schemas.microsoft.com/office/powerpoint/2010/main" val="791186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74DFB1B-604A-654A-B4FF-ECE7AF17C730}" type="slidenum">
              <a:rPr lang="en-US" smtClean="0"/>
              <a:t>4</a:t>
            </a:fld>
            <a:endParaRPr lang="en-US"/>
          </a:p>
        </p:txBody>
      </p:sp>
    </p:spTree>
    <p:extLst>
      <p:ext uri="{BB962C8B-B14F-4D97-AF65-F5344CB8AC3E}">
        <p14:creationId xmlns:p14="http://schemas.microsoft.com/office/powerpoint/2010/main" val="36330701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hyperlink" Target="https://www.jmangroup.com/"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jmangroup.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2"/>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10" name="Graphic 9">
            <a:extLst>
              <a:ext uri="{FF2B5EF4-FFF2-40B4-BE49-F238E27FC236}">
                <a16:creationId xmlns:a16="http://schemas.microsoft.com/office/drawing/2014/main" id="{E46A9045-2D20-6939-4AEB-A54BC8FA9B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7441E785-7F07-7914-8EA4-2BFB78DCD1CB}"/>
              </a:ext>
            </a:extLst>
          </p:cNvPr>
          <p:cNvSpPr txBox="1"/>
          <p:nvPr userDrawn="1"/>
        </p:nvSpPr>
        <p:spPr>
          <a:xfrm>
            <a:off x="383907"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accent4"/>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accent4"/>
              </a:solidFill>
              <a:latin typeface="Arial" panose="020B0604020202020204" pitchFamily="34" charset="0"/>
              <a:cs typeface="Arial" panose="020B0604020202020204" pitchFamily="34" charset="0"/>
            </a:endParaRPr>
          </a:p>
        </p:txBody>
      </p:sp>
      <p:sp>
        <p:nvSpPr>
          <p:cNvPr id="7" name="Date Placeholder 3">
            <a:extLst>
              <a:ext uri="{FF2B5EF4-FFF2-40B4-BE49-F238E27FC236}">
                <a16:creationId xmlns:a16="http://schemas.microsoft.com/office/drawing/2014/main" id="{EC2F3A03-9B79-4876-BA57-48054775627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2"/>
                </a:solidFill>
              </a:defRPr>
            </a:lvl1pPr>
          </a:lstStyle>
          <a:p>
            <a:fld id="{63FF4F9B-344A-49F0-823F-B16F7B337E2A}" type="datetime4">
              <a:rPr lang="en-GB" smtClean="0"/>
              <a:t>24 June 2026</a:t>
            </a:fld>
            <a:endParaRPr lang="en-GB"/>
          </a:p>
        </p:txBody>
      </p:sp>
    </p:spTree>
    <p:custDataLst>
      <p:tags r:id="rId1"/>
    </p:custDataLst>
    <p:extLst>
      <p:ext uri="{BB962C8B-B14F-4D97-AF65-F5344CB8AC3E}">
        <p14:creationId xmlns:p14="http://schemas.microsoft.com/office/powerpoint/2010/main" val="3485841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_2">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1FE6FD64-F8E1-D623-7953-867CAE5E180C}"/>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3" name="Date Placeholder 3">
            <a:extLst>
              <a:ext uri="{FF2B5EF4-FFF2-40B4-BE49-F238E27FC236}">
                <a16:creationId xmlns:a16="http://schemas.microsoft.com/office/drawing/2014/main" id="{BBF6E76C-F61B-415B-9246-4E4CDB1DBFD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C4FC070C-0C1A-4A7C-A551-7B5182511A7F}" type="datetime4">
              <a:rPr lang="en-GB" smtClean="0"/>
              <a:t>24 June 2026</a:t>
            </a:fld>
            <a:endParaRPr lang="en-GB"/>
          </a:p>
        </p:txBody>
      </p:sp>
      <p:pic>
        <p:nvPicPr>
          <p:cNvPr id="5" name="Picture 4" descr="A white and blue sign with black text&#10;&#10;Description automatically generated">
            <a:extLst>
              <a:ext uri="{FF2B5EF4-FFF2-40B4-BE49-F238E27FC236}">
                <a16:creationId xmlns:a16="http://schemas.microsoft.com/office/drawing/2014/main" id="{FC4EB6AD-9F29-2FAF-AAC0-4864C2262227}"/>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9" name="Picture 8" descr="A logo with red text&#10;&#10;AI-generated content may be incorrect.">
            <a:extLst>
              <a:ext uri="{FF2B5EF4-FFF2-40B4-BE49-F238E27FC236}">
                <a16:creationId xmlns:a16="http://schemas.microsoft.com/office/drawing/2014/main" id="{F8559729-9AFD-5D15-BB65-5A40B74B8CF2}"/>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10" name="Picture 9">
            <a:extLst>
              <a:ext uri="{FF2B5EF4-FFF2-40B4-BE49-F238E27FC236}">
                <a16:creationId xmlns:a16="http://schemas.microsoft.com/office/drawing/2014/main" id="{FF549B40-0991-4266-F90B-720BF2A73247}"/>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3864303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_3">
    <p:bg>
      <p:bgPr>
        <a:gradFill>
          <a:gsLst>
            <a:gs pos="0">
              <a:schemeClr val="bg2"/>
            </a:gs>
            <a:gs pos="100000">
              <a:schemeClr val="accent1"/>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a:extLst>
              <a:ext uri="{FF2B5EF4-FFF2-40B4-BE49-F238E27FC236}">
                <a16:creationId xmlns:a16="http://schemas.microsoft.com/office/drawing/2014/main" id="{EC8727FE-405D-4A27-55AD-4A118BF6162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1" name="Date Placeholder 3">
            <a:extLst>
              <a:ext uri="{FF2B5EF4-FFF2-40B4-BE49-F238E27FC236}">
                <a16:creationId xmlns:a16="http://schemas.microsoft.com/office/drawing/2014/main" id="{8058ADA7-0FE6-4E57-9CFB-69F55800D86D}"/>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DCDCB8D5-09BA-4706-AE19-4FD94245A50E}" type="datetime4">
              <a:rPr lang="en-GB" smtClean="0"/>
              <a:t>24 June 2026</a:t>
            </a:fld>
            <a:endParaRPr lang="en-GB"/>
          </a:p>
        </p:txBody>
      </p:sp>
      <p:pic>
        <p:nvPicPr>
          <p:cNvPr id="6" name="Picture 5" descr="A white and blue sign with black text&#10;&#10;Description automatically generated">
            <a:extLst>
              <a:ext uri="{FF2B5EF4-FFF2-40B4-BE49-F238E27FC236}">
                <a16:creationId xmlns:a16="http://schemas.microsoft.com/office/drawing/2014/main" id="{922C38FC-0C01-DCA0-491B-AC22ECD72E28}"/>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9" name="Picture 8" descr="A logo with red text&#10;&#10;AI-generated content may be incorrect.">
            <a:extLst>
              <a:ext uri="{FF2B5EF4-FFF2-40B4-BE49-F238E27FC236}">
                <a16:creationId xmlns:a16="http://schemas.microsoft.com/office/drawing/2014/main" id="{36591C29-E0C6-A4F6-98D1-55538AD53DFA}"/>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12" name="Picture 11">
            <a:extLst>
              <a:ext uri="{FF2B5EF4-FFF2-40B4-BE49-F238E27FC236}">
                <a16:creationId xmlns:a16="http://schemas.microsoft.com/office/drawing/2014/main" id="{B63A4576-E4B8-D07A-403C-DA14680F584E}"/>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1268866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_4">
    <p:bg>
      <p:bgPr>
        <a:gradFill>
          <a:gsLst>
            <a:gs pos="0">
              <a:schemeClr val="bg2"/>
            </a:gs>
            <a:gs pos="100000">
              <a:schemeClr val="accent4"/>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a:extLst>
              <a:ext uri="{FF2B5EF4-FFF2-40B4-BE49-F238E27FC236}">
                <a16:creationId xmlns:a16="http://schemas.microsoft.com/office/drawing/2014/main" id="{04F147EF-0B5A-890C-78C4-EEFA44DDF20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C3DA2D15-314E-430B-A8B1-76E7ED1423A0}"/>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A4CC55A1-80DF-479A-92E0-EAFBC761A0D8}" type="datetime4">
              <a:rPr lang="en-GB" smtClean="0"/>
              <a:t>24 June 2026</a:t>
            </a:fld>
            <a:endParaRPr lang="en-GB"/>
          </a:p>
        </p:txBody>
      </p:sp>
      <p:pic>
        <p:nvPicPr>
          <p:cNvPr id="5" name="Picture 4" descr="A white and blue sign with black text&#10;&#10;Description automatically generated">
            <a:extLst>
              <a:ext uri="{FF2B5EF4-FFF2-40B4-BE49-F238E27FC236}">
                <a16:creationId xmlns:a16="http://schemas.microsoft.com/office/drawing/2014/main" id="{376D68C7-EAF9-E830-2DCC-3A0700537183}"/>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7" name="Picture 6" descr="A logo with red text&#10;&#10;AI-generated content may be incorrect.">
            <a:extLst>
              <a:ext uri="{FF2B5EF4-FFF2-40B4-BE49-F238E27FC236}">
                <a16:creationId xmlns:a16="http://schemas.microsoft.com/office/drawing/2014/main" id="{43591F7D-1245-AC03-4E90-BBA5C404FA68}"/>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11" name="Picture 10">
            <a:extLst>
              <a:ext uri="{FF2B5EF4-FFF2-40B4-BE49-F238E27FC236}">
                <a16:creationId xmlns:a16="http://schemas.microsoft.com/office/drawing/2014/main" id="{105EC89A-22EF-CD00-A968-054DBFDBD6D3}"/>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3204944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_5">
    <p:bg>
      <p:bgPr>
        <a:gradFill>
          <a:gsLst>
            <a:gs pos="0">
              <a:schemeClr val="accent1"/>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a:extLst>
              <a:ext uri="{FF2B5EF4-FFF2-40B4-BE49-F238E27FC236}">
                <a16:creationId xmlns:a16="http://schemas.microsoft.com/office/drawing/2014/main" id="{A250103C-1BE3-E16B-2B3D-51AC90397095}"/>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BB1D8C71-C46B-43FB-8718-0BC985FAD7D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7AF1F6EE-5D97-4D34-882D-A275F9980FBD}" type="datetime4">
              <a:rPr lang="en-GB" smtClean="0"/>
              <a:t>24 June 2026</a:t>
            </a:fld>
            <a:endParaRPr lang="en-GB"/>
          </a:p>
        </p:txBody>
      </p:sp>
      <p:pic>
        <p:nvPicPr>
          <p:cNvPr id="5" name="Picture 4" descr="A white and blue sign with black text&#10;&#10;Description automatically generated">
            <a:extLst>
              <a:ext uri="{FF2B5EF4-FFF2-40B4-BE49-F238E27FC236}">
                <a16:creationId xmlns:a16="http://schemas.microsoft.com/office/drawing/2014/main" id="{F8CF8000-D6DA-8ABA-A870-A72BA0EBBC59}"/>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7" name="Picture 6" descr="A logo with red text&#10;&#10;AI-generated content may be incorrect.">
            <a:extLst>
              <a:ext uri="{FF2B5EF4-FFF2-40B4-BE49-F238E27FC236}">
                <a16:creationId xmlns:a16="http://schemas.microsoft.com/office/drawing/2014/main" id="{783BDFE0-3B6A-C1D2-B4F7-B5C1FEF1B157}"/>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9" name="Picture 8">
            <a:extLst>
              <a:ext uri="{FF2B5EF4-FFF2-40B4-BE49-F238E27FC236}">
                <a16:creationId xmlns:a16="http://schemas.microsoft.com/office/drawing/2014/main" id="{79C6FC6F-F39F-B111-E1AD-C37359DF832D}"/>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39396045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_6">
    <p:bg>
      <p:bgPr>
        <a:gradFill>
          <a:gsLst>
            <a:gs pos="0">
              <a:schemeClr val="tx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a:extLst>
              <a:ext uri="{FF2B5EF4-FFF2-40B4-BE49-F238E27FC236}">
                <a16:creationId xmlns:a16="http://schemas.microsoft.com/office/drawing/2014/main" id="{9AAAA181-FFA2-C45B-0E73-89E90F538EBA}"/>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8543F607-2559-4554-9D61-2F743E6BFFD6}"/>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D81B7DBE-3DD4-4838-8942-75C2E1EA024D}" type="datetime4">
              <a:rPr lang="en-GB" smtClean="0"/>
              <a:t>24 June 2026</a:t>
            </a:fld>
            <a:endParaRPr lang="en-GB"/>
          </a:p>
        </p:txBody>
      </p:sp>
      <p:pic>
        <p:nvPicPr>
          <p:cNvPr id="5" name="Picture 4" descr="A white and blue sign with black text&#10;&#10;Description automatically generated">
            <a:extLst>
              <a:ext uri="{FF2B5EF4-FFF2-40B4-BE49-F238E27FC236}">
                <a16:creationId xmlns:a16="http://schemas.microsoft.com/office/drawing/2014/main" id="{CF9D75B8-CFA5-F887-0C0B-2C4C299361C8}"/>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7" name="Picture 6" descr="A logo with red text&#10;&#10;AI-generated content may be incorrect.">
            <a:extLst>
              <a:ext uri="{FF2B5EF4-FFF2-40B4-BE49-F238E27FC236}">
                <a16:creationId xmlns:a16="http://schemas.microsoft.com/office/drawing/2014/main" id="{F9904DCB-E6A8-5F27-7069-EE3024E29E95}"/>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11" name="Picture 10">
            <a:extLst>
              <a:ext uri="{FF2B5EF4-FFF2-40B4-BE49-F238E27FC236}">
                <a16:creationId xmlns:a16="http://schemas.microsoft.com/office/drawing/2014/main" id="{DB253E2A-306B-983E-1C45-35BBC4F3D096}"/>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21267380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_7">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a:extLst>
              <a:ext uri="{FF2B5EF4-FFF2-40B4-BE49-F238E27FC236}">
                <a16:creationId xmlns:a16="http://schemas.microsoft.com/office/drawing/2014/main" id="{341F2785-160F-B7C5-6AF4-70ED0AFEB08D}"/>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82049909-1FC0-40F2-80E1-1EF4D7871D2B}"/>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C3C819FC-230C-4DDF-90FD-2BD2931E47B3}" type="datetime4">
              <a:rPr lang="en-GB" smtClean="0"/>
              <a:t>24 June 2026</a:t>
            </a:fld>
            <a:endParaRPr lang="en-GB"/>
          </a:p>
        </p:txBody>
      </p:sp>
      <p:pic>
        <p:nvPicPr>
          <p:cNvPr id="5" name="Picture 4" descr="A white and blue sign with black text&#10;&#10;Description automatically generated">
            <a:extLst>
              <a:ext uri="{FF2B5EF4-FFF2-40B4-BE49-F238E27FC236}">
                <a16:creationId xmlns:a16="http://schemas.microsoft.com/office/drawing/2014/main" id="{084BCFC9-1B77-3479-FBD9-50B6736EAEFA}"/>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7" name="Picture 6" descr="A logo with red text&#10;&#10;AI-generated content may be incorrect.">
            <a:extLst>
              <a:ext uri="{FF2B5EF4-FFF2-40B4-BE49-F238E27FC236}">
                <a16:creationId xmlns:a16="http://schemas.microsoft.com/office/drawing/2014/main" id="{AE0BC031-B9A6-2277-BBB2-42E42644CCBB}"/>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11" name="Picture 10">
            <a:extLst>
              <a:ext uri="{FF2B5EF4-FFF2-40B4-BE49-F238E27FC236}">
                <a16:creationId xmlns:a16="http://schemas.microsoft.com/office/drawing/2014/main" id="{862E09D3-0588-4B07-8BED-6B7EC8B88505}"/>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1413761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_8">
    <p:bg>
      <p:bgPr>
        <a:gradFill>
          <a:gsLst>
            <a:gs pos="0">
              <a:schemeClr val="accent1"/>
            </a:gs>
            <a:gs pos="99000">
              <a:schemeClr val="accent4"/>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0" name="TextBox 9">
            <a:extLst>
              <a:ext uri="{FF2B5EF4-FFF2-40B4-BE49-F238E27FC236}">
                <a16:creationId xmlns:a16="http://schemas.microsoft.com/office/drawing/2014/main" id="{217BBF3F-05AA-FF8D-1C04-4446E47B1814}"/>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AC21ABF9-DF93-4D97-AA87-3AB7C8C276DF}"/>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51E367F0-E56B-4C47-9172-1CF5ECA13C5F}" type="datetime4">
              <a:rPr lang="en-GB" smtClean="0"/>
              <a:t>24 June 2026</a:t>
            </a:fld>
            <a:endParaRPr lang="en-GB"/>
          </a:p>
        </p:txBody>
      </p:sp>
      <p:pic>
        <p:nvPicPr>
          <p:cNvPr id="5" name="Picture 4" descr="A white and blue sign with black text&#10;&#10;Description automatically generated">
            <a:extLst>
              <a:ext uri="{FF2B5EF4-FFF2-40B4-BE49-F238E27FC236}">
                <a16:creationId xmlns:a16="http://schemas.microsoft.com/office/drawing/2014/main" id="{AEEC609F-571E-C980-2E5A-EF89FF99DE7C}"/>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7" name="Picture 6" descr="A logo with red text&#10;&#10;AI-generated content may be incorrect.">
            <a:extLst>
              <a:ext uri="{FF2B5EF4-FFF2-40B4-BE49-F238E27FC236}">
                <a16:creationId xmlns:a16="http://schemas.microsoft.com/office/drawing/2014/main" id="{A164F78B-AED8-EC5E-0B26-5D584682B842}"/>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11" name="Picture 10">
            <a:extLst>
              <a:ext uri="{FF2B5EF4-FFF2-40B4-BE49-F238E27FC236}">
                <a16:creationId xmlns:a16="http://schemas.microsoft.com/office/drawing/2014/main" id="{88C659CA-7B49-2E92-E8EF-1287CFA8A6C4}"/>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1897894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9">
    <p:bg>
      <p:bgPr>
        <a:gradFill>
          <a:gsLst>
            <a:gs pos="0">
              <a:schemeClr val="accent4"/>
            </a:gs>
            <a:gs pos="100000">
              <a:schemeClr val="accent2"/>
            </a:gs>
          </a:gsLst>
          <a:lin ang="180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7A2575A-1B6D-FE94-B186-EA598A25F08D}"/>
              </a:ext>
            </a:extLst>
          </p:cNvPr>
          <p:cNvSpPr>
            <a:spLocks noGrp="1"/>
          </p:cNvSpPr>
          <p:nvPr>
            <p:ph type="pic" sz="quarter" idx="10"/>
          </p:nvPr>
        </p:nvSpPr>
        <p:spPr>
          <a:xfrm>
            <a:off x="3813755" y="5"/>
            <a:ext cx="8377613" cy="6854893"/>
          </a:xfrm>
          <a:custGeom>
            <a:avLst/>
            <a:gdLst>
              <a:gd name="connsiteX0" fmla="*/ 820536 w 8377613"/>
              <a:gd name="connsiteY0" fmla="*/ 6758957 h 6854893"/>
              <a:gd name="connsiteX1" fmla="*/ 797675 w 8377613"/>
              <a:gd name="connsiteY1" fmla="*/ 6838999 h 6854893"/>
              <a:gd name="connsiteX2" fmla="*/ 779183 w 8377613"/>
              <a:gd name="connsiteY2" fmla="*/ 6838999 h 6854893"/>
              <a:gd name="connsiteX3" fmla="*/ 796978 w 8377613"/>
              <a:gd name="connsiteY3" fmla="*/ 6776815 h 6854893"/>
              <a:gd name="connsiteX4" fmla="*/ 5213067 w 8377613"/>
              <a:gd name="connsiteY4" fmla="*/ 6751421 h 6854893"/>
              <a:gd name="connsiteX5" fmla="*/ 5468657 w 8377613"/>
              <a:gd name="connsiteY5" fmla="*/ 6838998 h 6854893"/>
              <a:gd name="connsiteX6" fmla="*/ 5236688 w 8377613"/>
              <a:gd name="connsiteY6" fmla="*/ 6838998 h 6854893"/>
              <a:gd name="connsiteX7" fmla="*/ 3374160 w 8377613"/>
              <a:gd name="connsiteY7" fmla="*/ 6748192 h 6854893"/>
              <a:gd name="connsiteX8" fmla="*/ 3410446 w 8377613"/>
              <a:gd name="connsiteY8" fmla="*/ 6838999 h 6854893"/>
              <a:gd name="connsiteX9" fmla="*/ 3323814 w 8377613"/>
              <a:gd name="connsiteY9" fmla="*/ 6838999 h 6854893"/>
              <a:gd name="connsiteX10" fmla="*/ 4636849 w 8377613"/>
              <a:gd name="connsiteY10" fmla="*/ 6726535 h 6854893"/>
              <a:gd name="connsiteX11" fmla="*/ 4800931 w 8377613"/>
              <a:gd name="connsiteY11" fmla="*/ 6838999 h 6854893"/>
              <a:gd name="connsiteX12" fmla="*/ 4637102 w 8377613"/>
              <a:gd name="connsiteY12" fmla="*/ 6838999 h 6854893"/>
              <a:gd name="connsiteX13" fmla="*/ 7576834 w 8377613"/>
              <a:gd name="connsiteY13" fmla="*/ 6663020 h 6854893"/>
              <a:gd name="connsiteX14" fmla="*/ 7759218 w 8377613"/>
              <a:gd name="connsiteY14" fmla="*/ 6838998 h 6854893"/>
              <a:gd name="connsiteX15" fmla="*/ 6852176 w 8377613"/>
              <a:gd name="connsiteY15" fmla="*/ 6838998 h 6854893"/>
              <a:gd name="connsiteX16" fmla="*/ 6794358 w 8377613"/>
              <a:gd name="connsiteY16" fmla="*/ 6783209 h 6854893"/>
              <a:gd name="connsiteX17" fmla="*/ 2544314 w 8377613"/>
              <a:gd name="connsiteY17" fmla="*/ 6645290 h 6854893"/>
              <a:gd name="connsiteX18" fmla="*/ 2558689 w 8377613"/>
              <a:gd name="connsiteY18" fmla="*/ 6838998 h 6854893"/>
              <a:gd name="connsiteX19" fmla="*/ 2409679 w 8377613"/>
              <a:gd name="connsiteY19" fmla="*/ 6838998 h 6854893"/>
              <a:gd name="connsiteX20" fmla="*/ 2406196 w 8377613"/>
              <a:gd name="connsiteY20" fmla="*/ 6792011 h 6854893"/>
              <a:gd name="connsiteX21" fmla="*/ 5798468 w 8377613"/>
              <a:gd name="connsiteY21" fmla="*/ 6620847 h 6854893"/>
              <a:gd name="connsiteX22" fmla="*/ 6506345 w 8377613"/>
              <a:gd name="connsiteY22" fmla="*/ 6665110 h 6854893"/>
              <a:gd name="connsiteX23" fmla="*/ 6608429 w 8377613"/>
              <a:gd name="connsiteY23" fmla="*/ 6838998 h 6854893"/>
              <a:gd name="connsiteX24" fmla="*/ 5926453 w 8377613"/>
              <a:gd name="connsiteY24" fmla="*/ 6838998 h 6854893"/>
              <a:gd name="connsiteX25" fmla="*/ 4107873 w 8377613"/>
              <a:gd name="connsiteY25" fmla="*/ 6556763 h 6854893"/>
              <a:gd name="connsiteX26" fmla="*/ 4344909 w 8377613"/>
              <a:gd name="connsiteY26" fmla="*/ 6838998 h 6854893"/>
              <a:gd name="connsiteX27" fmla="*/ 4034350 w 8377613"/>
              <a:gd name="connsiteY27" fmla="*/ 6838998 h 6854893"/>
              <a:gd name="connsiteX28" fmla="*/ 1275228 w 8377613"/>
              <a:gd name="connsiteY28" fmla="*/ 6488942 h 6854893"/>
              <a:gd name="connsiteX29" fmla="*/ 1185429 w 8377613"/>
              <a:gd name="connsiteY29" fmla="*/ 6838998 h 6854893"/>
              <a:gd name="connsiteX30" fmla="*/ 1126788 w 8377613"/>
              <a:gd name="connsiteY30" fmla="*/ 6838998 h 6854893"/>
              <a:gd name="connsiteX31" fmla="*/ 1204618 w 8377613"/>
              <a:gd name="connsiteY31" fmla="*/ 6535485 h 6854893"/>
              <a:gd name="connsiteX32" fmla="*/ 8377613 w 8377613"/>
              <a:gd name="connsiteY32" fmla="*/ 6386674 h 6854893"/>
              <a:gd name="connsiteX33" fmla="*/ 8377613 w 8377613"/>
              <a:gd name="connsiteY33" fmla="*/ 6581333 h 6854893"/>
              <a:gd name="connsiteX34" fmla="*/ 8168758 w 8377613"/>
              <a:gd name="connsiteY34" fmla="*/ 6662387 h 6854893"/>
              <a:gd name="connsiteX35" fmla="*/ 7958194 w 8377613"/>
              <a:gd name="connsiteY35" fmla="*/ 6549480 h 6854893"/>
              <a:gd name="connsiteX36" fmla="*/ 3658881 w 8377613"/>
              <a:gd name="connsiteY36" fmla="*/ 6261736 h 6854893"/>
              <a:gd name="connsiteX37" fmla="*/ 3920297 w 8377613"/>
              <a:gd name="connsiteY37" fmla="*/ 6832919 h 6854893"/>
              <a:gd name="connsiteX38" fmla="*/ 3916877 w 8377613"/>
              <a:gd name="connsiteY38" fmla="*/ 6838998 h 6854893"/>
              <a:gd name="connsiteX39" fmla="*/ 3635006 w 8377613"/>
              <a:gd name="connsiteY39" fmla="*/ 6838998 h 6854893"/>
              <a:gd name="connsiteX40" fmla="*/ 3500688 w 8377613"/>
              <a:gd name="connsiteY40" fmla="*/ 6545491 h 6854893"/>
              <a:gd name="connsiteX41" fmla="*/ 2929726 w 8377613"/>
              <a:gd name="connsiteY41" fmla="*/ 6256860 h 6854893"/>
              <a:gd name="connsiteX42" fmla="*/ 2997550 w 8377613"/>
              <a:gd name="connsiteY42" fmla="*/ 6838998 h 6854893"/>
              <a:gd name="connsiteX43" fmla="*/ 2797878 w 8377613"/>
              <a:gd name="connsiteY43" fmla="*/ 6838998 h 6854893"/>
              <a:gd name="connsiteX44" fmla="*/ 2751965 w 8377613"/>
              <a:gd name="connsiteY44" fmla="*/ 6444553 h 6854893"/>
              <a:gd name="connsiteX45" fmla="*/ 1729921 w 8377613"/>
              <a:gd name="connsiteY45" fmla="*/ 6218929 h 6854893"/>
              <a:gd name="connsiteX46" fmla="*/ 1591423 w 8377613"/>
              <a:gd name="connsiteY46" fmla="*/ 6838999 h 6854893"/>
              <a:gd name="connsiteX47" fmla="*/ 1490479 w 8377613"/>
              <a:gd name="connsiteY47" fmla="*/ 6838999 h 6854893"/>
              <a:gd name="connsiteX48" fmla="*/ 1612195 w 8377613"/>
              <a:gd name="connsiteY48" fmla="*/ 6294158 h 6854893"/>
              <a:gd name="connsiteX49" fmla="*/ 7074899 w 8377613"/>
              <a:gd name="connsiteY49" fmla="*/ 6187710 h 6854893"/>
              <a:gd name="connsiteX50" fmla="*/ 7335619 w 8377613"/>
              <a:gd name="connsiteY50" fmla="*/ 6440500 h 6854893"/>
              <a:gd name="connsiteX51" fmla="*/ 6612797 w 8377613"/>
              <a:gd name="connsiteY51" fmla="*/ 6587348 h 6854893"/>
              <a:gd name="connsiteX52" fmla="*/ 6352014 w 8377613"/>
              <a:gd name="connsiteY52" fmla="*/ 6334622 h 6854893"/>
              <a:gd name="connsiteX53" fmla="*/ 5164749 w 8377613"/>
              <a:gd name="connsiteY53" fmla="*/ 6063342 h 6854893"/>
              <a:gd name="connsiteX54" fmla="*/ 5164749 w 8377613"/>
              <a:gd name="connsiteY54" fmla="*/ 6193726 h 6854893"/>
              <a:gd name="connsiteX55" fmla="*/ 5641416 w 8377613"/>
              <a:gd name="connsiteY55" fmla="*/ 6327023 h 6854893"/>
              <a:gd name="connsiteX56" fmla="*/ 5532049 w 8377613"/>
              <a:gd name="connsiteY56" fmla="*/ 6140027 h 6854893"/>
              <a:gd name="connsiteX57" fmla="*/ 4763251 w 8377613"/>
              <a:gd name="connsiteY57" fmla="*/ 6062708 h 6854893"/>
              <a:gd name="connsiteX58" fmla="*/ 4730701 w 8377613"/>
              <a:gd name="connsiteY58" fmla="*/ 6186190 h 6854893"/>
              <a:gd name="connsiteX59" fmla="*/ 4730764 w 8377613"/>
              <a:gd name="connsiteY59" fmla="*/ 6186190 h 6854893"/>
              <a:gd name="connsiteX60" fmla="*/ 5140304 w 8377613"/>
              <a:gd name="connsiteY60" fmla="*/ 6433344 h 6854893"/>
              <a:gd name="connsiteX61" fmla="*/ 5085272 w 8377613"/>
              <a:gd name="connsiteY61" fmla="*/ 6228491 h 6854893"/>
              <a:gd name="connsiteX62" fmla="*/ 4390441 w 8377613"/>
              <a:gd name="connsiteY62" fmla="*/ 5960250 h 6854893"/>
              <a:gd name="connsiteX63" fmla="*/ 4329520 w 8377613"/>
              <a:gd name="connsiteY63" fmla="*/ 6068914 h 6854893"/>
              <a:gd name="connsiteX64" fmla="*/ 4329520 w 8377613"/>
              <a:gd name="connsiteY64" fmla="*/ 6068978 h 6854893"/>
              <a:gd name="connsiteX65" fmla="*/ 4648375 w 8377613"/>
              <a:gd name="connsiteY65" fmla="*/ 6406938 h 6854893"/>
              <a:gd name="connsiteX66" fmla="*/ 4648248 w 8377613"/>
              <a:gd name="connsiteY66" fmla="*/ 6198982 h 6854893"/>
              <a:gd name="connsiteX67" fmla="*/ 2184613 w 8377613"/>
              <a:gd name="connsiteY67" fmla="*/ 5948851 h 6854893"/>
              <a:gd name="connsiteX68" fmla="*/ 2056944 w 8377613"/>
              <a:gd name="connsiteY68" fmla="*/ 6634397 h 6854893"/>
              <a:gd name="connsiteX69" fmla="*/ 1892166 w 8377613"/>
              <a:gd name="connsiteY69" fmla="*/ 6738376 h 6854893"/>
              <a:gd name="connsiteX70" fmla="*/ 2019835 w 8377613"/>
              <a:gd name="connsiteY70" fmla="*/ 6052829 h 6854893"/>
              <a:gd name="connsiteX71" fmla="*/ 5957547 w 8377613"/>
              <a:gd name="connsiteY71" fmla="*/ 5932577 h 6854893"/>
              <a:gd name="connsiteX72" fmla="*/ 5957484 w 8377613"/>
              <a:gd name="connsiteY72" fmla="*/ 5932641 h 6854893"/>
              <a:gd name="connsiteX73" fmla="*/ 5568335 w 8377613"/>
              <a:gd name="connsiteY73" fmla="*/ 5955944 h 6854893"/>
              <a:gd name="connsiteX74" fmla="*/ 5602722 w 8377613"/>
              <a:gd name="connsiteY74" fmla="*/ 6084429 h 6854893"/>
              <a:gd name="connsiteX75" fmla="*/ 6116753 w 8377613"/>
              <a:gd name="connsiteY75" fmla="*/ 6087405 h 6854893"/>
              <a:gd name="connsiteX76" fmla="*/ 8149696 w 8377613"/>
              <a:gd name="connsiteY76" fmla="*/ 5897559 h 6854893"/>
              <a:gd name="connsiteX77" fmla="*/ 8377612 w 8377613"/>
              <a:gd name="connsiteY77" fmla="*/ 6020851 h 6854893"/>
              <a:gd name="connsiteX78" fmla="*/ 8377612 w 8377613"/>
              <a:gd name="connsiteY78" fmla="*/ 6061632 h 6854893"/>
              <a:gd name="connsiteX79" fmla="*/ 7665050 w 8377613"/>
              <a:gd name="connsiteY79" fmla="*/ 6372426 h 6854893"/>
              <a:gd name="connsiteX80" fmla="*/ 7395401 w 8377613"/>
              <a:gd name="connsiteY80" fmla="*/ 6226591 h 6854893"/>
              <a:gd name="connsiteX81" fmla="*/ 3315201 w 8377613"/>
              <a:gd name="connsiteY81" fmla="*/ 5868430 h 6854893"/>
              <a:gd name="connsiteX82" fmla="*/ 3415893 w 8377613"/>
              <a:gd name="connsiteY82" fmla="*/ 6475645 h 6854893"/>
              <a:gd name="connsiteX83" fmla="*/ 3198362 w 8377613"/>
              <a:gd name="connsiteY83" fmla="*/ 6704308 h 6854893"/>
              <a:gd name="connsiteX84" fmla="*/ 3097671 w 8377613"/>
              <a:gd name="connsiteY84" fmla="*/ 6097094 h 6854893"/>
              <a:gd name="connsiteX85" fmla="*/ 4069814 w 8377613"/>
              <a:gd name="connsiteY85" fmla="*/ 5768568 h 6854893"/>
              <a:gd name="connsiteX86" fmla="*/ 3986158 w 8377613"/>
              <a:gd name="connsiteY86" fmla="*/ 5856019 h 6854893"/>
              <a:gd name="connsiteX87" fmla="*/ 4198179 w 8377613"/>
              <a:gd name="connsiteY87" fmla="*/ 6256987 h 6854893"/>
              <a:gd name="connsiteX88" fmla="*/ 4249854 w 8377613"/>
              <a:gd name="connsiteY88" fmla="*/ 6060049 h 6854893"/>
              <a:gd name="connsiteX89" fmla="*/ 2639306 w 8377613"/>
              <a:gd name="connsiteY89" fmla="*/ 5678837 h 6854893"/>
              <a:gd name="connsiteX90" fmla="*/ 2546657 w 8377613"/>
              <a:gd name="connsiteY90" fmla="*/ 6321894 h 6854893"/>
              <a:gd name="connsiteX91" fmla="*/ 2334763 w 8377613"/>
              <a:gd name="connsiteY91" fmla="*/ 6454494 h 6854893"/>
              <a:gd name="connsiteX92" fmla="*/ 2427411 w 8377613"/>
              <a:gd name="connsiteY92" fmla="*/ 5811438 h 6854893"/>
              <a:gd name="connsiteX93" fmla="*/ 555320 w 8377613"/>
              <a:gd name="connsiteY93" fmla="*/ 5619123 h 6854893"/>
              <a:gd name="connsiteX94" fmla="*/ 136977 w 8377613"/>
              <a:gd name="connsiteY94" fmla="*/ 6330063 h 6854893"/>
              <a:gd name="connsiteX95" fmla="*/ 110634 w 8377613"/>
              <a:gd name="connsiteY95" fmla="*/ 6341018 h 6854893"/>
              <a:gd name="connsiteX96" fmla="*/ 529039 w 8377613"/>
              <a:gd name="connsiteY96" fmla="*/ 5630078 h 6854893"/>
              <a:gd name="connsiteX97" fmla="*/ 6330040 w 8377613"/>
              <a:gd name="connsiteY97" fmla="*/ 5613741 h 6854893"/>
              <a:gd name="connsiteX98" fmla="*/ 5945262 w 8377613"/>
              <a:gd name="connsiteY98" fmla="*/ 5741465 h 6854893"/>
              <a:gd name="connsiteX99" fmla="*/ 6013710 w 8377613"/>
              <a:gd name="connsiteY99" fmla="*/ 5858790 h 6854893"/>
              <a:gd name="connsiteX100" fmla="*/ 6013655 w 8377613"/>
              <a:gd name="connsiteY100" fmla="*/ 5858805 h 6854893"/>
              <a:gd name="connsiteX101" fmla="*/ 6013719 w 8377613"/>
              <a:gd name="connsiteY101" fmla="*/ 5858805 h 6854893"/>
              <a:gd name="connsiteX102" fmla="*/ 6013710 w 8377613"/>
              <a:gd name="connsiteY102" fmla="*/ 5858790 h 6854893"/>
              <a:gd name="connsiteX103" fmla="*/ 6530852 w 8377613"/>
              <a:gd name="connsiteY103" fmla="*/ 5723418 h 6854893"/>
              <a:gd name="connsiteX104" fmla="*/ 7519966 w 8377613"/>
              <a:gd name="connsiteY104" fmla="*/ 5564348 h 6854893"/>
              <a:gd name="connsiteX105" fmla="*/ 7848636 w 8377613"/>
              <a:gd name="connsiteY105" fmla="*/ 5743175 h 6854893"/>
              <a:gd name="connsiteX106" fmla="*/ 7161278 w 8377613"/>
              <a:gd name="connsiteY106" fmla="*/ 6082466 h 6854893"/>
              <a:gd name="connsiteX107" fmla="*/ 6832608 w 8377613"/>
              <a:gd name="connsiteY107" fmla="*/ 5903702 h 6854893"/>
              <a:gd name="connsiteX108" fmla="*/ 3819669 w 8377613"/>
              <a:gd name="connsiteY108" fmla="*/ 5505710 h 6854893"/>
              <a:gd name="connsiteX109" fmla="*/ 3720182 w 8377613"/>
              <a:gd name="connsiteY109" fmla="*/ 5567324 h 6854893"/>
              <a:gd name="connsiteX110" fmla="*/ 3817326 w 8377613"/>
              <a:gd name="connsiteY110" fmla="*/ 6000841 h 6854893"/>
              <a:gd name="connsiteX111" fmla="*/ 3817390 w 8377613"/>
              <a:gd name="connsiteY111" fmla="*/ 6000778 h 6854893"/>
              <a:gd name="connsiteX112" fmla="*/ 3914344 w 8377613"/>
              <a:gd name="connsiteY112" fmla="*/ 5827396 h 6854893"/>
              <a:gd name="connsiteX113" fmla="*/ 1044842 w 8377613"/>
              <a:gd name="connsiteY113" fmla="*/ 5478797 h 6854893"/>
              <a:gd name="connsiteX114" fmla="*/ 669499 w 8377613"/>
              <a:gd name="connsiteY114" fmla="*/ 6158328 h 6854893"/>
              <a:gd name="connsiteX115" fmla="*/ 592303 w 8377613"/>
              <a:gd name="connsiteY115" fmla="*/ 6184481 h 6854893"/>
              <a:gd name="connsiteX116" fmla="*/ 967646 w 8377613"/>
              <a:gd name="connsiteY116" fmla="*/ 5504950 h 6854893"/>
              <a:gd name="connsiteX117" fmla="*/ 3093935 w 8377613"/>
              <a:gd name="connsiteY117" fmla="*/ 5408824 h 6854893"/>
              <a:gd name="connsiteX118" fmla="*/ 3036307 w 8377613"/>
              <a:gd name="connsiteY118" fmla="*/ 6009390 h 6854893"/>
              <a:gd name="connsiteX119" fmla="*/ 2777360 w 8377613"/>
              <a:gd name="connsiteY119" fmla="*/ 6170676 h 6854893"/>
              <a:gd name="connsiteX120" fmla="*/ 2834988 w 8377613"/>
              <a:gd name="connsiteY120" fmla="*/ 5570110 h 6854893"/>
              <a:gd name="connsiteX121" fmla="*/ 1534301 w 8377613"/>
              <a:gd name="connsiteY121" fmla="*/ 5338470 h 6854893"/>
              <a:gd name="connsiteX122" fmla="*/ 1202084 w 8377613"/>
              <a:gd name="connsiteY122" fmla="*/ 5986656 h 6854893"/>
              <a:gd name="connsiteX123" fmla="*/ 1074036 w 8377613"/>
              <a:gd name="connsiteY123" fmla="*/ 6028006 h 6854893"/>
              <a:gd name="connsiteX124" fmla="*/ 1406253 w 8377613"/>
              <a:gd name="connsiteY124" fmla="*/ 5379821 h 6854893"/>
              <a:gd name="connsiteX125" fmla="*/ 6620271 w 8377613"/>
              <a:gd name="connsiteY125" fmla="*/ 5199221 h 6854893"/>
              <a:gd name="connsiteX126" fmla="*/ 6267409 w 8377613"/>
              <a:gd name="connsiteY126" fmla="*/ 5428644 h 6854893"/>
              <a:gd name="connsiteX127" fmla="*/ 6367150 w 8377613"/>
              <a:gd name="connsiteY127" fmla="*/ 5525847 h 6854893"/>
              <a:gd name="connsiteX128" fmla="*/ 6850973 w 8377613"/>
              <a:gd name="connsiteY128" fmla="*/ 5253236 h 6854893"/>
              <a:gd name="connsiteX129" fmla="*/ 2023823 w 8377613"/>
              <a:gd name="connsiteY129" fmla="*/ 5198081 h 6854893"/>
              <a:gd name="connsiteX130" fmla="*/ 1734670 w 8377613"/>
              <a:gd name="connsiteY130" fmla="*/ 5814921 h 6854893"/>
              <a:gd name="connsiteX131" fmla="*/ 1555769 w 8377613"/>
              <a:gd name="connsiteY131" fmla="*/ 5871533 h 6854893"/>
              <a:gd name="connsiteX132" fmla="*/ 1844923 w 8377613"/>
              <a:gd name="connsiteY132" fmla="*/ 5254693 h 6854893"/>
              <a:gd name="connsiteX133" fmla="*/ 3652738 w 8377613"/>
              <a:gd name="connsiteY133" fmla="*/ 5193332 h 6854893"/>
              <a:gd name="connsiteX134" fmla="*/ 3545017 w 8377613"/>
              <a:gd name="connsiteY134" fmla="*/ 5226450 h 6854893"/>
              <a:gd name="connsiteX135" fmla="*/ 3527349 w 8377613"/>
              <a:gd name="connsiteY135" fmla="*/ 5661614 h 6854893"/>
              <a:gd name="connsiteX136" fmla="*/ 3660590 w 8377613"/>
              <a:gd name="connsiteY136" fmla="*/ 5521984 h 6854893"/>
              <a:gd name="connsiteX137" fmla="*/ 8377612 w 8377613"/>
              <a:gd name="connsiteY137" fmla="*/ 5103475 h 6854893"/>
              <a:gd name="connsiteX138" fmla="*/ 8377612 w 8377613"/>
              <a:gd name="connsiteY138" fmla="*/ 5417753 h 6854893"/>
              <a:gd name="connsiteX139" fmla="*/ 8161538 w 8377613"/>
              <a:gd name="connsiteY139" fmla="*/ 5587524 h 6854893"/>
              <a:gd name="connsiteX140" fmla="*/ 7852183 w 8377613"/>
              <a:gd name="connsiteY140" fmla="*/ 5516348 h 6854893"/>
              <a:gd name="connsiteX141" fmla="*/ 2513347 w 8377613"/>
              <a:gd name="connsiteY141" fmla="*/ 5057755 h 6854893"/>
              <a:gd name="connsiteX142" fmla="*/ 2267256 w 8377613"/>
              <a:gd name="connsiteY142" fmla="*/ 5643249 h 6854893"/>
              <a:gd name="connsiteX143" fmla="*/ 2037503 w 8377613"/>
              <a:gd name="connsiteY143" fmla="*/ 5715059 h 6854893"/>
              <a:gd name="connsiteX144" fmla="*/ 2283531 w 8377613"/>
              <a:gd name="connsiteY144" fmla="*/ 5129628 h 6854893"/>
              <a:gd name="connsiteX145" fmla="*/ 3002806 w 8377613"/>
              <a:gd name="connsiteY145" fmla="*/ 4917428 h 6854893"/>
              <a:gd name="connsiteX146" fmla="*/ 2799841 w 8377613"/>
              <a:gd name="connsiteY146" fmla="*/ 5471514 h 6854893"/>
              <a:gd name="connsiteX147" fmla="*/ 2519173 w 8377613"/>
              <a:gd name="connsiteY147" fmla="*/ 5558585 h 6854893"/>
              <a:gd name="connsiteX148" fmla="*/ 2722201 w 8377613"/>
              <a:gd name="connsiteY148" fmla="*/ 5004499 h 6854893"/>
              <a:gd name="connsiteX149" fmla="*/ 3575415 w 8377613"/>
              <a:gd name="connsiteY149" fmla="*/ 4855118 h 6854893"/>
              <a:gd name="connsiteX150" fmla="*/ 3467125 w 8377613"/>
              <a:gd name="connsiteY150" fmla="*/ 4859170 h 6854893"/>
              <a:gd name="connsiteX151" fmla="*/ 3342432 w 8377613"/>
              <a:gd name="connsiteY151" fmla="*/ 5266788 h 6854893"/>
              <a:gd name="connsiteX152" fmla="*/ 3500942 w 8377613"/>
              <a:gd name="connsiteY152" fmla="*/ 5168382 h 6854893"/>
              <a:gd name="connsiteX153" fmla="*/ 7802471 w 8377613"/>
              <a:gd name="connsiteY153" fmla="*/ 4830421 h 6854893"/>
              <a:gd name="connsiteX154" fmla="*/ 8179904 w 8377613"/>
              <a:gd name="connsiteY154" fmla="*/ 4918125 h 6854893"/>
              <a:gd name="connsiteX155" fmla="*/ 7578988 w 8377613"/>
              <a:gd name="connsiteY155" fmla="*/ 5437446 h 6854893"/>
              <a:gd name="connsiteX156" fmla="*/ 7201618 w 8377613"/>
              <a:gd name="connsiteY156" fmla="*/ 5349679 h 6854893"/>
              <a:gd name="connsiteX157" fmla="*/ 7048366 w 8377613"/>
              <a:gd name="connsiteY157" fmla="*/ 4703900 h 6854893"/>
              <a:gd name="connsiteX158" fmla="*/ 6802338 w 8377613"/>
              <a:gd name="connsiteY158" fmla="*/ 4712765 h 6854893"/>
              <a:gd name="connsiteX159" fmla="*/ 6802401 w 8377613"/>
              <a:gd name="connsiteY159" fmla="*/ 4712828 h 6854893"/>
              <a:gd name="connsiteX160" fmla="*/ 6508498 w 8377613"/>
              <a:gd name="connsiteY160" fmla="*/ 5033818 h 6854893"/>
              <a:gd name="connsiteX161" fmla="*/ 6634330 w 8377613"/>
              <a:gd name="connsiteY161" fmla="*/ 5102715 h 6854893"/>
              <a:gd name="connsiteX162" fmla="*/ 3486250 w 8377613"/>
              <a:gd name="connsiteY162" fmla="*/ 4491637 h 6854893"/>
              <a:gd name="connsiteX163" fmla="*/ 3268972 w 8377613"/>
              <a:gd name="connsiteY163" fmla="*/ 4845999 h 6854893"/>
              <a:gd name="connsiteX164" fmla="*/ 3269036 w 8377613"/>
              <a:gd name="connsiteY164" fmla="*/ 4846063 h 6854893"/>
              <a:gd name="connsiteX165" fmla="*/ 3440717 w 8377613"/>
              <a:gd name="connsiteY165" fmla="*/ 4793060 h 6854893"/>
              <a:gd name="connsiteX166" fmla="*/ 3587827 w 8377613"/>
              <a:gd name="connsiteY166" fmla="*/ 4515321 h 6854893"/>
              <a:gd name="connsiteX167" fmla="*/ 592683 w 8377613"/>
              <a:gd name="connsiteY167" fmla="*/ 4472450 h 6854893"/>
              <a:gd name="connsiteX168" fmla="*/ 27168 w 8377613"/>
              <a:gd name="connsiteY168" fmla="*/ 5039517 h 6854893"/>
              <a:gd name="connsiteX169" fmla="*/ 0 w 8377613"/>
              <a:gd name="connsiteY169" fmla="*/ 5043190 h 6854893"/>
              <a:gd name="connsiteX170" fmla="*/ 565516 w 8377613"/>
              <a:gd name="connsiteY170" fmla="*/ 4476123 h 6854893"/>
              <a:gd name="connsiteX171" fmla="*/ 1082269 w 8377613"/>
              <a:gd name="connsiteY171" fmla="*/ 4463774 h 6854893"/>
              <a:gd name="connsiteX172" fmla="*/ 564566 w 8377613"/>
              <a:gd name="connsiteY172" fmla="*/ 5012034 h 6854893"/>
              <a:gd name="connsiteX173" fmla="*/ 486356 w 8377613"/>
              <a:gd name="connsiteY173" fmla="*/ 5017227 h 6854893"/>
              <a:gd name="connsiteX174" fmla="*/ 1004059 w 8377613"/>
              <a:gd name="connsiteY174" fmla="*/ 4468967 h 6854893"/>
              <a:gd name="connsiteX175" fmla="*/ 1571791 w 8377613"/>
              <a:gd name="connsiteY175" fmla="*/ 4455036 h 6854893"/>
              <a:gd name="connsiteX176" fmla="*/ 1101900 w 8377613"/>
              <a:gd name="connsiteY176" fmla="*/ 4984552 h 6854893"/>
              <a:gd name="connsiteX177" fmla="*/ 972712 w 8377613"/>
              <a:gd name="connsiteY177" fmla="*/ 4991264 h 6854893"/>
              <a:gd name="connsiteX178" fmla="*/ 1442603 w 8377613"/>
              <a:gd name="connsiteY178" fmla="*/ 4461748 h 6854893"/>
              <a:gd name="connsiteX179" fmla="*/ 2061377 w 8377613"/>
              <a:gd name="connsiteY179" fmla="*/ 4446360 h 6854893"/>
              <a:gd name="connsiteX180" fmla="*/ 1639298 w 8377613"/>
              <a:gd name="connsiteY180" fmla="*/ 4957132 h 6854893"/>
              <a:gd name="connsiteX181" fmla="*/ 1459068 w 8377613"/>
              <a:gd name="connsiteY181" fmla="*/ 4965301 h 6854893"/>
              <a:gd name="connsiteX182" fmla="*/ 1881083 w 8377613"/>
              <a:gd name="connsiteY182" fmla="*/ 4454592 h 6854893"/>
              <a:gd name="connsiteX183" fmla="*/ 2550900 w 8377613"/>
              <a:gd name="connsiteY183" fmla="*/ 4437685 h 6854893"/>
              <a:gd name="connsiteX184" fmla="*/ 2176633 w 8377613"/>
              <a:gd name="connsiteY184" fmla="*/ 4929650 h 6854893"/>
              <a:gd name="connsiteX185" fmla="*/ 1945361 w 8377613"/>
              <a:gd name="connsiteY185" fmla="*/ 4939402 h 6854893"/>
              <a:gd name="connsiteX186" fmla="*/ 2319627 w 8377613"/>
              <a:gd name="connsiteY186" fmla="*/ 4447374 h 6854893"/>
              <a:gd name="connsiteX187" fmla="*/ 3040486 w 8377613"/>
              <a:gd name="connsiteY187" fmla="*/ 4428946 h 6854893"/>
              <a:gd name="connsiteX188" fmla="*/ 2714032 w 8377613"/>
              <a:gd name="connsiteY188" fmla="*/ 4902167 h 6854893"/>
              <a:gd name="connsiteX189" fmla="*/ 2431717 w 8377613"/>
              <a:gd name="connsiteY189" fmla="*/ 4913439 h 6854893"/>
              <a:gd name="connsiteX190" fmla="*/ 2758171 w 8377613"/>
              <a:gd name="connsiteY190" fmla="*/ 4440218 h 6854893"/>
              <a:gd name="connsiteX191" fmla="*/ 8377612 w 8377613"/>
              <a:gd name="connsiteY191" fmla="*/ 4361190 h 6854893"/>
              <a:gd name="connsiteX192" fmla="*/ 8377612 w 8377613"/>
              <a:gd name="connsiteY192" fmla="*/ 4683509 h 6854893"/>
              <a:gd name="connsiteX193" fmla="*/ 8123605 w 8377613"/>
              <a:gd name="connsiteY193" fmla="*/ 4693705 h 6854893"/>
              <a:gd name="connsiteX194" fmla="*/ 3595426 w 8377613"/>
              <a:gd name="connsiteY194" fmla="*/ 4148357 h 6854893"/>
              <a:gd name="connsiteX195" fmla="*/ 3305449 w 8377613"/>
              <a:gd name="connsiteY195" fmla="*/ 4428820 h 6854893"/>
              <a:gd name="connsiteX196" fmla="*/ 3478080 w 8377613"/>
              <a:gd name="connsiteY196" fmla="*/ 4422234 h 6854893"/>
              <a:gd name="connsiteX197" fmla="*/ 3683832 w 8377613"/>
              <a:gd name="connsiteY197" fmla="*/ 4196547 h 6854893"/>
              <a:gd name="connsiteX198" fmla="*/ 7101561 w 8377613"/>
              <a:gd name="connsiteY198" fmla="*/ 4109603 h 6854893"/>
              <a:gd name="connsiteX199" fmla="*/ 7101546 w 8377613"/>
              <a:gd name="connsiteY199" fmla="*/ 4109627 h 6854893"/>
              <a:gd name="connsiteX200" fmla="*/ 6856800 w 8377613"/>
              <a:gd name="connsiteY200" fmla="*/ 4184579 h 6854893"/>
              <a:gd name="connsiteX201" fmla="*/ 6646299 w 8377613"/>
              <a:gd name="connsiteY201" fmla="*/ 4579911 h 6854893"/>
              <a:gd name="connsiteX202" fmla="*/ 6790939 w 8377613"/>
              <a:gd name="connsiteY202" fmla="*/ 4613916 h 6854893"/>
              <a:gd name="connsiteX203" fmla="*/ 7101546 w 8377613"/>
              <a:gd name="connsiteY203" fmla="*/ 4109627 h 6854893"/>
              <a:gd name="connsiteX204" fmla="*/ 7101624 w 8377613"/>
              <a:gd name="connsiteY204" fmla="*/ 4109603 h 6854893"/>
              <a:gd name="connsiteX205" fmla="*/ 8294843 w 8377613"/>
              <a:gd name="connsiteY205" fmla="*/ 4016073 h 6854893"/>
              <a:gd name="connsiteX206" fmla="*/ 7828309 w 8377613"/>
              <a:gd name="connsiteY206" fmla="*/ 4689461 h 6854893"/>
              <a:gd name="connsiteX207" fmla="*/ 7425988 w 8377613"/>
              <a:gd name="connsiteY207" fmla="*/ 4704596 h 6854893"/>
              <a:gd name="connsiteX208" fmla="*/ 7892523 w 8377613"/>
              <a:gd name="connsiteY208" fmla="*/ 4031207 h 6854893"/>
              <a:gd name="connsiteX209" fmla="*/ 2932006 w 8377613"/>
              <a:gd name="connsiteY209" fmla="*/ 3914945 h 6854893"/>
              <a:gd name="connsiteX210" fmla="*/ 3197032 w 8377613"/>
              <a:gd name="connsiteY210" fmla="*/ 3975926 h 6854893"/>
              <a:gd name="connsiteX211" fmla="*/ 2776030 w 8377613"/>
              <a:gd name="connsiteY211" fmla="*/ 4341243 h 6854893"/>
              <a:gd name="connsiteX212" fmla="*/ 2511067 w 8377613"/>
              <a:gd name="connsiteY212" fmla="*/ 4280262 h 6854893"/>
              <a:gd name="connsiteX213" fmla="*/ 3782306 w 8377613"/>
              <a:gd name="connsiteY213" fmla="*/ 3851051 h 6854893"/>
              <a:gd name="connsiteX214" fmla="*/ 3782306 w 8377613"/>
              <a:gd name="connsiteY214" fmla="*/ 3851114 h 6854893"/>
              <a:gd name="connsiteX215" fmla="*/ 3443123 w 8377613"/>
              <a:gd name="connsiteY215" fmla="*/ 4043113 h 6854893"/>
              <a:gd name="connsiteX216" fmla="*/ 3605116 w 8377613"/>
              <a:gd name="connsiteY216" fmla="*/ 4080664 h 6854893"/>
              <a:gd name="connsiteX217" fmla="*/ 3852410 w 8377613"/>
              <a:gd name="connsiteY217" fmla="*/ 3919124 h 6854893"/>
              <a:gd name="connsiteX218" fmla="*/ 2522973 w 8377613"/>
              <a:gd name="connsiteY218" fmla="*/ 3810460 h 6854893"/>
              <a:gd name="connsiteX219" fmla="*/ 2740187 w 8377613"/>
              <a:gd name="connsiteY219" fmla="*/ 3859979 h 6854893"/>
              <a:gd name="connsiteX220" fmla="*/ 2270106 w 8377613"/>
              <a:gd name="connsiteY220" fmla="*/ 4230869 h 6854893"/>
              <a:gd name="connsiteX221" fmla="*/ 2052892 w 8377613"/>
              <a:gd name="connsiteY221" fmla="*/ 4181413 h 6854893"/>
              <a:gd name="connsiteX222" fmla="*/ 2113876 w 8377613"/>
              <a:gd name="connsiteY222" fmla="*/ 3706038 h 6854893"/>
              <a:gd name="connsiteX223" fmla="*/ 2283277 w 8377613"/>
              <a:gd name="connsiteY223" fmla="*/ 3743969 h 6854893"/>
              <a:gd name="connsiteX224" fmla="*/ 1764181 w 8377613"/>
              <a:gd name="connsiteY224" fmla="*/ 4120558 h 6854893"/>
              <a:gd name="connsiteX225" fmla="*/ 1594716 w 8377613"/>
              <a:gd name="connsiteY225" fmla="*/ 4082626 h 6854893"/>
              <a:gd name="connsiteX226" fmla="*/ 4029854 w 8377613"/>
              <a:gd name="connsiteY226" fmla="*/ 3616815 h 6854893"/>
              <a:gd name="connsiteX227" fmla="*/ 3667050 w 8377613"/>
              <a:gd name="connsiteY227" fmla="*/ 3712624 h 6854893"/>
              <a:gd name="connsiteX228" fmla="*/ 3808144 w 8377613"/>
              <a:gd name="connsiteY228" fmla="*/ 3789310 h 6854893"/>
              <a:gd name="connsiteX229" fmla="*/ 4078046 w 8377613"/>
              <a:gd name="connsiteY229" fmla="*/ 3699136 h 6854893"/>
              <a:gd name="connsiteX230" fmla="*/ 4029854 w 8377613"/>
              <a:gd name="connsiteY230" fmla="*/ 3616878 h 6854893"/>
              <a:gd name="connsiteX231" fmla="*/ 1704780 w 8377613"/>
              <a:gd name="connsiteY231" fmla="*/ 3601554 h 6854893"/>
              <a:gd name="connsiteX232" fmla="*/ 1826432 w 8377613"/>
              <a:gd name="connsiteY232" fmla="*/ 3628023 h 6854893"/>
              <a:gd name="connsiteX233" fmla="*/ 1258257 w 8377613"/>
              <a:gd name="connsiteY233" fmla="*/ 4010248 h 6854893"/>
              <a:gd name="connsiteX234" fmla="*/ 1136541 w 8377613"/>
              <a:gd name="connsiteY234" fmla="*/ 3983778 h 6854893"/>
              <a:gd name="connsiteX235" fmla="*/ 6998147 w 8377613"/>
              <a:gd name="connsiteY235" fmla="*/ 3509607 h 6854893"/>
              <a:gd name="connsiteX236" fmla="*/ 6772004 w 8377613"/>
              <a:gd name="connsiteY236" fmla="*/ 3649363 h 6854893"/>
              <a:gd name="connsiteX237" fmla="*/ 6664917 w 8377613"/>
              <a:gd name="connsiteY237" fmla="*/ 4095545 h 6854893"/>
              <a:gd name="connsiteX238" fmla="*/ 6819183 w 8377613"/>
              <a:gd name="connsiteY238" fmla="*/ 4090162 h 6854893"/>
              <a:gd name="connsiteX239" fmla="*/ 6998084 w 8377613"/>
              <a:gd name="connsiteY239" fmla="*/ 3509671 h 6854893"/>
              <a:gd name="connsiteX240" fmla="*/ 1295683 w 8377613"/>
              <a:gd name="connsiteY240" fmla="*/ 3497132 h 6854893"/>
              <a:gd name="connsiteX241" fmla="*/ 1369586 w 8377613"/>
              <a:gd name="connsiteY241" fmla="*/ 3512013 h 6854893"/>
              <a:gd name="connsiteX242" fmla="*/ 752268 w 8377613"/>
              <a:gd name="connsiteY242" fmla="*/ 3899873 h 6854893"/>
              <a:gd name="connsiteX243" fmla="*/ 678365 w 8377613"/>
              <a:gd name="connsiteY243" fmla="*/ 3884992 h 6854893"/>
              <a:gd name="connsiteX244" fmla="*/ 3224262 w 8377613"/>
              <a:gd name="connsiteY244" fmla="*/ 3461671 h 6854893"/>
              <a:gd name="connsiteX245" fmla="*/ 3455155 w 8377613"/>
              <a:gd name="connsiteY245" fmla="*/ 3586610 h 6854893"/>
              <a:gd name="connsiteX246" fmla="*/ 2973295 w 8377613"/>
              <a:gd name="connsiteY246" fmla="*/ 3825785 h 6854893"/>
              <a:gd name="connsiteX247" fmla="*/ 2742339 w 8377613"/>
              <a:gd name="connsiteY247" fmla="*/ 3700783 h 6854893"/>
              <a:gd name="connsiteX248" fmla="*/ 3957344 w 8377613"/>
              <a:gd name="connsiteY248" fmla="*/ 3456542 h 6854893"/>
              <a:gd name="connsiteX249" fmla="*/ 4069307 w 8377613"/>
              <a:gd name="connsiteY249" fmla="*/ 3564952 h 6854893"/>
              <a:gd name="connsiteX250" fmla="*/ 4342376 w 8377613"/>
              <a:gd name="connsiteY250" fmla="*/ 3548045 h 6854893"/>
              <a:gd name="connsiteX251" fmla="*/ 4318058 w 8377613"/>
              <a:gd name="connsiteY251" fmla="*/ 3457935 h 6854893"/>
              <a:gd name="connsiteX252" fmla="*/ 4318121 w 8377613"/>
              <a:gd name="connsiteY252" fmla="*/ 3457871 h 6854893"/>
              <a:gd name="connsiteX253" fmla="*/ 886586 w 8377613"/>
              <a:gd name="connsiteY253" fmla="*/ 3392648 h 6854893"/>
              <a:gd name="connsiteX254" fmla="*/ 912741 w 8377613"/>
              <a:gd name="connsiteY254" fmla="*/ 3396068 h 6854893"/>
              <a:gd name="connsiteX255" fmla="*/ 246345 w 8377613"/>
              <a:gd name="connsiteY255" fmla="*/ 3789563 h 6854893"/>
              <a:gd name="connsiteX256" fmla="*/ 220255 w 8377613"/>
              <a:gd name="connsiteY256" fmla="*/ 3786144 h 6854893"/>
              <a:gd name="connsiteX257" fmla="*/ 8377612 w 8377613"/>
              <a:gd name="connsiteY257" fmla="*/ 3340344 h 6854893"/>
              <a:gd name="connsiteX258" fmla="*/ 8377612 w 8377613"/>
              <a:gd name="connsiteY258" fmla="*/ 3748466 h 6854893"/>
              <a:gd name="connsiteX259" fmla="*/ 8179017 w 8377613"/>
              <a:gd name="connsiteY259" fmla="*/ 3810080 h 6854893"/>
              <a:gd name="connsiteX260" fmla="*/ 4290511 w 8377613"/>
              <a:gd name="connsiteY260" fmla="*/ 3287721 h 6854893"/>
              <a:gd name="connsiteX261" fmla="*/ 4367517 w 8377613"/>
              <a:gd name="connsiteY261" fmla="*/ 3418801 h 6854893"/>
              <a:gd name="connsiteX262" fmla="*/ 4625387 w 8377613"/>
              <a:gd name="connsiteY262" fmla="*/ 3472056 h 6854893"/>
              <a:gd name="connsiteX263" fmla="*/ 4625260 w 8377613"/>
              <a:gd name="connsiteY263" fmla="*/ 3380553 h 6854893"/>
              <a:gd name="connsiteX264" fmla="*/ 2870261 w 8377613"/>
              <a:gd name="connsiteY264" fmla="*/ 3258911 h 6854893"/>
              <a:gd name="connsiteX265" fmla="*/ 3059737 w 8377613"/>
              <a:gd name="connsiteY265" fmla="*/ 3360923 h 6854893"/>
              <a:gd name="connsiteX266" fmla="*/ 2530825 w 8377613"/>
              <a:gd name="connsiteY266" fmla="*/ 3592878 h 6854893"/>
              <a:gd name="connsiteX267" fmla="*/ 2341412 w 8377613"/>
              <a:gd name="connsiteY267" fmla="*/ 3490927 h 6854893"/>
              <a:gd name="connsiteX268" fmla="*/ 4641916 w 8377613"/>
              <a:gd name="connsiteY268" fmla="*/ 3212429 h 6854893"/>
              <a:gd name="connsiteX269" fmla="*/ 4680862 w 8377613"/>
              <a:gd name="connsiteY269" fmla="*/ 3356110 h 6854893"/>
              <a:gd name="connsiteX270" fmla="*/ 4680862 w 8377613"/>
              <a:gd name="connsiteY270" fmla="*/ 3356046 h 6854893"/>
              <a:gd name="connsiteX271" fmla="*/ 4721645 w 8377613"/>
              <a:gd name="connsiteY271" fmla="*/ 3376943 h 6854893"/>
              <a:gd name="connsiteX272" fmla="*/ 4748433 w 8377613"/>
              <a:gd name="connsiteY272" fmla="*/ 3276387 h 6854893"/>
              <a:gd name="connsiteX273" fmla="*/ 3608408 w 8377613"/>
              <a:gd name="connsiteY273" fmla="*/ 3106554 h 6854893"/>
              <a:gd name="connsiteX274" fmla="*/ 3791805 w 8377613"/>
              <a:gd name="connsiteY274" fmla="*/ 3283480 h 6854893"/>
              <a:gd name="connsiteX275" fmla="*/ 3284741 w 8377613"/>
              <a:gd name="connsiteY275" fmla="*/ 3387646 h 6854893"/>
              <a:gd name="connsiteX276" fmla="*/ 3101344 w 8377613"/>
              <a:gd name="connsiteY276" fmla="*/ 3210722 h 6854893"/>
              <a:gd name="connsiteX277" fmla="*/ 8172114 w 8377613"/>
              <a:gd name="connsiteY277" fmla="*/ 3096359 h 6854893"/>
              <a:gd name="connsiteX278" fmla="*/ 7881250 w 8377613"/>
              <a:gd name="connsiteY278" fmla="*/ 3885372 h 6854893"/>
              <a:gd name="connsiteX279" fmla="*/ 7481146 w 8377613"/>
              <a:gd name="connsiteY279" fmla="*/ 4008601 h 6854893"/>
              <a:gd name="connsiteX280" fmla="*/ 7772010 w 8377613"/>
              <a:gd name="connsiteY280" fmla="*/ 3219588 h 6854893"/>
              <a:gd name="connsiteX281" fmla="*/ 2516324 w 8377613"/>
              <a:gd name="connsiteY281" fmla="*/ 3056211 h 6854893"/>
              <a:gd name="connsiteX282" fmla="*/ 2664257 w 8377613"/>
              <a:gd name="connsiteY282" fmla="*/ 3135177 h 6854893"/>
              <a:gd name="connsiteX283" fmla="*/ 2088355 w 8377613"/>
              <a:gd name="connsiteY283" fmla="*/ 3360037 h 6854893"/>
              <a:gd name="connsiteX284" fmla="*/ 1940422 w 8377613"/>
              <a:gd name="connsiteY284" fmla="*/ 3281137 h 6854893"/>
              <a:gd name="connsiteX285" fmla="*/ 6735844 w 8377613"/>
              <a:gd name="connsiteY285" fmla="*/ 2946469 h 6854893"/>
              <a:gd name="connsiteX286" fmla="*/ 6735781 w 8377613"/>
              <a:gd name="connsiteY286" fmla="*/ 2946531 h 6854893"/>
              <a:gd name="connsiteX287" fmla="*/ 6545544 w 8377613"/>
              <a:gd name="connsiteY287" fmla="*/ 3145052 h 6854893"/>
              <a:gd name="connsiteX288" fmla="*/ 6555803 w 8377613"/>
              <a:gd name="connsiteY288" fmla="*/ 3613459 h 6854893"/>
              <a:gd name="connsiteX289" fmla="*/ 6709373 w 8377613"/>
              <a:gd name="connsiteY289" fmla="*/ 3566599 h 6854893"/>
              <a:gd name="connsiteX290" fmla="*/ 2162385 w 8377613"/>
              <a:gd name="connsiteY290" fmla="*/ 2853512 h 6854893"/>
              <a:gd name="connsiteX291" fmla="*/ 2268838 w 8377613"/>
              <a:gd name="connsiteY291" fmla="*/ 2909426 h 6854893"/>
              <a:gd name="connsiteX292" fmla="*/ 1645948 w 8377613"/>
              <a:gd name="connsiteY292" fmla="*/ 3127198 h 6854893"/>
              <a:gd name="connsiteX293" fmla="*/ 1539494 w 8377613"/>
              <a:gd name="connsiteY293" fmla="*/ 3071283 h 6854893"/>
              <a:gd name="connsiteX294" fmla="*/ 3556733 w 8377613"/>
              <a:gd name="connsiteY294" fmla="*/ 2837743 h 6854893"/>
              <a:gd name="connsiteX295" fmla="*/ 4053665 w 8377613"/>
              <a:gd name="connsiteY295" fmla="*/ 2867760 h 6854893"/>
              <a:gd name="connsiteX296" fmla="*/ 4179940 w 8377613"/>
              <a:gd name="connsiteY296" fmla="*/ 3081857 h 6854893"/>
              <a:gd name="connsiteX297" fmla="*/ 3683008 w 8377613"/>
              <a:gd name="connsiteY297" fmla="*/ 3051843 h 6854893"/>
              <a:gd name="connsiteX298" fmla="*/ 3330146 w 8377613"/>
              <a:gd name="connsiteY298" fmla="*/ 2824762 h 6854893"/>
              <a:gd name="connsiteX299" fmla="*/ 3480739 w 8377613"/>
              <a:gd name="connsiteY299" fmla="*/ 2969394 h 6854893"/>
              <a:gd name="connsiteX300" fmla="*/ 2931752 w 8377613"/>
              <a:gd name="connsiteY300" fmla="*/ 3054882 h 6854893"/>
              <a:gd name="connsiteX301" fmla="*/ 2781159 w 8377613"/>
              <a:gd name="connsiteY301" fmla="*/ 2910314 h 6854893"/>
              <a:gd name="connsiteX302" fmla="*/ 1808447 w 8377613"/>
              <a:gd name="connsiteY302" fmla="*/ 2650810 h 6854893"/>
              <a:gd name="connsiteX303" fmla="*/ 1873358 w 8377613"/>
              <a:gd name="connsiteY303" fmla="*/ 2683675 h 6854893"/>
              <a:gd name="connsiteX304" fmla="*/ 1203478 w 8377613"/>
              <a:gd name="connsiteY304" fmla="*/ 2894357 h 6854893"/>
              <a:gd name="connsiteX305" fmla="*/ 1138567 w 8377613"/>
              <a:gd name="connsiteY305" fmla="*/ 2861491 h 6854893"/>
              <a:gd name="connsiteX306" fmla="*/ 4072536 w 8377613"/>
              <a:gd name="connsiteY306" fmla="*/ 2600024 h 6854893"/>
              <a:gd name="connsiteX307" fmla="*/ 4526595 w 8377613"/>
              <a:gd name="connsiteY307" fmla="*/ 2754536 h 6854893"/>
              <a:gd name="connsiteX308" fmla="*/ 4590619 w 8377613"/>
              <a:gd name="connsiteY308" fmla="*/ 2989341 h 6854893"/>
              <a:gd name="connsiteX309" fmla="*/ 4136560 w 8377613"/>
              <a:gd name="connsiteY309" fmla="*/ 2834831 h 6854893"/>
              <a:gd name="connsiteX310" fmla="*/ 3051822 w 8377613"/>
              <a:gd name="connsiteY310" fmla="*/ 2542972 h 6854893"/>
              <a:gd name="connsiteX311" fmla="*/ 3169611 w 8377613"/>
              <a:gd name="connsiteY311" fmla="*/ 2655244 h 6854893"/>
              <a:gd name="connsiteX312" fmla="*/ 2578764 w 8377613"/>
              <a:gd name="connsiteY312" fmla="*/ 2722114 h 6854893"/>
              <a:gd name="connsiteX313" fmla="*/ 2461038 w 8377613"/>
              <a:gd name="connsiteY313" fmla="*/ 2609840 h 6854893"/>
              <a:gd name="connsiteX314" fmla="*/ 3334136 w 8377613"/>
              <a:gd name="connsiteY314" fmla="*/ 2471985 h 6854893"/>
              <a:gd name="connsiteX315" fmla="*/ 3865328 w 8377613"/>
              <a:gd name="connsiteY315" fmla="*/ 2530307 h 6854893"/>
              <a:gd name="connsiteX316" fmla="*/ 3969186 w 8377613"/>
              <a:gd name="connsiteY316" fmla="*/ 2705459 h 6854893"/>
              <a:gd name="connsiteX317" fmla="*/ 3438057 w 8377613"/>
              <a:gd name="connsiteY317" fmla="*/ 2647136 h 6854893"/>
              <a:gd name="connsiteX318" fmla="*/ 6323644 w 8377613"/>
              <a:gd name="connsiteY318" fmla="*/ 2462165 h 6854893"/>
              <a:gd name="connsiteX319" fmla="*/ 6323662 w 8377613"/>
              <a:gd name="connsiteY319" fmla="*/ 2462248 h 6854893"/>
              <a:gd name="connsiteX320" fmla="*/ 6185020 w 8377613"/>
              <a:gd name="connsiteY320" fmla="*/ 2709004 h 6854893"/>
              <a:gd name="connsiteX321" fmla="*/ 6318958 w 8377613"/>
              <a:gd name="connsiteY321" fmla="*/ 3167722 h 6854893"/>
              <a:gd name="connsiteX322" fmla="*/ 6460812 w 8377613"/>
              <a:gd name="connsiteY322" fmla="*/ 3080272 h 6854893"/>
              <a:gd name="connsiteX323" fmla="*/ 6323662 w 8377613"/>
              <a:gd name="connsiteY323" fmla="*/ 2462248 h 6854893"/>
              <a:gd name="connsiteX324" fmla="*/ 6323708 w 8377613"/>
              <a:gd name="connsiteY324" fmla="*/ 2462165 h 6854893"/>
              <a:gd name="connsiteX325" fmla="*/ 1454445 w 8377613"/>
              <a:gd name="connsiteY325" fmla="*/ 2448107 h 6854893"/>
              <a:gd name="connsiteX326" fmla="*/ 1477877 w 8377613"/>
              <a:gd name="connsiteY326" fmla="*/ 2457922 h 6854893"/>
              <a:gd name="connsiteX327" fmla="*/ 761071 w 8377613"/>
              <a:gd name="connsiteY327" fmla="*/ 2661508 h 6854893"/>
              <a:gd name="connsiteX328" fmla="*/ 737640 w 8377613"/>
              <a:gd name="connsiteY328" fmla="*/ 2651630 h 6854893"/>
              <a:gd name="connsiteX329" fmla="*/ 2773559 w 8377613"/>
              <a:gd name="connsiteY329" fmla="*/ 2261241 h 6854893"/>
              <a:gd name="connsiteX330" fmla="*/ 2858482 w 8377613"/>
              <a:gd name="connsiteY330" fmla="*/ 2341154 h 6854893"/>
              <a:gd name="connsiteX331" fmla="*/ 2225775 w 8377613"/>
              <a:gd name="connsiteY331" fmla="*/ 2389347 h 6854893"/>
              <a:gd name="connsiteX332" fmla="*/ 2140853 w 8377613"/>
              <a:gd name="connsiteY332" fmla="*/ 2309430 h 6854893"/>
              <a:gd name="connsiteX333" fmla="*/ 7806081 w 8377613"/>
              <a:gd name="connsiteY333" fmla="*/ 2223312 h 6854893"/>
              <a:gd name="connsiteX334" fmla="*/ 7722172 w 8377613"/>
              <a:gd name="connsiteY334" fmla="*/ 3078945 h 6854893"/>
              <a:gd name="connsiteX335" fmla="*/ 7352781 w 8377613"/>
              <a:gd name="connsiteY335" fmla="*/ 3308051 h 6854893"/>
              <a:gd name="connsiteX336" fmla="*/ 7436690 w 8377613"/>
              <a:gd name="connsiteY336" fmla="*/ 2452419 h 6854893"/>
              <a:gd name="connsiteX337" fmla="*/ 3956837 w 8377613"/>
              <a:gd name="connsiteY337" fmla="*/ 2197219 h 6854893"/>
              <a:gd name="connsiteX338" fmla="*/ 4435657 w 8377613"/>
              <a:gd name="connsiteY338" fmla="*/ 2387189 h 6854893"/>
              <a:gd name="connsiteX339" fmla="*/ 4488536 w 8377613"/>
              <a:gd name="connsiteY339" fmla="*/ 2579443 h 6854893"/>
              <a:gd name="connsiteX340" fmla="*/ 4009715 w 8377613"/>
              <a:gd name="connsiteY340" fmla="*/ 2389471 h 6854893"/>
              <a:gd name="connsiteX341" fmla="*/ 3111603 w 8377613"/>
              <a:gd name="connsiteY341" fmla="*/ 2106224 h 6854893"/>
              <a:gd name="connsiteX342" fmla="*/ 3676992 w 8377613"/>
              <a:gd name="connsiteY342" fmla="*/ 2192851 h 6854893"/>
              <a:gd name="connsiteX343" fmla="*/ 3758368 w 8377613"/>
              <a:gd name="connsiteY343" fmla="*/ 2329060 h 6854893"/>
              <a:gd name="connsiteX344" fmla="*/ 3192979 w 8377613"/>
              <a:gd name="connsiteY344" fmla="*/ 2242432 h 6854893"/>
              <a:gd name="connsiteX345" fmla="*/ 5781750 w 8377613"/>
              <a:gd name="connsiteY345" fmla="*/ 2095963 h 6854893"/>
              <a:gd name="connsiteX346" fmla="*/ 5707593 w 8377613"/>
              <a:gd name="connsiteY346" fmla="*/ 2376487 h 6854893"/>
              <a:gd name="connsiteX347" fmla="*/ 5963247 w 8377613"/>
              <a:gd name="connsiteY347" fmla="*/ 2792400 h 6854893"/>
              <a:gd name="connsiteX348" fmla="*/ 6082683 w 8377613"/>
              <a:gd name="connsiteY348" fmla="*/ 2668031 h 6854893"/>
              <a:gd name="connsiteX349" fmla="*/ 2495298 w 8377613"/>
              <a:gd name="connsiteY349" fmla="*/ 1979451 h 6854893"/>
              <a:gd name="connsiteX350" fmla="*/ 2547417 w 8377613"/>
              <a:gd name="connsiteY350" fmla="*/ 2027072 h 6854893"/>
              <a:gd name="connsiteX351" fmla="*/ 1872851 w 8377613"/>
              <a:gd name="connsiteY351" fmla="*/ 2056580 h 6854893"/>
              <a:gd name="connsiteX352" fmla="*/ 1820669 w 8377613"/>
              <a:gd name="connsiteY352" fmla="*/ 2008961 h 6854893"/>
              <a:gd name="connsiteX353" fmla="*/ 8377613 w 8377613"/>
              <a:gd name="connsiteY353" fmla="*/ 1857548 h 6854893"/>
              <a:gd name="connsiteX354" fmla="*/ 8377613 w 8377613"/>
              <a:gd name="connsiteY354" fmla="*/ 2230399 h 6854893"/>
              <a:gd name="connsiteX355" fmla="*/ 8303646 w 8377613"/>
              <a:gd name="connsiteY355" fmla="*/ 2736295 h 6854893"/>
              <a:gd name="connsiteX356" fmla="*/ 8001383 w 8377613"/>
              <a:gd name="connsiteY356" fmla="*/ 2924622 h 6854893"/>
              <a:gd name="connsiteX357" fmla="*/ 8135321 w 8377613"/>
              <a:gd name="connsiteY357" fmla="*/ 2008513 h 6854893"/>
              <a:gd name="connsiteX358" fmla="*/ 3841137 w 8377613"/>
              <a:gd name="connsiteY358" fmla="*/ 1794411 h 6854893"/>
              <a:gd name="connsiteX359" fmla="*/ 4344718 w 8377613"/>
              <a:gd name="connsiteY359" fmla="*/ 2019845 h 6854893"/>
              <a:gd name="connsiteX360" fmla="*/ 4386451 w 8377613"/>
              <a:gd name="connsiteY360" fmla="*/ 2169480 h 6854893"/>
              <a:gd name="connsiteX361" fmla="*/ 3882870 w 8377613"/>
              <a:gd name="connsiteY361" fmla="*/ 1944046 h 6854893"/>
              <a:gd name="connsiteX362" fmla="*/ 2889006 w 8377613"/>
              <a:gd name="connsiteY362" fmla="*/ 1740524 h 6854893"/>
              <a:gd name="connsiteX363" fmla="*/ 3488655 w 8377613"/>
              <a:gd name="connsiteY363" fmla="*/ 1855394 h 6854893"/>
              <a:gd name="connsiteX364" fmla="*/ 3547613 w 8377613"/>
              <a:gd name="connsiteY364" fmla="*/ 1952660 h 6854893"/>
              <a:gd name="connsiteX365" fmla="*/ 2947964 w 8377613"/>
              <a:gd name="connsiteY365" fmla="*/ 1837790 h 6854893"/>
              <a:gd name="connsiteX366" fmla="*/ 2216973 w 8377613"/>
              <a:gd name="connsiteY366" fmla="*/ 1697653 h 6854893"/>
              <a:gd name="connsiteX367" fmla="*/ 2236289 w 8377613"/>
              <a:gd name="connsiteY367" fmla="*/ 1712914 h 6854893"/>
              <a:gd name="connsiteX368" fmla="*/ 1519863 w 8377613"/>
              <a:gd name="connsiteY368" fmla="*/ 1723806 h 6854893"/>
              <a:gd name="connsiteX369" fmla="*/ 1500548 w 8377613"/>
              <a:gd name="connsiteY369" fmla="*/ 1708545 h 6854893"/>
              <a:gd name="connsiteX370" fmla="*/ 4596319 w 8377613"/>
              <a:gd name="connsiteY370" fmla="*/ 1684169 h 6854893"/>
              <a:gd name="connsiteX371" fmla="*/ 5007949 w 8377613"/>
              <a:gd name="connsiteY371" fmla="*/ 2025486 h 6854893"/>
              <a:gd name="connsiteX372" fmla="*/ 5009468 w 8377613"/>
              <a:gd name="connsiteY372" fmla="*/ 2177779 h 6854893"/>
              <a:gd name="connsiteX373" fmla="*/ 4597839 w 8377613"/>
              <a:gd name="connsiteY373" fmla="*/ 1836527 h 6854893"/>
              <a:gd name="connsiteX374" fmla="*/ 7207825 w 8377613"/>
              <a:gd name="connsiteY374" fmla="*/ 1461648 h 6854893"/>
              <a:gd name="connsiteX375" fmla="*/ 7349425 w 8377613"/>
              <a:gd name="connsiteY375" fmla="*/ 2327223 h 6854893"/>
              <a:gd name="connsiteX376" fmla="*/ 7038867 w 8377613"/>
              <a:gd name="connsiteY376" fmla="*/ 2652392 h 6854893"/>
              <a:gd name="connsiteX377" fmla="*/ 6897266 w 8377613"/>
              <a:gd name="connsiteY377" fmla="*/ 1786755 h 6854893"/>
              <a:gd name="connsiteX378" fmla="*/ 3725438 w 8377613"/>
              <a:gd name="connsiteY378" fmla="*/ 1391544 h 6854893"/>
              <a:gd name="connsiteX379" fmla="*/ 4253780 w 8377613"/>
              <a:gd name="connsiteY379" fmla="*/ 1652503 h 6854893"/>
              <a:gd name="connsiteX380" fmla="*/ 4284367 w 8377613"/>
              <a:gd name="connsiteY380" fmla="*/ 1759584 h 6854893"/>
              <a:gd name="connsiteX381" fmla="*/ 3756025 w 8377613"/>
              <a:gd name="connsiteY381" fmla="*/ 1498625 h 6854893"/>
              <a:gd name="connsiteX382" fmla="*/ 2666409 w 8377613"/>
              <a:gd name="connsiteY382" fmla="*/ 1374763 h 6854893"/>
              <a:gd name="connsiteX383" fmla="*/ 3300319 w 8377613"/>
              <a:gd name="connsiteY383" fmla="*/ 1517939 h 6854893"/>
              <a:gd name="connsiteX384" fmla="*/ 3336859 w 8377613"/>
              <a:gd name="connsiteY384" fmla="*/ 1576260 h 6854893"/>
              <a:gd name="connsiteX385" fmla="*/ 2702949 w 8377613"/>
              <a:gd name="connsiteY385" fmla="*/ 1433084 h 6854893"/>
              <a:gd name="connsiteX386" fmla="*/ 5247201 w 8377613"/>
              <a:gd name="connsiteY386" fmla="*/ 1300358 h 6854893"/>
              <a:gd name="connsiteX387" fmla="*/ 5828549 w 8377613"/>
              <a:gd name="connsiteY387" fmla="*/ 1919225 h 6854893"/>
              <a:gd name="connsiteX388" fmla="*/ 5826649 w 8377613"/>
              <a:gd name="connsiteY388" fmla="*/ 1926508 h 6854893"/>
              <a:gd name="connsiteX389" fmla="*/ 6025244 w 8377613"/>
              <a:gd name="connsiteY389" fmla="*/ 1573096 h 6854893"/>
              <a:gd name="connsiteX390" fmla="*/ 6411163 w 8377613"/>
              <a:gd name="connsiteY390" fmla="*/ 2306640 h 6854893"/>
              <a:gd name="connsiteX391" fmla="*/ 6407553 w 8377613"/>
              <a:gd name="connsiteY391" fmla="*/ 2313037 h 6854893"/>
              <a:gd name="connsiteX392" fmla="*/ 6679925 w 8377613"/>
              <a:gd name="connsiteY392" fmla="*/ 2028776 h 6854893"/>
              <a:gd name="connsiteX393" fmla="*/ 6855786 w 8377613"/>
              <a:gd name="connsiteY393" fmla="*/ 2821403 h 6854893"/>
              <a:gd name="connsiteX394" fmla="*/ 6850847 w 8377613"/>
              <a:gd name="connsiteY394" fmla="*/ 2826532 h 6854893"/>
              <a:gd name="connsiteX395" fmla="*/ 7174578 w 8377613"/>
              <a:gd name="connsiteY395" fmla="*/ 2626427 h 6854893"/>
              <a:gd name="connsiteX396" fmla="*/ 7140634 w 8377613"/>
              <a:gd name="connsiteY396" fmla="*/ 3421650 h 6854893"/>
              <a:gd name="connsiteX397" fmla="*/ 7134808 w 8377613"/>
              <a:gd name="connsiteY397" fmla="*/ 3425260 h 6854893"/>
              <a:gd name="connsiteX398" fmla="*/ 7485263 w 8377613"/>
              <a:gd name="connsiteY398" fmla="*/ 3317926 h 6854893"/>
              <a:gd name="connsiteX399" fmla="*/ 7255827 w 8377613"/>
              <a:gd name="connsiteY399" fmla="*/ 4062363 h 6854893"/>
              <a:gd name="connsiteX400" fmla="*/ 7249494 w 8377613"/>
              <a:gd name="connsiteY400" fmla="*/ 4064326 h 6854893"/>
              <a:gd name="connsiteX401" fmla="*/ 7601723 w 8377613"/>
              <a:gd name="connsiteY401" fmla="*/ 4051598 h 6854893"/>
              <a:gd name="connsiteX402" fmla="*/ 7203392 w 8377613"/>
              <a:gd name="connsiteY402" fmla="*/ 4698391 h 6854893"/>
              <a:gd name="connsiteX403" fmla="*/ 7197059 w 8377613"/>
              <a:gd name="connsiteY403" fmla="*/ 4698644 h 6854893"/>
              <a:gd name="connsiteX404" fmla="*/ 7527376 w 8377613"/>
              <a:gd name="connsiteY404" fmla="*/ 4775963 h 6854893"/>
              <a:gd name="connsiteX405" fmla="*/ 6996437 w 8377613"/>
              <a:gd name="connsiteY405" fmla="*/ 5287368 h 6854893"/>
              <a:gd name="connsiteX406" fmla="*/ 6990484 w 8377613"/>
              <a:gd name="connsiteY406" fmla="*/ 5285975 h 6854893"/>
              <a:gd name="connsiteX407" fmla="*/ 7277992 w 8377613"/>
              <a:gd name="connsiteY407" fmla="*/ 5443019 h 6854893"/>
              <a:gd name="connsiteX408" fmla="*/ 6657571 w 8377613"/>
              <a:gd name="connsiteY408" fmla="*/ 5792568 h 6854893"/>
              <a:gd name="connsiteX409" fmla="*/ 6652378 w 8377613"/>
              <a:gd name="connsiteY409" fmla="*/ 5789718 h 6854893"/>
              <a:gd name="connsiteX410" fmla="*/ 6880357 w 8377613"/>
              <a:gd name="connsiteY410" fmla="*/ 6011353 h 6854893"/>
              <a:gd name="connsiteX411" fmla="*/ 6217127 w 8377613"/>
              <a:gd name="connsiteY411" fmla="*/ 6184987 h 6854893"/>
              <a:gd name="connsiteX412" fmla="*/ 6213011 w 8377613"/>
              <a:gd name="connsiteY412" fmla="*/ 6180998 h 6854893"/>
              <a:gd name="connsiteX413" fmla="*/ 6369557 w 8377613"/>
              <a:gd name="connsiteY413" fmla="*/ 6448732 h 6854893"/>
              <a:gd name="connsiteX414" fmla="*/ 5710379 w 8377613"/>
              <a:gd name="connsiteY414" fmla="*/ 6444869 h 6854893"/>
              <a:gd name="connsiteX415" fmla="*/ 5710443 w 8377613"/>
              <a:gd name="connsiteY415" fmla="*/ 6444996 h 6854893"/>
              <a:gd name="connsiteX416" fmla="*/ 5707593 w 8377613"/>
              <a:gd name="connsiteY416" fmla="*/ 6440120 h 6854893"/>
              <a:gd name="connsiteX417" fmla="*/ 5786372 w 8377613"/>
              <a:gd name="connsiteY417" fmla="*/ 6733437 h 6854893"/>
              <a:gd name="connsiteX418" fmla="*/ 5175071 w 8377613"/>
              <a:gd name="connsiteY418" fmla="*/ 6562525 h 6854893"/>
              <a:gd name="connsiteX419" fmla="*/ 5173615 w 8377613"/>
              <a:gd name="connsiteY419" fmla="*/ 6557206 h 6854893"/>
              <a:gd name="connsiteX420" fmla="*/ 5173804 w 8377613"/>
              <a:gd name="connsiteY420" fmla="*/ 6839062 h 6854893"/>
              <a:gd name="connsiteX421" fmla="*/ 5173804 w 8377613"/>
              <a:gd name="connsiteY421" fmla="*/ 6854893 h 6854893"/>
              <a:gd name="connsiteX422" fmla="*/ 5147524 w 8377613"/>
              <a:gd name="connsiteY422" fmla="*/ 6839062 h 6854893"/>
              <a:gd name="connsiteX423" fmla="*/ 4648565 w 8377613"/>
              <a:gd name="connsiteY423" fmla="*/ 6537956 h 6854893"/>
              <a:gd name="connsiteX424" fmla="*/ 4648565 w 8377613"/>
              <a:gd name="connsiteY424" fmla="*/ 6532573 h 6854893"/>
              <a:gd name="connsiteX425" fmla="*/ 4574662 w 8377613"/>
              <a:gd name="connsiteY425" fmla="*/ 6814556 h 6854893"/>
              <a:gd name="connsiteX426" fmla="*/ 4165755 w 8377613"/>
              <a:gd name="connsiteY426" fmla="*/ 6381165 h 6854893"/>
              <a:gd name="connsiteX427" fmla="*/ 4167085 w 8377613"/>
              <a:gd name="connsiteY427" fmla="*/ 6376100 h 6854893"/>
              <a:gd name="connsiteX428" fmla="*/ 4028208 w 8377613"/>
              <a:gd name="connsiteY428" fmla="*/ 6624393 h 6854893"/>
              <a:gd name="connsiteX429" fmla="*/ 3756279 w 8377613"/>
              <a:gd name="connsiteY429" fmla="*/ 6110201 h 6854893"/>
              <a:gd name="connsiteX430" fmla="*/ 3758812 w 8377613"/>
              <a:gd name="connsiteY430" fmla="*/ 6105706 h 6854893"/>
              <a:gd name="connsiteX431" fmla="*/ 3568069 w 8377613"/>
              <a:gd name="connsiteY431" fmla="*/ 6305620 h 6854893"/>
              <a:gd name="connsiteX432" fmla="*/ 3443440 w 8377613"/>
              <a:gd name="connsiteY432" fmla="*/ 5749697 h 6854893"/>
              <a:gd name="connsiteX433" fmla="*/ 3446860 w 8377613"/>
              <a:gd name="connsiteY433" fmla="*/ 5746088 h 6854893"/>
              <a:gd name="connsiteX434" fmla="*/ 3219957 w 8377613"/>
              <a:gd name="connsiteY434" fmla="*/ 5886984 h 6854893"/>
              <a:gd name="connsiteX435" fmla="*/ 3242565 w 8377613"/>
              <a:gd name="connsiteY435" fmla="*/ 5328909 h 6854893"/>
              <a:gd name="connsiteX436" fmla="*/ 3246681 w 8377613"/>
              <a:gd name="connsiteY436" fmla="*/ 5326376 h 6854893"/>
              <a:gd name="connsiteX437" fmla="*/ 3000906 w 8377613"/>
              <a:gd name="connsiteY437" fmla="*/ 5402238 h 6854893"/>
              <a:gd name="connsiteX438" fmla="*/ 3160809 w 8377613"/>
              <a:gd name="connsiteY438" fmla="*/ 4879498 h 6854893"/>
              <a:gd name="connsiteX439" fmla="*/ 3165242 w 8377613"/>
              <a:gd name="connsiteY439" fmla="*/ 4878105 h 6854893"/>
              <a:gd name="connsiteX440" fmla="*/ 2918074 w 8377613"/>
              <a:gd name="connsiteY440" fmla="*/ 4887540 h 6854893"/>
              <a:gd name="connsiteX441" fmla="*/ 3196716 w 8377613"/>
              <a:gd name="connsiteY441" fmla="*/ 4433063 h 6854893"/>
              <a:gd name="connsiteX442" fmla="*/ 3201212 w 8377613"/>
              <a:gd name="connsiteY442" fmla="*/ 4432873 h 6854893"/>
              <a:gd name="connsiteX443" fmla="*/ 2969306 w 8377613"/>
              <a:gd name="connsiteY443" fmla="*/ 4379110 h 6854893"/>
              <a:gd name="connsiteX444" fmla="*/ 3341166 w 8377613"/>
              <a:gd name="connsiteY444" fmla="*/ 4019430 h 6854893"/>
              <a:gd name="connsiteX445" fmla="*/ 3345346 w 8377613"/>
              <a:gd name="connsiteY445" fmla="*/ 4020380 h 6854893"/>
              <a:gd name="connsiteX446" fmla="*/ 3143330 w 8377613"/>
              <a:gd name="connsiteY446" fmla="*/ 3910639 h 6854893"/>
              <a:gd name="connsiteX447" fmla="*/ 3578264 w 8377613"/>
              <a:gd name="connsiteY447" fmla="*/ 3664435 h 6854893"/>
              <a:gd name="connsiteX448" fmla="*/ 3581938 w 8377613"/>
              <a:gd name="connsiteY448" fmla="*/ 3666398 h 6854893"/>
              <a:gd name="connsiteX449" fmla="*/ 3421592 w 8377613"/>
              <a:gd name="connsiteY449" fmla="*/ 3511190 h 6854893"/>
              <a:gd name="connsiteX450" fmla="*/ 3886797 w 8377613"/>
              <a:gd name="connsiteY450" fmla="*/ 3388343 h 6854893"/>
              <a:gd name="connsiteX451" fmla="*/ 3889710 w 8377613"/>
              <a:gd name="connsiteY451" fmla="*/ 3391128 h 6854893"/>
              <a:gd name="connsiteX452" fmla="*/ 3779456 w 8377613"/>
              <a:gd name="connsiteY452" fmla="*/ 3203438 h 6854893"/>
              <a:gd name="connsiteX453" fmla="*/ 4242128 w 8377613"/>
              <a:gd name="connsiteY453" fmla="*/ 3205147 h 6854893"/>
              <a:gd name="connsiteX454" fmla="*/ 4244091 w 8377613"/>
              <a:gd name="connsiteY454" fmla="*/ 3208566 h 6854893"/>
              <a:gd name="connsiteX455" fmla="*/ 4188363 w 8377613"/>
              <a:gd name="connsiteY455" fmla="*/ 3002891 h 6854893"/>
              <a:gd name="connsiteX456" fmla="*/ 4617661 w 8377613"/>
              <a:gd name="connsiteY456" fmla="*/ 3121876 h 6854893"/>
              <a:gd name="connsiteX457" fmla="*/ 4618674 w 8377613"/>
              <a:gd name="connsiteY457" fmla="*/ 3125612 h 6854893"/>
              <a:gd name="connsiteX458" fmla="*/ 4618104 w 8377613"/>
              <a:gd name="connsiteY458" fmla="*/ 2916706 h 6854893"/>
              <a:gd name="connsiteX459" fmla="*/ 4813343 w 8377613"/>
              <a:gd name="connsiteY459" fmla="*/ 3033919 h 6854893"/>
              <a:gd name="connsiteX460" fmla="*/ 4847604 w 8377613"/>
              <a:gd name="connsiteY460" fmla="*/ 2905308 h 6854893"/>
              <a:gd name="connsiteX461" fmla="*/ 4611898 w 8377613"/>
              <a:gd name="connsiteY461" fmla="*/ 2744464 h 6854893"/>
              <a:gd name="connsiteX462" fmla="*/ 4610885 w 8377613"/>
              <a:gd name="connsiteY462" fmla="*/ 2505860 h 6854893"/>
              <a:gd name="connsiteX463" fmla="*/ 4889843 w 8377613"/>
              <a:gd name="connsiteY463" fmla="*/ 2696210 h 6854893"/>
              <a:gd name="connsiteX464" fmla="*/ 4931766 w 8377613"/>
              <a:gd name="connsiteY464" fmla="*/ 2538345 h 6854893"/>
              <a:gd name="connsiteX465" fmla="*/ 4604932 w 8377613"/>
              <a:gd name="connsiteY465" fmla="*/ 2290495 h 6854893"/>
              <a:gd name="connsiteX466" fmla="*/ 4603666 w 8377613"/>
              <a:gd name="connsiteY466" fmla="*/ 2095076 h 6854893"/>
              <a:gd name="connsiteX467" fmla="*/ 4974766 w 8377613"/>
              <a:gd name="connsiteY467" fmla="*/ 2376487 h 6854893"/>
              <a:gd name="connsiteX468" fmla="*/ 5049936 w 8377613"/>
              <a:gd name="connsiteY468" fmla="*/ 2093367 h 6854893"/>
              <a:gd name="connsiteX469" fmla="*/ 5506971 w 8377613"/>
              <a:gd name="connsiteY469" fmla="*/ 2518399 h 6854893"/>
              <a:gd name="connsiteX470" fmla="*/ 5594110 w 8377613"/>
              <a:gd name="connsiteY470" fmla="*/ 2363695 h 6854893"/>
              <a:gd name="connsiteX471" fmla="*/ 5104017 w 8377613"/>
              <a:gd name="connsiteY471" fmla="*/ 1841970 h 6854893"/>
              <a:gd name="connsiteX472" fmla="*/ 4589100 w 8377613"/>
              <a:gd name="connsiteY472" fmla="*/ 1273385 h 6854893"/>
              <a:gd name="connsiteX473" fmla="*/ 5014915 w 8377613"/>
              <a:gd name="connsiteY473" fmla="*/ 1654534 h 6854893"/>
              <a:gd name="connsiteX474" fmla="*/ 5016688 w 8377613"/>
              <a:gd name="connsiteY474" fmla="*/ 1763704 h 6854893"/>
              <a:gd name="connsiteX475" fmla="*/ 4590873 w 8377613"/>
              <a:gd name="connsiteY475" fmla="*/ 1382492 h 6854893"/>
              <a:gd name="connsiteX476" fmla="*/ 2443813 w 8377613"/>
              <a:gd name="connsiteY476" fmla="*/ 1009004 h 6854893"/>
              <a:gd name="connsiteX477" fmla="*/ 3111920 w 8377613"/>
              <a:gd name="connsiteY477" fmla="*/ 1180486 h 6854893"/>
              <a:gd name="connsiteX478" fmla="*/ 3126105 w 8377613"/>
              <a:gd name="connsiteY478" fmla="*/ 1199863 h 6854893"/>
              <a:gd name="connsiteX479" fmla="*/ 2457935 w 8377613"/>
              <a:gd name="connsiteY479" fmla="*/ 1028381 h 6854893"/>
              <a:gd name="connsiteX480" fmla="*/ 3609738 w 8377613"/>
              <a:gd name="connsiteY480" fmla="*/ 988739 h 6854893"/>
              <a:gd name="connsiteX481" fmla="*/ 4162841 w 8377613"/>
              <a:gd name="connsiteY481" fmla="*/ 1285159 h 6854893"/>
              <a:gd name="connsiteX482" fmla="*/ 4182283 w 8377613"/>
              <a:gd name="connsiteY482" fmla="*/ 1349686 h 6854893"/>
              <a:gd name="connsiteX483" fmla="*/ 3629180 w 8377613"/>
              <a:gd name="connsiteY483" fmla="*/ 1053203 h 6854893"/>
              <a:gd name="connsiteX484" fmla="*/ 7735787 w 8377613"/>
              <a:gd name="connsiteY484" fmla="*/ 894517 h 6854893"/>
              <a:gd name="connsiteX485" fmla="*/ 7843127 w 8377613"/>
              <a:gd name="connsiteY485" fmla="*/ 1833109 h 6854893"/>
              <a:gd name="connsiteX486" fmla="*/ 7589247 w 8377613"/>
              <a:gd name="connsiteY486" fmla="*/ 2100019 h 6854893"/>
              <a:gd name="connsiteX487" fmla="*/ 7481906 w 8377613"/>
              <a:gd name="connsiteY487" fmla="*/ 1161429 h 6854893"/>
              <a:gd name="connsiteX488" fmla="*/ 6405780 w 8377613"/>
              <a:gd name="connsiteY488" fmla="*/ 872226 h 6854893"/>
              <a:gd name="connsiteX489" fmla="*/ 6776563 w 8377613"/>
              <a:gd name="connsiteY489" fmla="*/ 1686955 h 6854893"/>
              <a:gd name="connsiteX490" fmla="*/ 6550420 w 8377613"/>
              <a:gd name="connsiteY490" fmla="*/ 2090899 h 6854893"/>
              <a:gd name="connsiteX491" fmla="*/ 6179637 w 8377613"/>
              <a:gd name="connsiteY491" fmla="*/ 1276171 h 6854893"/>
              <a:gd name="connsiteX492" fmla="*/ 4581944 w 8377613"/>
              <a:gd name="connsiteY492" fmla="*/ 862537 h 6854893"/>
              <a:gd name="connsiteX493" fmla="*/ 5021881 w 8377613"/>
              <a:gd name="connsiteY493" fmla="*/ 1283580 h 6854893"/>
              <a:gd name="connsiteX494" fmla="*/ 5023844 w 8377613"/>
              <a:gd name="connsiteY494" fmla="*/ 1349627 h 6854893"/>
              <a:gd name="connsiteX495" fmla="*/ 4583907 w 8377613"/>
              <a:gd name="connsiteY495" fmla="*/ 928521 h 6854893"/>
              <a:gd name="connsiteX496" fmla="*/ 3494038 w 8377613"/>
              <a:gd name="connsiteY496" fmla="*/ 585871 h 6854893"/>
              <a:gd name="connsiteX497" fmla="*/ 4071903 w 8377613"/>
              <a:gd name="connsiteY497" fmla="*/ 917816 h 6854893"/>
              <a:gd name="connsiteX498" fmla="*/ 4080199 w 8377613"/>
              <a:gd name="connsiteY498" fmla="*/ 939726 h 6854893"/>
              <a:gd name="connsiteX499" fmla="*/ 3502334 w 8377613"/>
              <a:gd name="connsiteY499" fmla="*/ 607844 h 6854893"/>
              <a:gd name="connsiteX500" fmla="*/ 5444466 w 8377613"/>
              <a:gd name="connsiteY500" fmla="*/ 507352 h 6854893"/>
              <a:gd name="connsiteX501" fmla="*/ 6032020 w 8377613"/>
              <a:gd name="connsiteY501" fmla="*/ 1210314 h 6854893"/>
              <a:gd name="connsiteX502" fmla="*/ 5911444 w 8377613"/>
              <a:gd name="connsiteY502" fmla="*/ 1669160 h 6854893"/>
              <a:gd name="connsiteX503" fmla="*/ 5323890 w 8377613"/>
              <a:gd name="connsiteY503" fmla="*/ 966198 h 6854893"/>
              <a:gd name="connsiteX504" fmla="*/ 4574725 w 8377613"/>
              <a:gd name="connsiteY504" fmla="*/ 451691 h 6854893"/>
              <a:gd name="connsiteX505" fmla="*/ 5028847 w 8377613"/>
              <a:gd name="connsiteY505" fmla="*/ 912627 h 6854893"/>
              <a:gd name="connsiteX506" fmla="*/ 5031064 w 8377613"/>
              <a:gd name="connsiteY506" fmla="*/ 935486 h 6854893"/>
              <a:gd name="connsiteX507" fmla="*/ 4577005 w 8377613"/>
              <a:gd name="connsiteY507" fmla="*/ 474551 h 6854893"/>
              <a:gd name="connsiteX508" fmla="*/ 8263686 w 8377613"/>
              <a:gd name="connsiteY508" fmla="*/ 327323 h 6854893"/>
              <a:gd name="connsiteX509" fmla="*/ 8336766 w 8377613"/>
              <a:gd name="connsiteY509" fmla="*/ 1338990 h 6854893"/>
              <a:gd name="connsiteX510" fmla="*/ 8139627 w 8377613"/>
              <a:gd name="connsiteY510" fmla="*/ 1547706 h 6854893"/>
              <a:gd name="connsiteX511" fmla="*/ 8066484 w 8377613"/>
              <a:gd name="connsiteY511" fmla="*/ 536039 h 6854893"/>
              <a:gd name="connsiteX512" fmla="*/ 6786379 w 8377613"/>
              <a:gd name="connsiteY512" fmla="*/ 171355 h 6854893"/>
              <a:gd name="connsiteX513" fmla="*/ 7142027 w 8377613"/>
              <a:gd name="connsiteY513" fmla="*/ 1067265 h 6854893"/>
              <a:gd name="connsiteX514" fmla="*/ 6957427 w 8377613"/>
              <a:gd name="connsiteY514" fmla="*/ 1398577 h 6854893"/>
              <a:gd name="connsiteX515" fmla="*/ 6601779 w 8377613"/>
              <a:gd name="connsiteY515" fmla="*/ 502667 h 6854893"/>
              <a:gd name="connsiteX516" fmla="*/ 7767324 w 8377613"/>
              <a:gd name="connsiteY516" fmla="*/ 2 h 6854893"/>
              <a:gd name="connsiteX517" fmla="*/ 7779166 w 8377613"/>
              <a:gd name="connsiteY517" fmla="*/ 2 h 6854893"/>
              <a:gd name="connsiteX518" fmla="*/ 7771566 w 8377613"/>
              <a:gd name="connsiteY518" fmla="*/ 13870 h 6854893"/>
              <a:gd name="connsiteX519" fmla="*/ 7118406 w 8377613"/>
              <a:gd name="connsiteY519" fmla="*/ 2 h 6854893"/>
              <a:gd name="connsiteX520" fmla="*/ 7351578 w 8377613"/>
              <a:gd name="connsiteY520" fmla="*/ 2 h 6854893"/>
              <a:gd name="connsiteX521" fmla="*/ 7507491 w 8377613"/>
              <a:gd name="connsiteY521" fmla="*/ 447513 h 6854893"/>
              <a:gd name="connsiteX522" fmla="*/ 7364497 w 8377613"/>
              <a:gd name="connsiteY522" fmla="*/ 706191 h 6854893"/>
              <a:gd name="connsiteX523" fmla="*/ 6304645 w 8377613"/>
              <a:gd name="connsiteY523" fmla="*/ 1 h 6854893"/>
              <a:gd name="connsiteX524" fmla="*/ 6385768 w 8377613"/>
              <a:gd name="connsiteY524" fmla="*/ 1 h 6854893"/>
              <a:gd name="connsiteX525" fmla="*/ 6363730 w 8377613"/>
              <a:gd name="connsiteY525" fmla="*/ 85742 h 6854893"/>
              <a:gd name="connsiteX526" fmla="*/ 5567385 w 8377613"/>
              <a:gd name="connsiteY526" fmla="*/ 0 h 6854893"/>
              <a:gd name="connsiteX527" fmla="*/ 5857299 w 8377613"/>
              <a:gd name="connsiteY527" fmla="*/ 0 h 6854893"/>
              <a:gd name="connsiteX528" fmla="*/ 6235555 w 8377613"/>
              <a:gd name="connsiteY528" fmla="*/ 501337 h 6854893"/>
              <a:gd name="connsiteX529" fmla="*/ 6137587 w 8377613"/>
              <a:gd name="connsiteY529" fmla="*/ 877482 h 6854893"/>
              <a:gd name="connsiteX530" fmla="*/ 5543827 w 8377613"/>
              <a:gd name="connsiteY530" fmla="*/ 90490 h 685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Lst>
            <a:rect l="l" t="t" r="r" b="b"/>
            <a:pathLst>
              <a:path w="8377613" h="6854893">
                <a:moveTo>
                  <a:pt x="820536" y="6758957"/>
                </a:moveTo>
                <a:lnTo>
                  <a:pt x="797675" y="6838999"/>
                </a:lnTo>
                <a:lnTo>
                  <a:pt x="779183" y="6838999"/>
                </a:lnTo>
                <a:lnTo>
                  <a:pt x="796978" y="6776815"/>
                </a:lnTo>
                <a:close/>
                <a:moveTo>
                  <a:pt x="5213067" y="6751421"/>
                </a:moveTo>
                <a:lnTo>
                  <a:pt x="5468657" y="6838998"/>
                </a:lnTo>
                <a:lnTo>
                  <a:pt x="5236688" y="6838998"/>
                </a:lnTo>
                <a:close/>
                <a:moveTo>
                  <a:pt x="3374160" y="6748192"/>
                </a:moveTo>
                <a:lnTo>
                  <a:pt x="3410446" y="6838999"/>
                </a:lnTo>
                <a:lnTo>
                  <a:pt x="3323814" y="6838999"/>
                </a:lnTo>
                <a:close/>
                <a:moveTo>
                  <a:pt x="4636849" y="6726535"/>
                </a:moveTo>
                <a:lnTo>
                  <a:pt x="4800931" y="6838999"/>
                </a:lnTo>
                <a:lnTo>
                  <a:pt x="4637102" y="6838999"/>
                </a:lnTo>
                <a:close/>
                <a:moveTo>
                  <a:pt x="7576834" y="6663020"/>
                </a:moveTo>
                <a:lnTo>
                  <a:pt x="7759218" y="6838998"/>
                </a:lnTo>
                <a:lnTo>
                  <a:pt x="6852176" y="6838998"/>
                </a:lnTo>
                <a:lnTo>
                  <a:pt x="6794358" y="6783209"/>
                </a:lnTo>
                <a:close/>
                <a:moveTo>
                  <a:pt x="2544314" y="6645290"/>
                </a:moveTo>
                <a:lnTo>
                  <a:pt x="2558689" y="6838998"/>
                </a:lnTo>
                <a:lnTo>
                  <a:pt x="2409679" y="6838998"/>
                </a:lnTo>
                <a:lnTo>
                  <a:pt x="2406196" y="6792011"/>
                </a:lnTo>
                <a:close/>
                <a:moveTo>
                  <a:pt x="5798468" y="6620847"/>
                </a:moveTo>
                <a:lnTo>
                  <a:pt x="6506345" y="6665110"/>
                </a:lnTo>
                <a:lnTo>
                  <a:pt x="6608429" y="6838998"/>
                </a:lnTo>
                <a:lnTo>
                  <a:pt x="5926453" y="6838998"/>
                </a:lnTo>
                <a:close/>
                <a:moveTo>
                  <a:pt x="4107873" y="6556763"/>
                </a:moveTo>
                <a:lnTo>
                  <a:pt x="4344909" y="6838998"/>
                </a:lnTo>
                <a:lnTo>
                  <a:pt x="4034350" y="6838998"/>
                </a:lnTo>
                <a:close/>
                <a:moveTo>
                  <a:pt x="1275228" y="6488942"/>
                </a:moveTo>
                <a:lnTo>
                  <a:pt x="1185429" y="6838998"/>
                </a:lnTo>
                <a:lnTo>
                  <a:pt x="1126788" y="6838998"/>
                </a:lnTo>
                <a:lnTo>
                  <a:pt x="1204618" y="6535485"/>
                </a:lnTo>
                <a:close/>
                <a:moveTo>
                  <a:pt x="8377613" y="6386674"/>
                </a:moveTo>
                <a:lnTo>
                  <a:pt x="8377613" y="6581333"/>
                </a:lnTo>
                <a:lnTo>
                  <a:pt x="8168758" y="6662387"/>
                </a:lnTo>
                <a:lnTo>
                  <a:pt x="7958194" y="6549480"/>
                </a:lnTo>
                <a:close/>
                <a:moveTo>
                  <a:pt x="3658881" y="6261736"/>
                </a:moveTo>
                <a:lnTo>
                  <a:pt x="3920297" y="6832919"/>
                </a:lnTo>
                <a:lnTo>
                  <a:pt x="3916877" y="6838998"/>
                </a:lnTo>
                <a:lnTo>
                  <a:pt x="3635006" y="6838998"/>
                </a:lnTo>
                <a:lnTo>
                  <a:pt x="3500688" y="6545491"/>
                </a:lnTo>
                <a:close/>
                <a:moveTo>
                  <a:pt x="2929726" y="6256860"/>
                </a:moveTo>
                <a:lnTo>
                  <a:pt x="2997550" y="6838998"/>
                </a:lnTo>
                <a:lnTo>
                  <a:pt x="2797878" y="6838998"/>
                </a:lnTo>
                <a:lnTo>
                  <a:pt x="2751965" y="6444553"/>
                </a:lnTo>
                <a:close/>
                <a:moveTo>
                  <a:pt x="1729921" y="6218929"/>
                </a:moveTo>
                <a:lnTo>
                  <a:pt x="1591423" y="6838999"/>
                </a:lnTo>
                <a:lnTo>
                  <a:pt x="1490479" y="6838999"/>
                </a:lnTo>
                <a:lnTo>
                  <a:pt x="1612195" y="6294158"/>
                </a:lnTo>
                <a:close/>
                <a:moveTo>
                  <a:pt x="7074899" y="6187710"/>
                </a:moveTo>
                <a:lnTo>
                  <a:pt x="7335619" y="6440500"/>
                </a:lnTo>
                <a:lnTo>
                  <a:pt x="6612797" y="6587348"/>
                </a:lnTo>
                <a:lnTo>
                  <a:pt x="6352014" y="6334622"/>
                </a:lnTo>
                <a:close/>
                <a:moveTo>
                  <a:pt x="5164749" y="6063342"/>
                </a:moveTo>
                <a:lnTo>
                  <a:pt x="5164749" y="6193726"/>
                </a:lnTo>
                <a:lnTo>
                  <a:pt x="5641416" y="6327023"/>
                </a:lnTo>
                <a:lnTo>
                  <a:pt x="5532049" y="6140027"/>
                </a:lnTo>
                <a:close/>
                <a:moveTo>
                  <a:pt x="4763251" y="6062708"/>
                </a:moveTo>
                <a:lnTo>
                  <a:pt x="4730701" y="6186190"/>
                </a:lnTo>
                <a:lnTo>
                  <a:pt x="4730764" y="6186190"/>
                </a:lnTo>
                <a:lnTo>
                  <a:pt x="5140304" y="6433344"/>
                </a:lnTo>
                <a:lnTo>
                  <a:pt x="5085272" y="6228491"/>
                </a:lnTo>
                <a:close/>
                <a:moveTo>
                  <a:pt x="4390441" y="5960250"/>
                </a:moveTo>
                <a:lnTo>
                  <a:pt x="4329520" y="6068914"/>
                </a:lnTo>
                <a:lnTo>
                  <a:pt x="4329520" y="6068978"/>
                </a:lnTo>
                <a:lnTo>
                  <a:pt x="4648375" y="6406938"/>
                </a:lnTo>
                <a:lnTo>
                  <a:pt x="4648248" y="6198982"/>
                </a:lnTo>
                <a:close/>
                <a:moveTo>
                  <a:pt x="2184613" y="5948851"/>
                </a:moveTo>
                <a:lnTo>
                  <a:pt x="2056944" y="6634397"/>
                </a:lnTo>
                <a:lnTo>
                  <a:pt x="1892166" y="6738376"/>
                </a:lnTo>
                <a:lnTo>
                  <a:pt x="2019835" y="6052829"/>
                </a:lnTo>
                <a:close/>
                <a:moveTo>
                  <a:pt x="5957547" y="5932577"/>
                </a:moveTo>
                <a:lnTo>
                  <a:pt x="5957484" y="5932641"/>
                </a:lnTo>
                <a:lnTo>
                  <a:pt x="5568335" y="5955944"/>
                </a:lnTo>
                <a:lnTo>
                  <a:pt x="5602722" y="6084429"/>
                </a:lnTo>
                <a:lnTo>
                  <a:pt x="6116753" y="6087405"/>
                </a:lnTo>
                <a:close/>
                <a:moveTo>
                  <a:pt x="8149696" y="5897559"/>
                </a:moveTo>
                <a:lnTo>
                  <a:pt x="8377612" y="6020851"/>
                </a:lnTo>
                <a:lnTo>
                  <a:pt x="8377612" y="6061632"/>
                </a:lnTo>
                <a:lnTo>
                  <a:pt x="7665050" y="6372426"/>
                </a:lnTo>
                <a:lnTo>
                  <a:pt x="7395401" y="6226591"/>
                </a:lnTo>
                <a:close/>
                <a:moveTo>
                  <a:pt x="3315201" y="5868430"/>
                </a:moveTo>
                <a:lnTo>
                  <a:pt x="3415893" y="6475645"/>
                </a:lnTo>
                <a:lnTo>
                  <a:pt x="3198362" y="6704308"/>
                </a:lnTo>
                <a:lnTo>
                  <a:pt x="3097671" y="6097094"/>
                </a:lnTo>
                <a:close/>
                <a:moveTo>
                  <a:pt x="4069814" y="5768568"/>
                </a:moveTo>
                <a:lnTo>
                  <a:pt x="3986158" y="5856019"/>
                </a:lnTo>
                <a:lnTo>
                  <a:pt x="4198179" y="6256987"/>
                </a:lnTo>
                <a:lnTo>
                  <a:pt x="4249854" y="6060049"/>
                </a:lnTo>
                <a:close/>
                <a:moveTo>
                  <a:pt x="2639306" y="5678837"/>
                </a:moveTo>
                <a:lnTo>
                  <a:pt x="2546657" y="6321894"/>
                </a:lnTo>
                <a:lnTo>
                  <a:pt x="2334763" y="6454494"/>
                </a:lnTo>
                <a:lnTo>
                  <a:pt x="2427411" y="5811438"/>
                </a:lnTo>
                <a:close/>
                <a:moveTo>
                  <a:pt x="555320" y="5619123"/>
                </a:moveTo>
                <a:lnTo>
                  <a:pt x="136977" y="6330063"/>
                </a:lnTo>
                <a:lnTo>
                  <a:pt x="110634" y="6341018"/>
                </a:lnTo>
                <a:lnTo>
                  <a:pt x="529039" y="5630078"/>
                </a:lnTo>
                <a:close/>
                <a:moveTo>
                  <a:pt x="6330040" y="5613741"/>
                </a:moveTo>
                <a:lnTo>
                  <a:pt x="5945262" y="5741465"/>
                </a:lnTo>
                <a:lnTo>
                  <a:pt x="6013710" y="5858790"/>
                </a:lnTo>
                <a:lnTo>
                  <a:pt x="6013655" y="5858805"/>
                </a:lnTo>
                <a:lnTo>
                  <a:pt x="6013719" y="5858805"/>
                </a:lnTo>
                <a:lnTo>
                  <a:pt x="6013710" y="5858790"/>
                </a:lnTo>
                <a:lnTo>
                  <a:pt x="6530852" y="5723418"/>
                </a:lnTo>
                <a:close/>
                <a:moveTo>
                  <a:pt x="7519966" y="5564348"/>
                </a:moveTo>
                <a:lnTo>
                  <a:pt x="7848636" y="5743175"/>
                </a:lnTo>
                <a:lnTo>
                  <a:pt x="7161278" y="6082466"/>
                </a:lnTo>
                <a:lnTo>
                  <a:pt x="6832608" y="5903702"/>
                </a:lnTo>
                <a:close/>
                <a:moveTo>
                  <a:pt x="3819669" y="5505710"/>
                </a:moveTo>
                <a:lnTo>
                  <a:pt x="3720182" y="5567324"/>
                </a:lnTo>
                <a:lnTo>
                  <a:pt x="3817326" y="6000841"/>
                </a:lnTo>
                <a:lnTo>
                  <a:pt x="3817390" y="6000778"/>
                </a:lnTo>
                <a:lnTo>
                  <a:pt x="3914344" y="5827396"/>
                </a:lnTo>
                <a:close/>
                <a:moveTo>
                  <a:pt x="1044842" y="5478797"/>
                </a:moveTo>
                <a:lnTo>
                  <a:pt x="669499" y="6158328"/>
                </a:lnTo>
                <a:lnTo>
                  <a:pt x="592303" y="6184481"/>
                </a:lnTo>
                <a:lnTo>
                  <a:pt x="967646" y="5504950"/>
                </a:lnTo>
                <a:close/>
                <a:moveTo>
                  <a:pt x="3093935" y="5408824"/>
                </a:moveTo>
                <a:lnTo>
                  <a:pt x="3036307" y="6009390"/>
                </a:lnTo>
                <a:lnTo>
                  <a:pt x="2777360" y="6170676"/>
                </a:lnTo>
                <a:lnTo>
                  <a:pt x="2834988" y="5570110"/>
                </a:lnTo>
                <a:close/>
                <a:moveTo>
                  <a:pt x="1534301" y="5338470"/>
                </a:moveTo>
                <a:lnTo>
                  <a:pt x="1202084" y="5986656"/>
                </a:lnTo>
                <a:lnTo>
                  <a:pt x="1074036" y="6028006"/>
                </a:lnTo>
                <a:lnTo>
                  <a:pt x="1406253" y="5379821"/>
                </a:lnTo>
                <a:close/>
                <a:moveTo>
                  <a:pt x="6620271" y="5199221"/>
                </a:moveTo>
                <a:lnTo>
                  <a:pt x="6267409" y="5428644"/>
                </a:lnTo>
                <a:lnTo>
                  <a:pt x="6367150" y="5525847"/>
                </a:lnTo>
                <a:lnTo>
                  <a:pt x="6850973" y="5253236"/>
                </a:lnTo>
                <a:close/>
                <a:moveTo>
                  <a:pt x="2023823" y="5198081"/>
                </a:moveTo>
                <a:lnTo>
                  <a:pt x="1734670" y="5814921"/>
                </a:lnTo>
                <a:lnTo>
                  <a:pt x="1555769" y="5871533"/>
                </a:lnTo>
                <a:lnTo>
                  <a:pt x="1844923" y="5254693"/>
                </a:lnTo>
                <a:close/>
                <a:moveTo>
                  <a:pt x="3652738" y="5193332"/>
                </a:moveTo>
                <a:lnTo>
                  <a:pt x="3545017" y="5226450"/>
                </a:lnTo>
                <a:lnTo>
                  <a:pt x="3527349" y="5661614"/>
                </a:lnTo>
                <a:lnTo>
                  <a:pt x="3660590" y="5521984"/>
                </a:lnTo>
                <a:close/>
                <a:moveTo>
                  <a:pt x="8377612" y="5103475"/>
                </a:moveTo>
                <a:lnTo>
                  <a:pt x="8377612" y="5417753"/>
                </a:lnTo>
                <a:lnTo>
                  <a:pt x="8161538" y="5587524"/>
                </a:lnTo>
                <a:lnTo>
                  <a:pt x="7852183" y="5516348"/>
                </a:lnTo>
                <a:close/>
                <a:moveTo>
                  <a:pt x="2513347" y="5057755"/>
                </a:moveTo>
                <a:lnTo>
                  <a:pt x="2267256" y="5643249"/>
                </a:lnTo>
                <a:lnTo>
                  <a:pt x="2037503" y="5715059"/>
                </a:lnTo>
                <a:lnTo>
                  <a:pt x="2283531" y="5129628"/>
                </a:lnTo>
                <a:close/>
                <a:moveTo>
                  <a:pt x="3002806" y="4917428"/>
                </a:moveTo>
                <a:lnTo>
                  <a:pt x="2799841" y="5471514"/>
                </a:lnTo>
                <a:lnTo>
                  <a:pt x="2519173" y="5558585"/>
                </a:lnTo>
                <a:lnTo>
                  <a:pt x="2722201" y="5004499"/>
                </a:lnTo>
                <a:close/>
                <a:moveTo>
                  <a:pt x="3575415" y="4855118"/>
                </a:moveTo>
                <a:lnTo>
                  <a:pt x="3467125" y="4859170"/>
                </a:lnTo>
                <a:lnTo>
                  <a:pt x="3342432" y="5266788"/>
                </a:lnTo>
                <a:lnTo>
                  <a:pt x="3500942" y="5168382"/>
                </a:lnTo>
                <a:close/>
                <a:moveTo>
                  <a:pt x="7802471" y="4830421"/>
                </a:moveTo>
                <a:lnTo>
                  <a:pt x="8179904" y="4918125"/>
                </a:lnTo>
                <a:lnTo>
                  <a:pt x="7578988" y="5437446"/>
                </a:lnTo>
                <a:lnTo>
                  <a:pt x="7201618" y="5349679"/>
                </a:lnTo>
                <a:close/>
                <a:moveTo>
                  <a:pt x="7048366" y="4703900"/>
                </a:moveTo>
                <a:lnTo>
                  <a:pt x="6802338" y="4712765"/>
                </a:lnTo>
                <a:lnTo>
                  <a:pt x="6802401" y="4712828"/>
                </a:lnTo>
                <a:lnTo>
                  <a:pt x="6508498" y="5033818"/>
                </a:lnTo>
                <a:lnTo>
                  <a:pt x="6634330" y="5102715"/>
                </a:lnTo>
                <a:close/>
                <a:moveTo>
                  <a:pt x="3486250" y="4491637"/>
                </a:moveTo>
                <a:lnTo>
                  <a:pt x="3268972" y="4845999"/>
                </a:lnTo>
                <a:lnTo>
                  <a:pt x="3269036" y="4846063"/>
                </a:lnTo>
                <a:lnTo>
                  <a:pt x="3440717" y="4793060"/>
                </a:lnTo>
                <a:lnTo>
                  <a:pt x="3587827" y="4515321"/>
                </a:lnTo>
                <a:close/>
                <a:moveTo>
                  <a:pt x="592683" y="4472450"/>
                </a:moveTo>
                <a:lnTo>
                  <a:pt x="27168" y="5039517"/>
                </a:lnTo>
                <a:lnTo>
                  <a:pt x="0" y="5043190"/>
                </a:lnTo>
                <a:lnTo>
                  <a:pt x="565516" y="4476123"/>
                </a:lnTo>
                <a:close/>
                <a:moveTo>
                  <a:pt x="1082269" y="4463774"/>
                </a:moveTo>
                <a:lnTo>
                  <a:pt x="564566" y="5012034"/>
                </a:lnTo>
                <a:lnTo>
                  <a:pt x="486356" y="5017227"/>
                </a:lnTo>
                <a:lnTo>
                  <a:pt x="1004059" y="4468967"/>
                </a:lnTo>
                <a:close/>
                <a:moveTo>
                  <a:pt x="1571791" y="4455036"/>
                </a:moveTo>
                <a:lnTo>
                  <a:pt x="1101900" y="4984552"/>
                </a:lnTo>
                <a:lnTo>
                  <a:pt x="972712" y="4991264"/>
                </a:lnTo>
                <a:lnTo>
                  <a:pt x="1442603" y="4461748"/>
                </a:lnTo>
                <a:close/>
                <a:moveTo>
                  <a:pt x="2061377" y="4446360"/>
                </a:moveTo>
                <a:lnTo>
                  <a:pt x="1639298" y="4957132"/>
                </a:lnTo>
                <a:lnTo>
                  <a:pt x="1459068" y="4965301"/>
                </a:lnTo>
                <a:lnTo>
                  <a:pt x="1881083" y="4454592"/>
                </a:lnTo>
                <a:close/>
                <a:moveTo>
                  <a:pt x="2550900" y="4437685"/>
                </a:moveTo>
                <a:lnTo>
                  <a:pt x="2176633" y="4929650"/>
                </a:lnTo>
                <a:lnTo>
                  <a:pt x="1945361" y="4939402"/>
                </a:lnTo>
                <a:lnTo>
                  <a:pt x="2319627" y="4447374"/>
                </a:lnTo>
                <a:close/>
                <a:moveTo>
                  <a:pt x="3040486" y="4428946"/>
                </a:moveTo>
                <a:lnTo>
                  <a:pt x="2714032" y="4902167"/>
                </a:lnTo>
                <a:lnTo>
                  <a:pt x="2431717" y="4913439"/>
                </a:lnTo>
                <a:lnTo>
                  <a:pt x="2758171" y="4440218"/>
                </a:lnTo>
                <a:close/>
                <a:moveTo>
                  <a:pt x="8377612" y="4361190"/>
                </a:moveTo>
                <a:lnTo>
                  <a:pt x="8377612" y="4683509"/>
                </a:lnTo>
                <a:lnTo>
                  <a:pt x="8123605" y="4693705"/>
                </a:lnTo>
                <a:close/>
                <a:moveTo>
                  <a:pt x="3595426" y="4148357"/>
                </a:moveTo>
                <a:lnTo>
                  <a:pt x="3305449" y="4428820"/>
                </a:lnTo>
                <a:lnTo>
                  <a:pt x="3478080" y="4422234"/>
                </a:lnTo>
                <a:lnTo>
                  <a:pt x="3683832" y="4196547"/>
                </a:lnTo>
                <a:close/>
                <a:moveTo>
                  <a:pt x="7101561" y="4109603"/>
                </a:moveTo>
                <a:lnTo>
                  <a:pt x="7101546" y="4109627"/>
                </a:lnTo>
                <a:lnTo>
                  <a:pt x="6856800" y="4184579"/>
                </a:lnTo>
                <a:lnTo>
                  <a:pt x="6646299" y="4579911"/>
                </a:lnTo>
                <a:lnTo>
                  <a:pt x="6790939" y="4613916"/>
                </a:lnTo>
                <a:lnTo>
                  <a:pt x="7101546" y="4109627"/>
                </a:lnTo>
                <a:lnTo>
                  <a:pt x="7101624" y="4109603"/>
                </a:lnTo>
                <a:close/>
                <a:moveTo>
                  <a:pt x="8294843" y="4016073"/>
                </a:moveTo>
                <a:lnTo>
                  <a:pt x="7828309" y="4689461"/>
                </a:lnTo>
                <a:lnTo>
                  <a:pt x="7425988" y="4704596"/>
                </a:lnTo>
                <a:lnTo>
                  <a:pt x="7892523" y="4031207"/>
                </a:lnTo>
                <a:close/>
                <a:moveTo>
                  <a:pt x="2932006" y="3914945"/>
                </a:moveTo>
                <a:lnTo>
                  <a:pt x="3197032" y="3975926"/>
                </a:lnTo>
                <a:lnTo>
                  <a:pt x="2776030" y="4341243"/>
                </a:lnTo>
                <a:lnTo>
                  <a:pt x="2511067" y="4280262"/>
                </a:lnTo>
                <a:close/>
                <a:moveTo>
                  <a:pt x="3782306" y="3851051"/>
                </a:moveTo>
                <a:lnTo>
                  <a:pt x="3782306" y="3851114"/>
                </a:lnTo>
                <a:lnTo>
                  <a:pt x="3443123" y="4043113"/>
                </a:lnTo>
                <a:lnTo>
                  <a:pt x="3605116" y="4080664"/>
                </a:lnTo>
                <a:lnTo>
                  <a:pt x="3852410" y="3919124"/>
                </a:lnTo>
                <a:close/>
                <a:moveTo>
                  <a:pt x="2522973" y="3810460"/>
                </a:moveTo>
                <a:lnTo>
                  <a:pt x="2740187" y="3859979"/>
                </a:lnTo>
                <a:lnTo>
                  <a:pt x="2270106" y="4230869"/>
                </a:lnTo>
                <a:lnTo>
                  <a:pt x="2052892" y="4181413"/>
                </a:lnTo>
                <a:close/>
                <a:moveTo>
                  <a:pt x="2113876" y="3706038"/>
                </a:moveTo>
                <a:lnTo>
                  <a:pt x="2283277" y="3743969"/>
                </a:lnTo>
                <a:lnTo>
                  <a:pt x="1764181" y="4120558"/>
                </a:lnTo>
                <a:lnTo>
                  <a:pt x="1594716" y="4082626"/>
                </a:lnTo>
                <a:close/>
                <a:moveTo>
                  <a:pt x="4029854" y="3616815"/>
                </a:moveTo>
                <a:lnTo>
                  <a:pt x="3667050" y="3712624"/>
                </a:lnTo>
                <a:lnTo>
                  <a:pt x="3808144" y="3789310"/>
                </a:lnTo>
                <a:lnTo>
                  <a:pt x="4078046" y="3699136"/>
                </a:lnTo>
                <a:lnTo>
                  <a:pt x="4029854" y="3616878"/>
                </a:lnTo>
                <a:close/>
                <a:moveTo>
                  <a:pt x="1704780" y="3601554"/>
                </a:moveTo>
                <a:lnTo>
                  <a:pt x="1826432" y="3628023"/>
                </a:lnTo>
                <a:lnTo>
                  <a:pt x="1258257" y="4010248"/>
                </a:lnTo>
                <a:lnTo>
                  <a:pt x="1136541" y="3983778"/>
                </a:lnTo>
                <a:close/>
                <a:moveTo>
                  <a:pt x="6998147" y="3509607"/>
                </a:moveTo>
                <a:lnTo>
                  <a:pt x="6772004" y="3649363"/>
                </a:lnTo>
                <a:lnTo>
                  <a:pt x="6664917" y="4095545"/>
                </a:lnTo>
                <a:lnTo>
                  <a:pt x="6819183" y="4090162"/>
                </a:lnTo>
                <a:lnTo>
                  <a:pt x="6998084" y="3509671"/>
                </a:lnTo>
                <a:close/>
                <a:moveTo>
                  <a:pt x="1295683" y="3497132"/>
                </a:moveTo>
                <a:lnTo>
                  <a:pt x="1369586" y="3512013"/>
                </a:lnTo>
                <a:lnTo>
                  <a:pt x="752268" y="3899873"/>
                </a:lnTo>
                <a:lnTo>
                  <a:pt x="678365" y="3884992"/>
                </a:lnTo>
                <a:close/>
                <a:moveTo>
                  <a:pt x="3224262" y="3461671"/>
                </a:moveTo>
                <a:lnTo>
                  <a:pt x="3455155" y="3586610"/>
                </a:lnTo>
                <a:lnTo>
                  <a:pt x="2973295" y="3825785"/>
                </a:lnTo>
                <a:lnTo>
                  <a:pt x="2742339" y="3700783"/>
                </a:lnTo>
                <a:close/>
                <a:moveTo>
                  <a:pt x="3957344" y="3456542"/>
                </a:moveTo>
                <a:lnTo>
                  <a:pt x="4069307" y="3564952"/>
                </a:lnTo>
                <a:lnTo>
                  <a:pt x="4342376" y="3548045"/>
                </a:lnTo>
                <a:lnTo>
                  <a:pt x="4318058" y="3457935"/>
                </a:lnTo>
                <a:lnTo>
                  <a:pt x="4318121" y="3457871"/>
                </a:lnTo>
                <a:close/>
                <a:moveTo>
                  <a:pt x="886586" y="3392648"/>
                </a:moveTo>
                <a:lnTo>
                  <a:pt x="912741" y="3396068"/>
                </a:lnTo>
                <a:lnTo>
                  <a:pt x="246345" y="3789563"/>
                </a:lnTo>
                <a:lnTo>
                  <a:pt x="220255" y="3786144"/>
                </a:lnTo>
                <a:close/>
                <a:moveTo>
                  <a:pt x="8377612" y="3340344"/>
                </a:moveTo>
                <a:lnTo>
                  <a:pt x="8377612" y="3748466"/>
                </a:lnTo>
                <a:lnTo>
                  <a:pt x="8179017" y="3810080"/>
                </a:lnTo>
                <a:close/>
                <a:moveTo>
                  <a:pt x="4290511" y="3287721"/>
                </a:moveTo>
                <a:lnTo>
                  <a:pt x="4367517" y="3418801"/>
                </a:lnTo>
                <a:lnTo>
                  <a:pt x="4625387" y="3472056"/>
                </a:lnTo>
                <a:lnTo>
                  <a:pt x="4625260" y="3380553"/>
                </a:lnTo>
                <a:close/>
                <a:moveTo>
                  <a:pt x="2870261" y="3258911"/>
                </a:moveTo>
                <a:lnTo>
                  <a:pt x="3059737" y="3360923"/>
                </a:lnTo>
                <a:lnTo>
                  <a:pt x="2530825" y="3592878"/>
                </a:lnTo>
                <a:lnTo>
                  <a:pt x="2341412" y="3490927"/>
                </a:lnTo>
                <a:close/>
                <a:moveTo>
                  <a:pt x="4641916" y="3212429"/>
                </a:moveTo>
                <a:lnTo>
                  <a:pt x="4680862" y="3356110"/>
                </a:lnTo>
                <a:lnTo>
                  <a:pt x="4680862" y="3356046"/>
                </a:lnTo>
                <a:lnTo>
                  <a:pt x="4721645" y="3376943"/>
                </a:lnTo>
                <a:lnTo>
                  <a:pt x="4748433" y="3276387"/>
                </a:lnTo>
                <a:close/>
                <a:moveTo>
                  <a:pt x="3608408" y="3106554"/>
                </a:moveTo>
                <a:lnTo>
                  <a:pt x="3791805" y="3283480"/>
                </a:lnTo>
                <a:lnTo>
                  <a:pt x="3284741" y="3387646"/>
                </a:lnTo>
                <a:lnTo>
                  <a:pt x="3101344" y="3210722"/>
                </a:lnTo>
                <a:close/>
                <a:moveTo>
                  <a:pt x="8172114" y="3096359"/>
                </a:moveTo>
                <a:lnTo>
                  <a:pt x="7881250" y="3885372"/>
                </a:lnTo>
                <a:lnTo>
                  <a:pt x="7481146" y="4008601"/>
                </a:lnTo>
                <a:lnTo>
                  <a:pt x="7772010" y="3219588"/>
                </a:lnTo>
                <a:close/>
                <a:moveTo>
                  <a:pt x="2516324" y="3056211"/>
                </a:moveTo>
                <a:lnTo>
                  <a:pt x="2664257" y="3135177"/>
                </a:lnTo>
                <a:lnTo>
                  <a:pt x="2088355" y="3360037"/>
                </a:lnTo>
                <a:lnTo>
                  <a:pt x="1940422" y="3281137"/>
                </a:lnTo>
                <a:close/>
                <a:moveTo>
                  <a:pt x="6735844" y="2946469"/>
                </a:moveTo>
                <a:lnTo>
                  <a:pt x="6735781" y="2946531"/>
                </a:lnTo>
                <a:lnTo>
                  <a:pt x="6545544" y="3145052"/>
                </a:lnTo>
                <a:lnTo>
                  <a:pt x="6555803" y="3613459"/>
                </a:lnTo>
                <a:lnTo>
                  <a:pt x="6709373" y="3566599"/>
                </a:lnTo>
                <a:close/>
                <a:moveTo>
                  <a:pt x="2162385" y="2853512"/>
                </a:moveTo>
                <a:lnTo>
                  <a:pt x="2268838" y="2909426"/>
                </a:lnTo>
                <a:lnTo>
                  <a:pt x="1645948" y="3127198"/>
                </a:lnTo>
                <a:lnTo>
                  <a:pt x="1539494" y="3071283"/>
                </a:lnTo>
                <a:close/>
                <a:moveTo>
                  <a:pt x="3556733" y="2837743"/>
                </a:moveTo>
                <a:lnTo>
                  <a:pt x="4053665" y="2867760"/>
                </a:lnTo>
                <a:lnTo>
                  <a:pt x="4179940" y="3081857"/>
                </a:lnTo>
                <a:lnTo>
                  <a:pt x="3683008" y="3051843"/>
                </a:lnTo>
                <a:close/>
                <a:moveTo>
                  <a:pt x="3330146" y="2824762"/>
                </a:moveTo>
                <a:lnTo>
                  <a:pt x="3480739" y="2969394"/>
                </a:lnTo>
                <a:lnTo>
                  <a:pt x="2931752" y="3054882"/>
                </a:lnTo>
                <a:lnTo>
                  <a:pt x="2781159" y="2910314"/>
                </a:lnTo>
                <a:close/>
                <a:moveTo>
                  <a:pt x="1808447" y="2650810"/>
                </a:moveTo>
                <a:lnTo>
                  <a:pt x="1873358" y="2683675"/>
                </a:lnTo>
                <a:lnTo>
                  <a:pt x="1203478" y="2894357"/>
                </a:lnTo>
                <a:lnTo>
                  <a:pt x="1138567" y="2861491"/>
                </a:lnTo>
                <a:close/>
                <a:moveTo>
                  <a:pt x="4072536" y="2600024"/>
                </a:moveTo>
                <a:lnTo>
                  <a:pt x="4526595" y="2754536"/>
                </a:lnTo>
                <a:lnTo>
                  <a:pt x="4590619" y="2989341"/>
                </a:lnTo>
                <a:lnTo>
                  <a:pt x="4136560" y="2834831"/>
                </a:lnTo>
                <a:close/>
                <a:moveTo>
                  <a:pt x="3051822" y="2542972"/>
                </a:moveTo>
                <a:lnTo>
                  <a:pt x="3169611" y="2655244"/>
                </a:lnTo>
                <a:lnTo>
                  <a:pt x="2578764" y="2722114"/>
                </a:lnTo>
                <a:lnTo>
                  <a:pt x="2461038" y="2609840"/>
                </a:lnTo>
                <a:close/>
                <a:moveTo>
                  <a:pt x="3334136" y="2471985"/>
                </a:moveTo>
                <a:lnTo>
                  <a:pt x="3865328" y="2530307"/>
                </a:lnTo>
                <a:lnTo>
                  <a:pt x="3969186" y="2705459"/>
                </a:lnTo>
                <a:lnTo>
                  <a:pt x="3438057" y="2647136"/>
                </a:lnTo>
                <a:close/>
                <a:moveTo>
                  <a:pt x="6323644" y="2462165"/>
                </a:moveTo>
                <a:lnTo>
                  <a:pt x="6323662" y="2462248"/>
                </a:lnTo>
                <a:lnTo>
                  <a:pt x="6185020" y="2709004"/>
                </a:lnTo>
                <a:lnTo>
                  <a:pt x="6318958" y="3167722"/>
                </a:lnTo>
                <a:lnTo>
                  <a:pt x="6460812" y="3080272"/>
                </a:lnTo>
                <a:lnTo>
                  <a:pt x="6323662" y="2462248"/>
                </a:lnTo>
                <a:lnTo>
                  <a:pt x="6323708" y="2462165"/>
                </a:lnTo>
                <a:close/>
                <a:moveTo>
                  <a:pt x="1454445" y="2448107"/>
                </a:moveTo>
                <a:lnTo>
                  <a:pt x="1477877" y="2457922"/>
                </a:lnTo>
                <a:lnTo>
                  <a:pt x="761071" y="2661508"/>
                </a:lnTo>
                <a:lnTo>
                  <a:pt x="737640" y="2651630"/>
                </a:lnTo>
                <a:close/>
                <a:moveTo>
                  <a:pt x="2773559" y="2261241"/>
                </a:moveTo>
                <a:lnTo>
                  <a:pt x="2858482" y="2341154"/>
                </a:lnTo>
                <a:lnTo>
                  <a:pt x="2225775" y="2389347"/>
                </a:lnTo>
                <a:lnTo>
                  <a:pt x="2140853" y="2309430"/>
                </a:lnTo>
                <a:close/>
                <a:moveTo>
                  <a:pt x="7806081" y="2223312"/>
                </a:moveTo>
                <a:lnTo>
                  <a:pt x="7722172" y="3078945"/>
                </a:lnTo>
                <a:lnTo>
                  <a:pt x="7352781" y="3308051"/>
                </a:lnTo>
                <a:lnTo>
                  <a:pt x="7436690" y="2452419"/>
                </a:lnTo>
                <a:close/>
                <a:moveTo>
                  <a:pt x="3956837" y="2197219"/>
                </a:moveTo>
                <a:lnTo>
                  <a:pt x="4435657" y="2387189"/>
                </a:lnTo>
                <a:lnTo>
                  <a:pt x="4488536" y="2579443"/>
                </a:lnTo>
                <a:lnTo>
                  <a:pt x="4009715" y="2389471"/>
                </a:lnTo>
                <a:close/>
                <a:moveTo>
                  <a:pt x="3111603" y="2106224"/>
                </a:moveTo>
                <a:lnTo>
                  <a:pt x="3676992" y="2192851"/>
                </a:lnTo>
                <a:lnTo>
                  <a:pt x="3758368" y="2329060"/>
                </a:lnTo>
                <a:lnTo>
                  <a:pt x="3192979" y="2242432"/>
                </a:lnTo>
                <a:close/>
                <a:moveTo>
                  <a:pt x="5781750" y="2095963"/>
                </a:moveTo>
                <a:lnTo>
                  <a:pt x="5707593" y="2376487"/>
                </a:lnTo>
                <a:lnTo>
                  <a:pt x="5963247" y="2792400"/>
                </a:lnTo>
                <a:lnTo>
                  <a:pt x="6082683" y="2668031"/>
                </a:lnTo>
                <a:close/>
                <a:moveTo>
                  <a:pt x="2495298" y="1979451"/>
                </a:moveTo>
                <a:lnTo>
                  <a:pt x="2547417" y="2027072"/>
                </a:lnTo>
                <a:lnTo>
                  <a:pt x="1872851" y="2056580"/>
                </a:lnTo>
                <a:lnTo>
                  <a:pt x="1820669" y="2008961"/>
                </a:lnTo>
                <a:close/>
                <a:moveTo>
                  <a:pt x="8377613" y="1857548"/>
                </a:moveTo>
                <a:lnTo>
                  <a:pt x="8377613" y="2230399"/>
                </a:lnTo>
                <a:lnTo>
                  <a:pt x="8303646" y="2736295"/>
                </a:lnTo>
                <a:lnTo>
                  <a:pt x="8001383" y="2924622"/>
                </a:lnTo>
                <a:lnTo>
                  <a:pt x="8135321" y="2008513"/>
                </a:lnTo>
                <a:close/>
                <a:moveTo>
                  <a:pt x="3841137" y="1794411"/>
                </a:moveTo>
                <a:lnTo>
                  <a:pt x="4344718" y="2019845"/>
                </a:lnTo>
                <a:lnTo>
                  <a:pt x="4386451" y="2169480"/>
                </a:lnTo>
                <a:lnTo>
                  <a:pt x="3882870" y="1944046"/>
                </a:lnTo>
                <a:close/>
                <a:moveTo>
                  <a:pt x="2889006" y="1740524"/>
                </a:moveTo>
                <a:lnTo>
                  <a:pt x="3488655" y="1855394"/>
                </a:lnTo>
                <a:lnTo>
                  <a:pt x="3547613" y="1952660"/>
                </a:lnTo>
                <a:lnTo>
                  <a:pt x="2947964" y="1837790"/>
                </a:lnTo>
                <a:close/>
                <a:moveTo>
                  <a:pt x="2216973" y="1697653"/>
                </a:moveTo>
                <a:lnTo>
                  <a:pt x="2236289" y="1712914"/>
                </a:lnTo>
                <a:lnTo>
                  <a:pt x="1519863" y="1723806"/>
                </a:lnTo>
                <a:lnTo>
                  <a:pt x="1500548" y="1708545"/>
                </a:lnTo>
                <a:close/>
                <a:moveTo>
                  <a:pt x="4596319" y="1684169"/>
                </a:moveTo>
                <a:lnTo>
                  <a:pt x="5007949" y="2025486"/>
                </a:lnTo>
                <a:lnTo>
                  <a:pt x="5009468" y="2177779"/>
                </a:lnTo>
                <a:lnTo>
                  <a:pt x="4597839" y="1836527"/>
                </a:lnTo>
                <a:close/>
                <a:moveTo>
                  <a:pt x="7207825" y="1461648"/>
                </a:moveTo>
                <a:lnTo>
                  <a:pt x="7349425" y="2327223"/>
                </a:lnTo>
                <a:lnTo>
                  <a:pt x="7038867" y="2652392"/>
                </a:lnTo>
                <a:lnTo>
                  <a:pt x="6897266" y="1786755"/>
                </a:lnTo>
                <a:close/>
                <a:moveTo>
                  <a:pt x="3725438" y="1391544"/>
                </a:moveTo>
                <a:lnTo>
                  <a:pt x="4253780" y="1652503"/>
                </a:lnTo>
                <a:lnTo>
                  <a:pt x="4284367" y="1759584"/>
                </a:lnTo>
                <a:lnTo>
                  <a:pt x="3756025" y="1498625"/>
                </a:lnTo>
                <a:close/>
                <a:moveTo>
                  <a:pt x="2666409" y="1374763"/>
                </a:moveTo>
                <a:lnTo>
                  <a:pt x="3300319" y="1517939"/>
                </a:lnTo>
                <a:lnTo>
                  <a:pt x="3336859" y="1576260"/>
                </a:lnTo>
                <a:lnTo>
                  <a:pt x="2702949" y="1433084"/>
                </a:lnTo>
                <a:close/>
                <a:moveTo>
                  <a:pt x="5247201" y="1300358"/>
                </a:moveTo>
                <a:lnTo>
                  <a:pt x="5828549" y="1919225"/>
                </a:lnTo>
                <a:lnTo>
                  <a:pt x="5826649" y="1926508"/>
                </a:lnTo>
                <a:lnTo>
                  <a:pt x="6025244" y="1573096"/>
                </a:lnTo>
                <a:lnTo>
                  <a:pt x="6411163" y="2306640"/>
                </a:lnTo>
                <a:lnTo>
                  <a:pt x="6407553" y="2313037"/>
                </a:lnTo>
                <a:lnTo>
                  <a:pt x="6679925" y="2028776"/>
                </a:lnTo>
                <a:lnTo>
                  <a:pt x="6855786" y="2821403"/>
                </a:lnTo>
                <a:lnTo>
                  <a:pt x="6850847" y="2826532"/>
                </a:lnTo>
                <a:lnTo>
                  <a:pt x="7174578" y="2626427"/>
                </a:lnTo>
                <a:lnTo>
                  <a:pt x="7140634" y="3421650"/>
                </a:lnTo>
                <a:lnTo>
                  <a:pt x="7134808" y="3425260"/>
                </a:lnTo>
                <a:lnTo>
                  <a:pt x="7485263" y="3317926"/>
                </a:lnTo>
                <a:lnTo>
                  <a:pt x="7255827" y="4062363"/>
                </a:lnTo>
                <a:lnTo>
                  <a:pt x="7249494" y="4064326"/>
                </a:lnTo>
                <a:lnTo>
                  <a:pt x="7601723" y="4051598"/>
                </a:lnTo>
                <a:lnTo>
                  <a:pt x="7203392" y="4698391"/>
                </a:lnTo>
                <a:lnTo>
                  <a:pt x="7197059" y="4698644"/>
                </a:lnTo>
                <a:lnTo>
                  <a:pt x="7527376" y="4775963"/>
                </a:lnTo>
                <a:lnTo>
                  <a:pt x="6996437" y="5287368"/>
                </a:lnTo>
                <a:lnTo>
                  <a:pt x="6990484" y="5285975"/>
                </a:lnTo>
                <a:lnTo>
                  <a:pt x="7277992" y="5443019"/>
                </a:lnTo>
                <a:lnTo>
                  <a:pt x="6657571" y="5792568"/>
                </a:lnTo>
                <a:lnTo>
                  <a:pt x="6652378" y="5789718"/>
                </a:lnTo>
                <a:lnTo>
                  <a:pt x="6880357" y="6011353"/>
                </a:lnTo>
                <a:lnTo>
                  <a:pt x="6217127" y="6184987"/>
                </a:lnTo>
                <a:lnTo>
                  <a:pt x="6213011" y="6180998"/>
                </a:lnTo>
                <a:lnTo>
                  <a:pt x="6369557" y="6448732"/>
                </a:lnTo>
                <a:lnTo>
                  <a:pt x="5710379" y="6444869"/>
                </a:lnTo>
                <a:lnTo>
                  <a:pt x="5710443" y="6444996"/>
                </a:lnTo>
                <a:lnTo>
                  <a:pt x="5707593" y="6440120"/>
                </a:lnTo>
                <a:lnTo>
                  <a:pt x="5786372" y="6733437"/>
                </a:lnTo>
                <a:lnTo>
                  <a:pt x="5175071" y="6562525"/>
                </a:lnTo>
                <a:lnTo>
                  <a:pt x="5173615" y="6557206"/>
                </a:lnTo>
                <a:lnTo>
                  <a:pt x="5173804" y="6839062"/>
                </a:lnTo>
                <a:lnTo>
                  <a:pt x="5173804" y="6854893"/>
                </a:lnTo>
                <a:lnTo>
                  <a:pt x="5147524" y="6839062"/>
                </a:lnTo>
                <a:lnTo>
                  <a:pt x="4648565" y="6537956"/>
                </a:lnTo>
                <a:lnTo>
                  <a:pt x="4648565" y="6532573"/>
                </a:lnTo>
                <a:lnTo>
                  <a:pt x="4574662" y="6814556"/>
                </a:lnTo>
                <a:lnTo>
                  <a:pt x="4165755" y="6381165"/>
                </a:lnTo>
                <a:lnTo>
                  <a:pt x="4167085" y="6376100"/>
                </a:lnTo>
                <a:lnTo>
                  <a:pt x="4028208" y="6624393"/>
                </a:lnTo>
                <a:lnTo>
                  <a:pt x="3756279" y="6110201"/>
                </a:lnTo>
                <a:lnTo>
                  <a:pt x="3758812" y="6105706"/>
                </a:lnTo>
                <a:lnTo>
                  <a:pt x="3568069" y="6305620"/>
                </a:lnTo>
                <a:lnTo>
                  <a:pt x="3443440" y="5749697"/>
                </a:lnTo>
                <a:lnTo>
                  <a:pt x="3446860" y="5746088"/>
                </a:lnTo>
                <a:lnTo>
                  <a:pt x="3219957" y="5886984"/>
                </a:lnTo>
                <a:lnTo>
                  <a:pt x="3242565" y="5328909"/>
                </a:lnTo>
                <a:lnTo>
                  <a:pt x="3246681" y="5326376"/>
                </a:lnTo>
                <a:lnTo>
                  <a:pt x="3000906" y="5402238"/>
                </a:lnTo>
                <a:lnTo>
                  <a:pt x="3160809" y="4879498"/>
                </a:lnTo>
                <a:lnTo>
                  <a:pt x="3165242" y="4878105"/>
                </a:lnTo>
                <a:lnTo>
                  <a:pt x="2918074" y="4887540"/>
                </a:lnTo>
                <a:lnTo>
                  <a:pt x="3196716" y="4433063"/>
                </a:lnTo>
                <a:lnTo>
                  <a:pt x="3201212" y="4432873"/>
                </a:lnTo>
                <a:lnTo>
                  <a:pt x="2969306" y="4379110"/>
                </a:lnTo>
                <a:lnTo>
                  <a:pt x="3341166" y="4019430"/>
                </a:lnTo>
                <a:lnTo>
                  <a:pt x="3345346" y="4020380"/>
                </a:lnTo>
                <a:lnTo>
                  <a:pt x="3143330" y="3910639"/>
                </a:lnTo>
                <a:lnTo>
                  <a:pt x="3578264" y="3664435"/>
                </a:lnTo>
                <a:lnTo>
                  <a:pt x="3581938" y="3666398"/>
                </a:lnTo>
                <a:lnTo>
                  <a:pt x="3421592" y="3511190"/>
                </a:lnTo>
                <a:lnTo>
                  <a:pt x="3886797" y="3388343"/>
                </a:lnTo>
                <a:lnTo>
                  <a:pt x="3889710" y="3391128"/>
                </a:lnTo>
                <a:lnTo>
                  <a:pt x="3779456" y="3203438"/>
                </a:lnTo>
                <a:lnTo>
                  <a:pt x="4242128" y="3205147"/>
                </a:lnTo>
                <a:lnTo>
                  <a:pt x="4244091" y="3208566"/>
                </a:lnTo>
                <a:lnTo>
                  <a:pt x="4188363" y="3002891"/>
                </a:lnTo>
                <a:lnTo>
                  <a:pt x="4617661" y="3121876"/>
                </a:lnTo>
                <a:lnTo>
                  <a:pt x="4618674" y="3125612"/>
                </a:lnTo>
                <a:lnTo>
                  <a:pt x="4618104" y="2916706"/>
                </a:lnTo>
                <a:lnTo>
                  <a:pt x="4813343" y="3033919"/>
                </a:lnTo>
                <a:lnTo>
                  <a:pt x="4847604" y="2905308"/>
                </a:lnTo>
                <a:lnTo>
                  <a:pt x="4611898" y="2744464"/>
                </a:lnTo>
                <a:lnTo>
                  <a:pt x="4610885" y="2505860"/>
                </a:lnTo>
                <a:lnTo>
                  <a:pt x="4889843" y="2696210"/>
                </a:lnTo>
                <a:lnTo>
                  <a:pt x="4931766" y="2538345"/>
                </a:lnTo>
                <a:lnTo>
                  <a:pt x="4604932" y="2290495"/>
                </a:lnTo>
                <a:lnTo>
                  <a:pt x="4603666" y="2095076"/>
                </a:lnTo>
                <a:lnTo>
                  <a:pt x="4974766" y="2376487"/>
                </a:lnTo>
                <a:lnTo>
                  <a:pt x="5049936" y="2093367"/>
                </a:lnTo>
                <a:lnTo>
                  <a:pt x="5506971" y="2518399"/>
                </a:lnTo>
                <a:lnTo>
                  <a:pt x="5594110" y="2363695"/>
                </a:lnTo>
                <a:lnTo>
                  <a:pt x="5104017" y="1841970"/>
                </a:lnTo>
                <a:close/>
                <a:moveTo>
                  <a:pt x="4589100" y="1273385"/>
                </a:moveTo>
                <a:lnTo>
                  <a:pt x="5014915" y="1654534"/>
                </a:lnTo>
                <a:lnTo>
                  <a:pt x="5016688" y="1763704"/>
                </a:lnTo>
                <a:lnTo>
                  <a:pt x="4590873" y="1382492"/>
                </a:lnTo>
                <a:close/>
                <a:moveTo>
                  <a:pt x="2443813" y="1009004"/>
                </a:moveTo>
                <a:lnTo>
                  <a:pt x="3111920" y="1180486"/>
                </a:lnTo>
                <a:lnTo>
                  <a:pt x="3126105" y="1199863"/>
                </a:lnTo>
                <a:lnTo>
                  <a:pt x="2457935" y="1028381"/>
                </a:lnTo>
                <a:close/>
                <a:moveTo>
                  <a:pt x="3609738" y="988739"/>
                </a:moveTo>
                <a:lnTo>
                  <a:pt x="4162841" y="1285159"/>
                </a:lnTo>
                <a:lnTo>
                  <a:pt x="4182283" y="1349686"/>
                </a:lnTo>
                <a:lnTo>
                  <a:pt x="3629180" y="1053203"/>
                </a:lnTo>
                <a:close/>
                <a:moveTo>
                  <a:pt x="7735787" y="894517"/>
                </a:moveTo>
                <a:lnTo>
                  <a:pt x="7843127" y="1833109"/>
                </a:lnTo>
                <a:lnTo>
                  <a:pt x="7589247" y="2100019"/>
                </a:lnTo>
                <a:lnTo>
                  <a:pt x="7481906" y="1161429"/>
                </a:lnTo>
                <a:close/>
                <a:moveTo>
                  <a:pt x="6405780" y="872226"/>
                </a:moveTo>
                <a:lnTo>
                  <a:pt x="6776563" y="1686955"/>
                </a:lnTo>
                <a:lnTo>
                  <a:pt x="6550420" y="2090899"/>
                </a:lnTo>
                <a:lnTo>
                  <a:pt x="6179637" y="1276171"/>
                </a:lnTo>
                <a:close/>
                <a:moveTo>
                  <a:pt x="4581944" y="862537"/>
                </a:moveTo>
                <a:lnTo>
                  <a:pt x="5021881" y="1283580"/>
                </a:lnTo>
                <a:lnTo>
                  <a:pt x="5023844" y="1349627"/>
                </a:lnTo>
                <a:lnTo>
                  <a:pt x="4583907" y="928521"/>
                </a:lnTo>
                <a:close/>
                <a:moveTo>
                  <a:pt x="3494038" y="585871"/>
                </a:moveTo>
                <a:lnTo>
                  <a:pt x="4071903" y="917816"/>
                </a:lnTo>
                <a:lnTo>
                  <a:pt x="4080199" y="939726"/>
                </a:lnTo>
                <a:lnTo>
                  <a:pt x="3502334" y="607844"/>
                </a:lnTo>
                <a:close/>
                <a:moveTo>
                  <a:pt x="5444466" y="507352"/>
                </a:moveTo>
                <a:lnTo>
                  <a:pt x="6032020" y="1210314"/>
                </a:lnTo>
                <a:lnTo>
                  <a:pt x="5911444" y="1669160"/>
                </a:lnTo>
                <a:lnTo>
                  <a:pt x="5323890" y="966198"/>
                </a:lnTo>
                <a:close/>
                <a:moveTo>
                  <a:pt x="4574725" y="451691"/>
                </a:moveTo>
                <a:lnTo>
                  <a:pt x="5028847" y="912627"/>
                </a:lnTo>
                <a:lnTo>
                  <a:pt x="5031064" y="935486"/>
                </a:lnTo>
                <a:lnTo>
                  <a:pt x="4577005" y="474551"/>
                </a:lnTo>
                <a:close/>
                <a:moveTo>
                  <a:pt x="8263686" y="327323"/>
                </a:moveTo>
                <a:lnTo>
                  <a:pt x="8336766" y="1338990"/>
                </a:lnTo>
                <a:lnTo>
                  <a:pt x="8139627" y="1547706"/>
                </a:lnTo>
                <a:lnTo>
                  <a:pt x="8066484" y="536039"/>
                </a:lnTo>
                <a:close/>
                <a:moveTo>
                  <a:pt x="6786379" y="171355"/>
                </a:moveTo>
                <a:lnTo>
                  <a:pt x="7142027" y="1067265"/>
                </a:lnTo>
                <a:lnTo>
                  <a:pt x="6957427" y="1398577"/>
                </a:lnTo>
                <a:lnTo>
                  <a:pt x="6601779" y="502667"/>
                </a:lnTo>
                <a:close/>
                <a:moveTo>
                  <a:pt x="7767324" y="2"/>
                </a:moveTo>
                <a:lnTo>
                  <a:pt x="7779166" y="2"/>
                </a:lnTo>
                <a:lnTo>
                  <a:pt x="7771566" y="13870"/>
                </a:lnTo>
                <a:close/>
                <a:moveTo>
                  <a:pt x="7118406" y="2"/>
                </a:moveTo>
                <a:lnTo>
                  <a:pt x="7351578" y="2"/>
                </a:lnTo>
                <a:lnTo>
                  <a:pt x="7507491" y="447513"/>
                </a:lnTo>
                <a:lnTo>
                  <a:pt x="7364497" y="706191"/>
                </a:lnTo>
                <a:close/>
                <a:moveTo>
                  <a:pt x="6304645" y="1"/>
                </a:moveTo>
                <a:lnTo>
                  <a:pt x="6385768" y="1"/>
                </a:lnTo>
                <a:lnTo>
                  <a:pt x="6363730" y="85742"/>
                </a:lnTo>
                <a:close/>
                <a:moveTo>
                  <a:pt x="5567385" y="0"/>
                </a:moveTo>
                <a:lnTo>
                  <a:pt x="5857299" y="0"/>
                </a:lnTo>
                <a:lnTo>
                  <a:pt x="6235555" y="501337"/>
                </a:lnTo>
                <a:lnTo>
                  <a:pt x="6137587" y="877482"/>
                </a:lnTo>
                <a:lnTo>
                  <a:pt x="5543827" y="90490"/>
                </a:lnTo>
                <a:close/>
              </a:path>
            </a:pathLst>
          </a:custGeom>
        </p:spPr>
        <p:txBody>
          <a:bodyPr wrap="square" anchor="ctr">
            <a:noAutofit/>
          </a:bodyPr>
          <a:lstStyle>
            <a:lvl1pPr marL="0" indent="0" algn="ctr">
              <a:buNone/>
              <a:defRPr sz="1200"/>
            </a:lvl1pPr>
          </a:lstStyle>
          <a:p>
            <a:r>
              <a:rPr lang="en-US"/>
              <a:t>Click icon to add picture</a:t>
            </a:r>
          </a:p>
        </p:txBody>
      </p:sp>
      <p:sp>
        <p:nvSpPr>
          <p:cNvPr id="2" name="Title 1">
            <a:extLst>
              <a:ext uri="{FF2B5EF4-FFF2-40B4-BE49-F238E27FC236}">
                <a16:creationId xmlns:a16="http://schemas.microsoft.com/office/drawing/2014/main" id="{1F214E23-4D5A-C225-A302-6C9C57B22B40}"/>
              </a:ext>
            </a:extLst>
          </p:cNvPr>
          <p:cNvSpPr>
            <a:spLocks noGrp="1"/>
          </p:cNvSpPr>
          <p:nvPr>
            <p:ph type="title"/>
          </p:nvPr>
        </p:nvSpPr>
        <p:spPr>
          <a:xfrm>
            <a:off x="383908" y="2643127"/>
            <a:ext cx="7239024" cy="1325563"/>
          </a:xfrm>
        </p:spPr>
        <p:txBody>
          <a:bodyPr anchor="b"/>
          <a:lstStyle>
            <a:lvl1pPr>
              <a:defRPr>
                <a:solidFill>
                  <a:schemeClr val="bg1"/>
                </a:solidFill>
              </a:defRPr>
            </a:lvl1pPr>
          </a:lstStyle>
          <a:p>
            <a:r>
              <a:rPr lang="en-US"/>
              <a:t>Click to edit Master title style</a:t>
            </a: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11" name="TextBox 10">
            <a:extLst>
              <a:ext uri="{FF2B5EF4-FFF2-40B4-BE49-F238E27FC236}">
                <a16:creationId xmlns:a16="http://schemas.microsoft.com/office/drawing/2014/main" id="{269DFD76-F8BE-B383-F2CB-FD881A7180E6}"/>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sp>
        <p:nvSpPr>
          <p:cNvPr id="12" name="Date Placeholder 3">
            <a:extLst>
              <a:ext uri="{FF2B5EF4-FFF2-40B4-BE49-F238E27FC236}">
                <a16:creationId xmlns:a16="http://schemas.microsoft.com/office/drawing/2014/main" id="{5225CFFB-FF9E-47C5-8A38-CBE27EAF4C0D}"/>
              </a:ext>
            </a:extLst>
          </p:cNvPr>
          <p:cNvSpPr>
            <a:spLocks noGrp="1"/>
          </p:cNvSpPr>
          <p:nvPr>
            <p:ph type="dt" sz="half" idx="2"/>
          </p:nvPr>
        </p:nvSpPr>
        <p:spPr>
          <a:xfrm>
            <a:off x="383908" y="4082988"/>
            <a:ext cx="3519877" cy="338554"/>
          </a:xfrm>
          <a:prstGeom prst="rect">
            <a:avLst/>
          </a:prstGeom>
        </p:spPr>
        <p:txBody>
          <a:bodyPr vert="horz" lIns="91440" tIns="45720" rIns="91440" bIns="45720" rtlCol="0" anchor="ctr"/>
          <a:lstStyle>
            <a:lvl1pPr algn="l">
              <a:defRPr sz="1800">
                <a:solidFill>
                  <a:schemeClr val="bg1"/>
                </a:solidFill>
              </a:defRPr>
            </a:lvl1pPr>
          </a:lstStyle>
          <a:p>
            <a:fld id="{39F9F6DA-54B0-4E86-A2E9-77437AD922F7}" type="datetime4">
              <a:rPr lang="en-GB" smtClean="0"/>
              <a:t>24 June 2026</a:t>
            </a:fld>
            <a:endParaRPr lang="en-GB"/>
          </a:p>
        </p:txBody>
      </p:sp>
      <p:pic>
        <p:nvPicPr>
          <p:cNvPr id="4" name="Picture 3" descr="A white and blue sign with black text&#10;&#10;Description automatically generated">
            <a:extLst>
              <a:ext uri="{FF2B5EF4-FFF2-40B4-BE49-F238E27FC236}">
                <a16:creationId xmlns:a16="http://schemas.microsoft.com/office/drawing/2014/main" id="{990F6329-8071-0922-58E7-527BDED62052}"/>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6" name="Picture 5" descr="A logo with red text&#10;&#10;AI-generated content may be incorrect.">
            <a:extLst>
              <a:ext uri="{FF2B5EF4-FFF2-40B4-BE49-F238E27FC236}">
                <a16:creationId xmlns:a16="http://schemas.microsoft.com/office/drawing/2014/main" id="{1C2D0557-28A2-11CF-E3AB-ACD80A7F3C8E}"/>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10" name="Picture 9">
            <a:extLst>
              <a:ext uri="{FF2B5EF4-FFF2-40B4-BE49-F238E27FC236}">
                <a16:creationId xmlns:a16="http://schemas.microsoft.com/office/drawing/2014/main" id="{74004A8D-D901-FAE3-0EE7-3FAEC1D0DD32}"/>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3855207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 you">
    <p:bg>
      <p:bgPr>
        <a:gradFill>
          <a:gsLst>
            <a:gs pos="0">
              <a:schemeClr val="bg2"/>
            </a:gs>
            <a:gs pos="10000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14E23-4D5A-C225-A302-6C9C57B22B40}"/>
              </a:ext>
            </a:extLst>
          </p:cNvPr>
          <p:cNvSpPr>
            <a:spLocks noGrp="1"/>
          </p:cNvSpPr>
          <p:nvPr>
            <p:ph type="title" hasCustomPrompt="1"/>
          </p:nvPr>
        </p:nvSpPr>
        <p:spPr>
          <a:xfrm>
            <a:off x="383908" y="2643127"/>
            <a:ext cx="6701188" cy="1325563"/>
          </a:xfrm>
        </p:spPr>
        <p:txBody>
          <a:bodyPr anchor="b"/>
          <a:lstStyle>
            <a:lvl1pPr>
              <a:defRPr>
                <a:solidFill>
                  <a:schemeClr val="bg1"/>
                </a:solidFill>
              </a:defRPr>
            </a:lvl1pPr>
          </a:lstStyle>
          <a:p>
            <a:r>
              <a:rPr lang="en-GB"/>
              <a:t>Thank you</a:t>
            </a:r>
            <a:endParaRPr lang="en-US"/>
          </a:p>
        </p:txBody>
      </p:sp>
      <p:sp>
        <p:nvSpPr>
          <p:cNvPr id="3" name="bg object 17">
            <a:extLst>
              <a:ext uri="{FF2B5EF4-FFF2-40B4-BE49-F238E27FC236}">
                <a16:creationId xmlns:a16="http://schemas.microsoft.com/office/drawing/2014/main" id="{5AE8EB3F-06DA-9660-72EB-9FC6330A4F34}"/>
              </a:ext>
            </a:extLst>
          </p:cNvPr>
          <p:cNvSpPr/>
          <p:nvPr userDrawn="1"/>
        </p:nvSpPr>
        <p:spPr>
          <a:xfrm>
            <a:off x="3791345" y="1"/>
            <a:ext cx="8400655" cy="6858000"/>
          </a:xfrm>
          <a:custGeom>
            <a:avLst/>
            <a:gdLst/>
            <a:ahLst/>
            <a:cxnLst/>
            <a:rect l="l" t="t" r="r" b="b"/>
            <a:pathLst>
              <a:path w="13852525" h="11308715">
                <a:moveTo>
                  <a:pt x="13663594" y="541274"/>
                </a:moveTo>
                <a:lnTo>
                  <a:pt x="13337552" y="886374"/>
                </a:lnTo>
                <a:lnTo>
                  <a:pt x="13458406" y="2559160"/>
                </a:lnTo>
                <a:lnTo>
                  <a:pt x="13784438" y="2214071"/>
                </a:lnTo>
                <a:lnTo>
                  <a:pt x="13663594" y="541274"/>
                </a:lnTo>
                <a:close/>
              </a:path>
              <a:path w="13852525" h="11308715">
                <a:moveTo>
                  <a:pt x="12862427" y="0"/>
                </a:moveTo>
                <a:lnTo>
                  <a:pt x="12842864" y="0"/>
                </a:lnTo>
                <a:lnTo>
                  <a:pt x="12849922" y="22955"/>
                </a:lnTo>
                <a:lnTo>
                  <a:pt x="12862427" y="0"/>
                </a:lnTo>
                <a:close/>
              </a:path>
              <a:path w="13852525" h="11308715">
                <a:moveTo>
                  <a:pt x="1356744" y="11181556"/>
                </a:moveTo>
                <a:lnTo>
                  <a:pt x="1317802" y="11206956"/>
                </a:lnTo>
                <a:lnTo>
                  <a:pt x="1288384" y="11308556"/>
                </a:lnTo>
                <a:lnTo>
                  <a:pt x="1318869" y="11308556"/>
                </a:lnTo>
                <a:lnTo>
                  <a:pt x="1356744" y="11181556"/>
                </a:lnTo>
                <a:close/>
              </a:path>
              <a:path w="13852525" h="11308715">
                <a:moveTo>
                  <a:pt x="2108543" y="10737056"/>
                </a:moveTo>
                <a:lnTo>
                  <a:pt x="1991771" y="10813256"/>
                </a:lnTo>
                <a:lnTo>
                  <a:pt x="1863059" y="11308556"/>
                </a:lnTo>
                <a:lnTo>
                  <a:pt x="1960085" y="11308556"/>
                </a:lnTo>
                <a:lnTo>
                  <a:pt x="2108543" y="10737056"/>
                </a:lnTo>
                <a:close/>
              </a:path>
              <a:path w="13852525" h="11308715">
                <a:moveTo>
                  <a:pt x="2860321" y="10292556"/>
                </a:moveTo>
                <a:lnTo>
                  <a:pt x="2665698" y="10419556"/>
                </a:lnTo>
                <a:lnTo>
                  <a:pt x="2464479" y="11308556"/>
                </a:lnTo>
                <a:lnTo>
                  <a:pt x="2631287" y="11308556"/>
                </a:lnTo>
                <a:lnTo>
                  <a:pt x="2860321" y="10292556"/>
                </a:lnTo>
                <a:close/>
              </a:path>
              <a:path w="13852525" h="11308715">
                <a:moveTo>
                  <a:pt x="4206856" y="10991056"/>
                </a:moveTo>
                <a:lnTo>
                  <a:pt x="3978528" y="11232356"/>
                </a:lnTo>
                <a:lnTo>
                  <a:pt x="3984302" y="11308556"/>
                </a:lnTo>
                <a:lnTo>
                  <a:pt x="4230674" y="11308556"/>
                </a:lnTo>
                <a:lnTo>
                  <a:pt x="4206856" y="10991056"/>
                </a:lnTo>
                <a:close/>
              </a:path>
              <a:path w="13852525" h="11308715">
                <a:moveTo>
                  <a:pt x="4844187" y="10356056"/>
                </a:moveTo>
                <a:lnTo>
                  <a:pt x="4550207" y="10660856"/>
                </a:lnTo>
                <a:lnTo>
                  <a:pt x="4626194" y="11308556"/>
                </a:lnTo>
                <a:lnTo>
                  <a:pt x="4956321" y="11308556"/>
                </a:lnTo>
                <a:lnTo>
                  <a:pt x="4844187" y="10356056"/>
                </a:lnTo>
                <a:close/>
              </a:path>
              <a:path w="13852525" h="11308715">
                <a:moveTo>
                  <a:pt x="5579023" y="11168856"/>
                </a:moveTo>
                <a:lnTo>
                  <a:pt x="5495758" y="11308556"/>
                </a:lnTo>
                <a:lnTo>
                  <a:pt x="5639011" y="11308556"/>
                </a:lnTo>
                <a:lnTo>
                  <a:pt x="5579023" y="11168856"/>
                </a:lnTo>
                <a:close/>
              </a:path>
              <a:path w="13852525" h="11308715">
                <a:moveTo>
                  <a:pt x="6049721" y="10356056"/>
                </a:moveTo>
                <a:lnTo>
                  <a:pt x="5788221" y="10825956"/>
                </a:lnTo>
                <a:lnTo>
                  <a:pt x="6010322" y="11308556"/>
                </a:lnTo>
                <a:lnTo>
                  <a:pt x="6481959" y="11308556"/>
                </a:lnTo>
                <a:lnTo>
                  <a:pt x="6049721" y="10356056"/>
                </a:lnTo>
                <a:close/>
              </a:path>
              <a:path w="13852525" h="11308715">
                <a:moveTo>
                  <a:pt x="6792159" y="10851356"/>
                </a:moveTo>
                <a:lnTo>
                  <a:pt x="6670546" y="11308556"/>
                </a:lnTo>
                <a:lnTo>
                  <a:pt x="7184035" y="11308556"/>
                </a:lnTo>
                <a:lnTo>
                  <a:pt x="6792159" y="10851356"/>
                </a:lnTo>
                <a:close/>
              </a:path>
              <a:path w="13852525" h="11308715">
                <a:moveTo>
                  <a:pt x="7666782" y="11130756"/>
                </a:moveTo>
                <a:lnTo>
                  <a:pt x="7667177" y="11308556"/>
                </a:lnTo>
                <a:lnTo>
                  <a:pt x="7938091" y="11308556"/>
                </a:lnTo>
                <a:lnTo>
                  <a:pt x="7666782" y="11130756"/>
                </a:lnTo>
                <a:close/>
              </a:path>
              <a:path w="13852525" h="11308715">
                <a:moveTo>
                  <a:pt x="9478281" y="10813256"/>
                </a:moveTo>
                <a:lnTo>
                  <a:pt x="7686195" y="10813256"/>
                </a:lnTo>
                <a:lnTo>
                  <a:pt x="8511158" y="11308556"/>
                </a:lnTo>
                <a:lnTo>
                  <a:pt x="8554593" y="11308556"/>
                </a:lnTo>
                <a:lnTo>
                  <a:pt x="8554315" y="10851356"/>
                </a:lnTo>
                <a:lnTo>
                  <a:pt x="9488564" y="10851356"/>
                </a:lnTo>
                <a:lnTo>
                  <a:pt x="9478281" y="10813256"/>
                </a:lnTo>
                <a:close/>
              </a:path>
              <a:path w="13852525" h="11308715">
                <a:moveTo>
                  <a:pt x="8619486" y="11168856"/>
                </a:moveTo>
                <a:lnTo>
                  <a:pt x="8658631" y="11308556"/>
                </a:lnTo>
                <a:lnTo>
                  <a:pt x="9042097" y="11308556"/>
                </a:lnTo>
                <a:lnTo>
                  <a:pt x="8619486" y="11168856"/>
                </a:lnTo>
                <a:close/>
              </a:path>
              <a:path w="13852525" h="11308715">
                <a:moveTo>
                  <a:pt x="9587425" y="10952956"/>
                </a:moveTo>
                <a:lnTo>
                  <a:pt x="9799117" y="11308556"/>
                </a:lnTo>
                <a:lnTo>
                  <a:pt x="10926641" y="11308556"/>
                </a:lnTo>
                <a:lnTo>
                  <a:pt x="10757923" y="11029156"/>
                </a:lnTo>
                <a:lnTo>
                  <a:pt x="9587425" y="10952956"/>
                </a:lnTo>
                <a:close/>
              </a:path>
              <a:path w="13852525" h="11308715">
                <a:moveTo>
                  <a:pt x="12527880" y="11029156"/>
                </a:moveTo>
                <a:lnTo>
                  <a:pt x="11234160" y="11219656"/>
                </a:lnTo>
                <a:lnTo>
                  <a:pt x="11329752" y="11308556"/>
                </a:lnTo>
                <a:lnTo>
                  <a:pt x="12829487" y="11308556"/>
                </a:lnTo>
                <a:lnTo>
                  <a:pt x="12527880" y="11029156"/>
                </a:lnTo>
                <a:close/>
              </a:path>
              <a:path w="13852525" h="11308715">
                <a:moveTo>
                  <a:pt x="7638137" y="10546556"/>
                </a:moveTo>
                <a:lnTo>
                  <a:pt x="6890020" y="10546556"/>
                </a:lnTo>
                <a:lnTo>
                  <a:pt x="6887821" y="10559256"/>
                </a:lnTo>
                <a:lnTo>
                  <a:pt x="7563947" y="11270456"/>
                </a:lnTo>
                <a:lnTo>
                  <a:pt x="7686195" y="10813256"/>
                </a:lnTo>
                <a:lnTo>
                  <a:pt x="9478281" y="10813256"/>
                </a:lnTo>
                <a:lnTo>
                  <a:pt x="9437147" y="10660856"/>
                </a:lnTo>
                <a:lnTo>
                  <a:pt x="10524376" y="10660856"/>
                </a:lnTo>
                <a:lnTo>
                  <a:pt x="10516980" y="10648156"/>
                </a:lnTo>
                <a:lnTo>
                  <a:pt x="8499343" y="10648156"/>
                </a:lnTo>
                <a:lnTo>
                  <a:pt x="8414694" y="10597356"/>
                </a:lnTo>
                <a:lnTo>
                  <a:pt x="7686069" y="10597356"/>
                </a:lnTo>
                <a:lnTo>
                  <a:pt x="7638137" y="10546556"/>
                </a:lnTo>
                <a:close/>
              </a:path>
              <a:path w="13852525" h="11308715">
                <a:moveTo>
                  <a:pt x="3612099" y="9848056"/>
                </a:moveTo>
                <a:lnTo>
                  <a:pt x="3339678" y="10013156"/>
                </a:lnTo>
                <a:lnTo>
                  <a:pt x="3128616" y="11143456"/>
                </a:lnTo>
                <a:lnTo>
                  <a:pt x="3401069" y="10978356"/>
                </a:lnTo>
                <a:lnTo>
                  <a:pt x="3612099" y="9848056"/>
                </a:lnTo>
                <a:close/>
              </a:path>
              <a:path w="13852525" h="11308715">
                <a:moveTo>
                  <a:pt x="9488564" y="10851356"/>
                </a:moveTo>
                <a:lnTo>
                  <a:pt x="8556681" y="10851356"/>
                </a:lnTo>
                <a:lnTo>
                  <a:pt x="9567405" y="11143456"/>
                </a:lnTo>
                <a:lnTo>
                  <a:pt x="9488564" y="10851356"/>
                </a:lnTo>
                <a:close/>
              </a:path>
              <a:path w="13852525" h="11308715">
                <a:moveTo>
                  <a:pt x="5481518" y="9708356"/>
                </a:moveTo>
                <a:lnTo>
                  <a:pt x="5121885" y="10089356"/>
                </a:lnTo>
                <a:lnTo>
                  <a:pt x="5288310" y="11092656"/>
                </a:lnTo>
                <a:lnTo>
                  <a:pt x="5647953" y="10711656"/>
                </a:lnTo>
                <a:lnTo>
                  <a:pt x="5481518" y="9708356"/>
                </a:lnTo>
                <a:close/>
              </a:path>
              <a:path w="13852525" h="11308715">
                <a:moveTo>
                  <a:pt x="13851902" y="10571956"/>
                </a:moveTo>
                <a:lnTo>
                  <a:pt x="13158437" y="10838656"/>
                </a:lnTo>
                <a:lnTo>
                  <a:pt x="13506593" y="11029156"/>
                </a:lnTo>
                <a:lnTo>
                  <a:pt x="13851902" y="10889456"/>
                </a:lnTo>
                <a:lnTo>
                  <a:pt x="13851902" y="10571956"/>
                </a:lnTo>
                <a:close/>
              </a:path>
              <a:path w="13852525" h="11308715">
                <a:moveTo>
                  <a:pt x="6806761" y="10102056"/>
                </a:moveTo>
                <a:lnTo>
                  <a:pt x="6214962" y="10102056"/>
                </a:lnTo>
                <a:lnTo>
                  <a:pt x="6210816" y="10114756"/>
                </a:lnTo>
                <a:lnTo>
                  <a:pt x="6660446" y="10965656"/>
                </a:lnTo>
                <a:lnTo>
                  <a:pt x="6890020" y="10546556"/>
                </a:lnTo>
                <a:lnTo>
                  <a:pt x="7638137" y="10546556"/>
                </a:lnTo>
                <a:lnTo>
                  <a:pt x="7458393" y="10356056"/>
                </a:lnTo>
                <a:lnTo>
                  <a:pt x="6941610" y="10356056"/>
                </a:lnTo>
                <a:lnTo>
                  <a:pt x="6806761" y="10102056"/>
                </a:lnTo>
                <a:close/>
              </a:path>
              <a:path w="13852525" h="11308715">
                <a:moveTo>
                  <a:pt x="11697937" y="10241756"/>
                </a:moveTo>
                <a:lnTo>
                  <a:pt x="10502769" y="10483056"/>
                </a:lnTo>
                <a:lnTo>
                  <a:pt x="10933949" y="10902156"/>
                </a:lnTo>
                <a:lnTo>
                  <a:pt x="12129107" y="10660856"/>
                </a:lnTo>
                <a:lnTo>
                  <a:pt x="11697937" y="10241756"/>
                </a:lnTo>
                <a:close/>
              </a:path>
              <a:path w="13852525" h="11308715">
                <a:moveTo>
                  <a:pt x="4363898" y="9390856"/>
                </a:moveTo>
                <a:lnTo>
                  <a:pt x="4013595" y="9619456"/>
                </a:lnTo>
                <a:lnTo>
                  <a:pt x="3860447" y="10673556"/>
                </a:lnTo>
                <a:lnTo>
                  <a:pt x="4210719" y="10457656"/>
                </a:lnTo>
                <a:lnTo>
                  <a:pt x="4363898" y="9390856"/>
                </a:lnTo>
                <a:close/>
              </a:path>
              <a:path w="13852525" h="11308715">
                <a:moveTo>
                  <a:pt x="10524376" y="10660856"/>
                </a:moveTo>
                <a:lnTo>
                  <a:pt x="9441827" y="10660856"/>
                </a:lnTo>
                <a:lnTo>
                  <a:pt x="10531773" y="10673556"/>
                </a:lnTo>
                <a:lnTo>
                  <a:pt x="10524376" y="10660856"/>
                </a:lnTo>
                <a:close/>
              </a:path>
              <a:path w="13852525" h="11308715">
                <a:moveTo>
                  <a:pt x="9253203" y="10025856"/>
                </a:moveTo>
                <a:lnTo>
                  <a:pt x="7875927" y="10025856"/>
                </a:lnTo>
                <a:lnTo>
                  <a:pt x="8408372" y="10305256"/>
                </a:lnTo>
                <a:lnTo>
                  <a:pt x="8499343" y="10648156"/>
                </a:lnTo>
                <a:lnTo>
                  <a:pt x="10516980" y="10648156"/>
                </a:lnTo>
                <a:lnTo>
                  <a:pt x="10413427" y="10470356"/>
                </a:lnTo>
                <a:lnTo>
                  <a:pt x="9327893" y="10470356"/>
                </a:lnTo>
                <a:lnTo>
                  <a:pt x="8539708" y="10241756"/>
                </a:lnTo>
                <a:lnTo>
                  <a:pt x="8539834" y="10038556"/>
                </a:lnTo>
                <a:lnTo>
                  <a:pt x="9256753" y="10038556"/>
                </a:lnTo>
                <a:lnTo>
                  <a:pt x="9253203" y="10025856"/>
                </a:lnTo>
                <a:close/>
              </a:path>
              <a:path w="13852525" h="11308715">
                <a:moveTo>
                  <a:pt x="9207049" y="9860756"/>
                </a:moveTo>
                <a:lnTo>
                  <a:pt x="7259580" y="9860756"/>
                </a:lnTo>
                <a:lnTo>
                  <a:pt x="7685860" y="10254456"/>
                </a:lnTo>
                <a:lnTo>
                  <a:pt x="7686069" y="10597356"/>
                </a:lnTo>
                <a:lnTo>
                  <a:pt x="8414694" y="10597356"/>
                </a:lnTo>
                <a:lnTo>
                  <a:pt x="7822149" y="10241756"/>
                </a:lnTo>
                <a:lnTo>
                  <a:pt x="7875927" y="10025856"/>
                </a:lnTo>
                <a:lnTo>
                  <a:pt x="9253203" y="10025856"/>
                </a:lnTo>
                <a:lnTo>
                  <a:pt x="9207049" y="9860756"/>
                </a:lnTo>
                <a:close/>
              </a:path>
              <a:path w="13852525" h="11308715">
                <a:moveTo>
                  <a:pt x="13475066" y="9759156"/>
                </a:moveTo>
                <a:lnTo>
                  <a:pt x="12227920" y="10305256"/>
                </a:lnTo>
                <a:lnTo>
                  <a:pt x="12673708" y="10546556"/>
                </a:lnTo>
                <a:lnTo>
                  <a:pt x="13851902" y="10025856"/>
                </a:lnTo>
                <a:lnTo>
                  <a:pt x="13851902" y="9962356"/>
                </a:lnTo>
                <a:lnTo>
                  <a:pt x="13475066" y="9759156"/>
                </a:lnTo>
                <a:close/>
              </a:path>
              <a:path w="13852525" h="11308715">
                <a:moveTo>
                  <a:pt x="918223" y="9301956"/>
                </a:moveTo>
                <a:lnTo>
                  <a:pt x="874706" y="9314656"/>
                </a:lnTo>
                <a:lnTo>
                  <a:pt x="182915" y="10495756"/>
                </a:lnTo>
                <a:lnTo>
                  <a:pt x="226443" y="10470356"/>
                </a:lnTo>
                <a:lnTo>
                  <a:pt x="918223" y="9301956"/>
                </a:lnTo>
                <a:close/>
              </a:path>
              <a:path w="13852525" h="11308715">
                <a:moveTo>
                  <a:pt x="9256753" y="10038556"/>
                </a:moveTo>
                <a:lnTo>
                  <a:pt x="8539834" y="10038556"/>
                </a:lnTo>
                <a:lnTo>
                  <a:pt x="9147072" y="10152856"/>
                </a:lnTo>
                <a:lnTo>
                  <a:pt x="9327893" y="10470356"/>
                </a:lnTo>
                <a:lnTo>
                  <a:pt x="10413427" y="10470356"/>
                </a:lnTo>
                <a:lnTo>
                  <a:pt x="10272891" y="10229056"/>
                </a:lnTo>
                <a:lnTo>
                  <a:pt x="10279707" y="10229056"/>
                </a:lnTo>
                <a:lnTo>
                  <a:pt x="10877850" y="10076656"/>
                </a:lnTo>
                <a:lnTo>
                  <a:pt x="10113807" y="10076656"/>
                </a:lnTo>
                <a:lnTo>
                  <a:pt x="9263854" y="10063956"/>
                </a:lnTo>
                <a:lnTo>
                  <a:pt x="9256753" y="10038556"/>
                </a:lnTo>
                <a:close/>
              </a:path>
              <a:path w="13852525" h="11308715">
                <a:moveTo>
                  <a:pt x="6217188" y="9505156"/>
                </a:moveTo>
                <a:lnTo>
                  <a:pt x="5699250" y="9505156"/>
                </a:lnTo>
                <a:lnTo>
                  <a:pt x="5693554" y="9517856"/>
                </a:lnTo>
                <a:lnTo>
                  <a:pt x="5899569" y="10432256"/>
                </a:lnTo>
                <a:lnTo>
                  <a:pt x="6214962" y="10102056"/>
                </a:lnTo>
                <a:lnTo>
                  <a:pt x="6806761" y="10102056"/>
                </a:lnTo>
                <a:lnTo>
                  <a:pt x="6712367" y="9924256"/>
                </a:lnTo>
                <a:lnTo>
                  <a:pt x="6311860" y="9924256"/>
                </a:lnTo>
                <a:lnTo>
                  <a:pt x="6217188" y="9505156"/>
                </a:lnTo>
                <a:close/>
              </a:path>
              <a:path w="13852525" h="11308715">
                <a:moveTo>
                  <a:pt x="9853036" y="9543256"/>
                </a:moveTo>
                <a:lnTo>
                  <a:pt x="6729292" y="9543256"/>
                </a:lnTo>
                <a:lnTo>
                  <a:pt x="7027000" y="10025856"/>
                </a:lnTo>
                <a:lnTo>
                  <a:pt x="6941610" y="10356056"/>
                </a:lnTo>
                <a:lnTo>
                  <a:pt x="7458393" y="10356056"/>
                </a:lnTo>
                <a:lnTo>
                  <a:pt x="7158818" y="10038556"/>
                </a:lnTo>
                <a:lnTo>
                  <a:pt x="7259580" y="9860756"/>
                </a:lnTo>
                <a:lnTo>
                  <a:pt x="9207049" y="9860756"/>
                </a:lnTo>
                <a:lnTo>
                  <a:pt x="9850537" y="9809956"/>
                </a:lnTo>
                <a:lnTo>
                  <a:pt x="11233329" y="9809956"/>
                </a:lnTo>
                <a:lnTo>
                  <a:pt x="11116350" y="9695656"/>
                </a:lnTo>
                <a:lnTo>
                  <a:pt x="9943571" y="9695656"/>
                </a:lnTo>
                <a:lnTo>
                  <a:pt x="9853036" y="9543256"/>
                </a:lnTo>
                <a:close/>
              </a:path>
              <a:path w="13852525" h="11308715">
                <a:moveTo>
                  <a:pt x="1727580" y="9060656"/>
                </a:moveTo>
                <a:lnTo>
                  <a:pt x="1599951" y="9111456"/>
                </a:lnTo>
                <a:lnTo>
                  <a:pt x="979394" y="10229056"/>
                </a:lnTo>
                <a:lnTo>
                  <a:pt x="1107013" y="10190956"/>
                </a:lnTo>
                <a:lnTo>
                  <a:pt x="1727580" y="9060656"/>
                </a:lnTo>
                <a:close/>
              </a:path>
              <a:path w="13852525" h="11308715">
                <a:moveTo>
                  <a:pt x="5115655" y="8946356"/>
                </a:moveTo>
                <a:lnTo>
                  <a:pt x="4687553" y="9213056"/>
                </a:lnTo>
                <a:lnTo>
                  <a:pt x="4592258" y="10203656"/>
                </a:lnTo>
                <a:lnTo>
                  <a:pt x="5020360" y="9936956"/>
                </a:lnTo>
                <a:lnTo>
                  <a:pt x="5115655" y="8946356"/>
                </a:lnTo>
                <a:close/>
              </a:path>
              <a:path w="13852525" h="11308715">
                <a:moveTo>
                  <a:pt x="11233329" y="9809956"/>
                </a:moveTo>
                <a:lnTo>
                  <a:pt x="9850537" y="9809956"/>
                </a:lnTo>
                <a:lnTo>
                  <a:pt x="10113807" y="10076656"/>
                </a:lnTo>
                <a:lnTo>
                  <a:pt x="10877850" y="10076656"/>
                </a:lnTo>
                <a:lnTo>
                  <a:pt x="11376302" y="9949656"/>
                </a:lnTo>
                <a:lnTo>
                  <a:pt x="11233329" y="9809956"/>
                </a:lnTo>
                <a:close/>
              </a:path>
              <a:path w="13852525" h="11308715">
                <a:moveTo>
                  <a:pt x="12433862" y="9213056"/>
                </a:moveTo>
                <a:lnTo>
                  <a:pt x="11297383" y="9771856"/>
                </a:lnTo>
                <a:lnTo>
                  <a:pt x="11840833" y="10063956"/>
                </a:lnTo>
                <a:lnTo>
                  <a:pt x="12977322" y="9505156"/>
                </a:lnTo>
                <a:lnTo>
                  <a:pt x="12433862" y="9213056"/>
                </a:lnTo>
                <a:close/>
              </a:path>
              <a:path w="13852525" h="11308715">
                <a:moveTo>
                  <a:pt x="2536927" y="8832056"/>
                </a:moveTo>
                <a:lnTo>
                  <a:pt x="2325217" y="8908256"/>
                </a:lnTo>
                <a:lnTo>
                  <a:pt x="1775893" y="9975056"/>
                </a:lnTo>
                <a:lnTo>
                  <a:pt x="1987583" y="9911556"/>
                </a:lnTo>
                <a:lnTo>
                  <a:pt x="2536927" y="8832056"/>
                </a:lnTo>
                <a:close/>
              </a:path>
              <a:path w="13852525" h="11308715">
                <a:moveTo>
                  <a:pt x="10489852" y="9111456"/>
                </a:moveTo>
                <a:lnTo>
                  <a:pt x="6315661" y="9111456"/>
                </a:lnTo>
                <a:lnTo>
                  <a:pt x="6472200" y="9644856"/>
                </a:lnTo>
                <a:lnTo>
                  <a:pt x="6311860" y="9924256"/>
                </a:lnTo>
                <a:lnTo>
                  <a:pt x="6712367" y="9924256"/>
                </a:lnTo>
                <a:lnTo>
                  <a:pt x="6591003" y="9695656"/>
                </a:lnTo>
                <a:lnTo>
                  <a:pt x="6729292" y="9543256"/>
                </a:lnTo>
                <a:lnTo>
                  <a:pt x="9853036" y="9543256"/>
                </a:lnTo>
                <a:lnTo>
                  <a:pt x="9830402" y="9505156"/>
                </a:lnTo>
                <a:lnTo>
                  <a:pt x="10466644" y="9289256"/>
                </a:lnTo>
                <a:lnTo>
                  <a:pt x="11532261" y="9289256"/>
                </a:lnTo>
                <a:lnTo>
                  <a:pt x="11783015" y="9149556"/>
                </a:lnTo>
                <a:lnTo>
                  <a:pt x="10527909" y="9149556"/>
                </a:lnTo>
                <a:lnTo>
                  <a:pt x="10489852" y="9111456"/>
                </a:lnTo>
                <a:close/>
              </a:path>
              <a:path w="13852525" h="11308715">
                <a:moveTo>
                  <a:pt x="5854782" y="8819356"/>
                </a:moveTo>
                <a:lnTo>
                  <a:pt x="5368265" y="8819356"/>
                </a:lnTo>
                <a:lnTo>
                  <a:pt x="5361413" y="8821283"/>
                </a:lnTo>
                <a:lnTo>
                  <a:pt x="5324057" y="9746456"/>
                </a:lnTo>
                <a:lnTo>
                  <a:pt x="5699250" y="9505156"/>
                </a:lnTo>
                <a:lnTo>
                  <a:pt x="6217188" y="9505156"/>
                </a:lnTo>
                <a:lnTo>
                  <a:pt x="6185631" y="9365456"/>
                </a:lnTo>
                <a:lnTo>
                  <a:pt x="5832366" y="9365456"/>
                </a:lnTo>
                <a:lnTo>
                  <a:pt x="5854782" y="8819356"/>
                </a:lnTo>
                <a:close/>
              </a:path>
              <a:path w="13852525" h="11308715">
                <a:moveTo>
                  <a:pt x="3346275" y="8603456"/>
                </a:moveTo>
                <a:lnTo>
                  <a:pt x="3050472" y="8692356"/>
                </a:lnTo>
                <a:lnTo>
                  <a:pt x="2572382" y="9721056"/>
                </a:lnTo>
                <a:lnTo>
                  <a:pt x="2868174" y="9619456"/>
                </a:lnTo>
                <a:lnTo>
                  <a:pt x="3346275" y="8603456"/>
                </a:lnTo>
                <a:close/>
              </a:path>
              <a:path w="13852525" h="11308715">
                <a:moveTo>
                  <a:pt x="11532261" y="9289256"/>
                </a:moveTo>
                <a:lnTo>
                  <a:pt x="10466644" y="9289256"/>
                </a:lnTo>
                <a:lnTo>
                  <a:pt x="10798718" y="9467056"/>
                </a:lnTo>
                <a:lnTo>
                  <a:pt x="9943571" y="9695656"/>
                </a:lnTo>
                <a:lnTo>
                  <a:pt x="11116350" y="9695656"/>
                </a:lnTo>
                <a:lnTo>
                  <a:pt x="10999371" y="9581356"/>
                </a:lnTo>
                <a:lnTo>
                  <a:pt x="11007958" y="9581356"/>
                </a:lnTo>
                <a:lnTo>
                  <a:pt x="11532261" y="9289256"/>
                </a:lnTo>
                <a:close/>
              </a:path>
              <a:path w="13852525" h="11308715">
                <a:moveTo>
                  <a:pt x="4155632" y="8374856"/>
                </a:moveTo>
                <a:lnTo>
                  <a:pt x="3775727" y="8489156"/>
                </a:lnTo>
                <a:lnTo>
                  <a:pt x="3368860" y="9454356"/>
                </a:lnTo>
                <a:lnTo>
                  <a:pt x="3748765" y="9340056"/>
                </a:lnTo>
                <a:lnTo>
                  <a:pt x="4155632" y="8374856"/>
                </a:lnTo>
                <a:close/>
              </a:path>
              <a:path w="13852525" h="11308715">
                <a:moveTo>
                  <a:pt x="11727822" y="8590756"/>
                </a:moveTo>
                <a:lnTo>
                  <a:pt x="6039638" y="8590756"/>
                </a:lnTo>
                <a:lnTo>
                  <a:pt x="6052663" y="9136856"/>
                </a:lnTo>
                <a:lnTo>
                  <a:pt x="5832366" y="9365456"/>
                </a:lnTo>
                <a:lnTo>
                  <a:pt x="6185631" y="9365456"/>
                </a:lnTo>
                <a:lnTo>
                  <a:pt x="6151205" y="9213056"/>
                </a:lnTo>
                <a:lnTo>
                  <a:pt x="6315661" y="9111456"/>
                </a:lnTo>
                <a:lnTo>
                  <a:pt x="10489852" y="9111456"/>
                </a:lnTo>
                <a:lnTo>
                  <a:pt x="10362993" y="8984456"/>
                </a:lnTo>
                <a:lnTo>
                  <a:pt x="10946389" y="8603456"/>
                </a:lnTo>
                <a:lnTo>
                  <a:pt x="11714521" y="8603456"/>
                </a:lnTo>
                <a:lnTo>
                  <a:pt x="11727822" y="8590756"/>
                </a:lnTo>
                <a:close/>
              </a:path>
              <a:path w="13852525" h="11308715">
                <a:moveTo>
                  <a:pt x="13851902" y="8451056"/>
                </a:moveTo>
                <a:lnTo>
                  <a:pt x="12983206" y="9124156"/>
                </a:lnTo>
                <a:lnTo>
                  <a:pt x="13494719" y="9251156"/>
                </a:lnTo>
                <a:lnTo>
                  <a:pt x="13851902" y="8959056"/>
                </a:lnTo>
                <a:lnTo>
                  <a:pt x="13851902" y="8451056"/>
                </a:lnTo>
                <a:close/>
              </a:path>
              <a:path w="13852525" h="11308715">
                <a:moveTo>
                  <a:pt x="4964979" y="8133556"/>
                </a:moveTo>
                <a:lnTo>
                  <a:pt x="4500993" y="8285956"/>
                </a:lnTo>
                <a:lnTo>
                  <a:pt x="4165328" y="9200356"/>
                </a:lnTo>
                <a:lnTo>
                  <a:pt x="4629345" y="9047956"/>
                </a:lnTo>
                <a:lnTo>
                  <a:pt x="4964979" y="8133556"/>
                </a:lnTo>
                <a:close/>
              </a:path>
              <a:path w="13852525" h="11308715">
                <a:moveTo>
                  <a:pt x="11714521" y="8603456"/>
                </a:moveTo>
                <a:lnTo>
                  <a:pt x="10946389" y="8603456"/>
                </a:lnTo>
                <a:lnTo>
                  <a:pt x="11327843" y="8692356"/>
                </a:lnTo>
                <a:lnTo>
                  <a:pt x="10527909" y="9149556"/>
                </a:lnTo>
                <a:lnTo>
                  <a:pt x="11783015" y="9149556"/>
                </a:lnTo>
                <a:lnTo>
                  <a:pt x="12033769" y="9009856"/>
                </a:lnTo>
                <a:lnTo>
                  <a:pt x="11558349" y="8743156"/>
                </a:lnTo>
                <a:lnTo>
                  <a:pt x="11568202" y="8743156"/>
                </a:lnTo>
                <a:lnTo>
                  <a:pt x="11714521" y="8603456"/>
                </a:lnTo>
                <a:close/>
              </a:path>
              <a:path w="13852525" h="11308715">
                <a:moveTo>
                  <a:pt x="12901020" y="7993856"/>
                </a:moveTo>
                <a:lnTo>
                  <a:pt x="11907469" y="8857456"/>
                </a:lnTo>
                <a:lnTo>
                  <a:pt x="12531471" y="8997156"/>
                </a:lnTo>
                <a:lnTo>
                  <a:pt x="13525022" y="8133556"/>
                </a:lnTo>
                <a:lnTo>
                  <a:pt x="12901020" y="7993856"/>
                </a:lnTo>
                <a:close/>
              </a:path>
              <a:path w="13852525" h="11308715">
                <a:moveTo>
                  <a:pt x="5725039" y="8070056"/>
                </a:moveTo>
                <a:lnTo>
                  <a:pt x="5233589" y="8070056"/>
                </a:lnTo>
                <a:lnTo>
                  <a:pt x="5226178" y="8070286"/>
                </a:lnTo>
                <a:lnTo>
                  <a:pt x="4961838" y="8933656"/>
                </a:lnTo>
                <a:lnTo>
                  <a:pt x="5361413" y="8821283"/>
                </a:lnTo>
                <a:lnTo>
                  <a:pt x="5361491" y="8819356"/>
                </a:lnTo>
                <a:lnTo>
                  <a:pt x="5854782" y="8819356"/>
                </a:lnTo>
                <a:lnTo>
                  <a:pt x="5858953" y="8717756"/>
                </a:lnTo>
                <a:lnTo>
                  <a:pt x="5526627" y="8717756"/>
                </a:lnTo>
                <a:lnTo>
                  <a:pt x="5725039" y="8070056"/>
                </a:lnTo>
                <a:close/>
              </a:path>
              <a:path w="13852525" h="11308715">
                <a:moveTo>
                  <a:pt x="5368265" y="8819356"/>
                </a:moveTo>
                <a:lnTo>
                  <a:pt x="5361491" y="8819356"/>
                </a:lnTo>
                <a:lnTo>
                  <a:pt x="5361413" y="8821283"/>
                </a:lnTo>
                <a:lnTo>
                  <a:pt x="5368265" y="8819356"/>
                </a:lnTo>
                <a:close/>
              </a:path>
              <a:path w="13852525" h="11308715">
                <a:moveTo>
                  <a:pt x="11034068" y="8031956"/>
                </a:moveTo>
                <a:lnTo>
                  <a:pt x="5911840" y="8031956"/>
                </a:lnTo>
                <a:lnTo>
                  <a:pt x="5788671" y="8552656"/>
                </a:lnTo>
                <a:lnTo>
                  <a:pt x="5526627" y="8717756"/>
                </a:lnTo>
                <a:lnTo>
                  <a:pt x="5858953" y="8717756"/>
                </a:lnTo>
                <a:lnTo>
                  <a:pt x="5861559" y="8654256"/>
                </a:lnTo>
                <a:lnTo>
                  <a:pt x="6039638" y="8590756"/>
                </a:lnTo>
                <a:lnTo>
                  <a:pt x="11727822" y="8590756"/>
                </a:lnTo>
                <a:lnTo>
                  <a:pt x="11887442" y="8438356"/>
                </a:lnTo>
                <a:lnTo>
                  <a:pt x="10969582" y="8438356"/>
                </a:lnTo>
                <a:lnTo>
                  <a:pt x="10761483" y="8324056"/>
                </a:lnTo>
                <a:lnTo>
                  <a:pt x="11034068" y="8031956"/>
                </a:lnTo>
                <a:close/>
              </a:path>
              <a:path w="13852525" h="11308715">
                <a:moveTo>
                  <a:pt x="11954577" y="7790656"/>
                </a:moveTo>
                <a:lnTo>
                  <a:pt x="11654158" y="7790656"/>
                </a:lnTo>
                <a:lnTo>
                  <a:pt x="10969582" y="8438356"/>
                </a:lnTo>
                <a:lnTo>
                  <a:pt x="11887442" y="8438356"/>
                </a:lnTo>
                <a:lnTo>
                  <a:pt x="12446113" y="7904956"/>
                </a:lnTo>
                <a:lnTo>
                  <a:pt x="11954577" y="7790656"/>
                </a:lnTo>
                <a:close/>
              </a:path>
              <a:path w="13852525" h="11308715">
                <a:moveTo>
                  <a:pt x="979970" y="7396956"/>
                </a:moveTo>
                <a:lnTo>
                  <a:pt x="935060" y="7409656"/>
                </a:lnTo>
                <a:lnTo>
                  <a:pt x="0" y="8349456"/>
                </a:lnTo>
                <a:lnTo>
                  <a:pt x="44899" y="8336756"/>
                </a:lnTo>
                <a:lnTo>
                  <a:pt x="979970" y="7396956"/>
                </a:lnTo>
                <a:close/>
              </a:path>
              <a:path w="13852525" h="11308715">
                <a:moveTo>
                  <a:pt x="1789442" y="7384256"/>
                </a:moveTo>
                <a:lnTo>
                  <a:pt x="1660137" y="7396956"/>
                </a:lnTo>
                <a:lnTo>
                  <a:pt x="804153" y="8298656"/>
                </a:lnTo>
                <a:lnTo>
                  <a:pt x="933427" y="8298656"/>
                </a:lnTo>
                <a:lnTo>
                  <a:pt x="1789442" y="7384256"/>
                </a:lnTo>
                <a:close/>
              </a:path>
              <a:path w="13852525" h="11308715">
                <a:moveTo>
                  <a:pt x="2598884" y="7371556"/>
                </a:moveTo>
                <a:lnTo>
                  <a:pt x="2385225" y="7384256"/>
                </a:lnTo>
                <a:lnTo>
                  <a:pt x="1608296" y="8260556"/>
                </a:lnTo>
                <a:lnTo>
                  <a:pt x="1821944" y="8247856"/>
                </a:lnTo>
                <a:lnTo>
                  <a:pt x="2598884" y="7371556"/>
                </a:lnTo>
                <a:close/>
              </a:path>
              <a:path w="13852525" h="11308715">
                <a:moveTo>
                  <a:pt x="3408325" y="7358856"/>
                </a:moveTo>
                <a:lnTo>
                  <a:pt x="3110324" y="7371556"/>
                </a:lnTo>
                <a:lnTo>
                  <a:pt x="2412450" y="8222456"/>
                </a:lnTo>
                <a:lnTo>
                  <a:pt x="2710472" y="8197056"/>
                </a:lnTo>
                <a:lnTo>
                  <a:pt x="3408325" y="7358856"/>
                </a:lnTo>
                <a:close/>
              </a:path>
              <a:path w="13852525" h="11308715">
                <a:moveTo>
                  <a:pt x="4217798" y="7346156"/>
                </a:moveTo>
                <a:lnTo>
                  <a:pt x="3835401" y="7358856"/>
                </a:lnTo>
                <a:lnTo>
                  <a:pt x="3216593" y="8171656"/>
                </a:lnTo>
                <a:lnTo>
                  <a:pt x="3598979" y="8158956"/>
                </a:lnTo>
                <a:lnTo>
                  <a:pt x="4217798" y="7346156"/>
                </a:lnTo>
                <a:close/>
              </a:path>
              <a:path w="13852525" h="11308715">
                <a:moveTo>
                  <a:pt x="5027260" y="7333456"/>
                </a:moveTo>
                <a:lnTo>
                  <a:pt x="4560478" y="7346156"/>
                </a:lnTo>
                <a:lnTo>
                  <a:pt x="4020736" y="8133556"/>
                </a:lnTo>
                <a:lnTo>
                  <a:pt x="4487507" y="8108156"/>
                </a:lnTo>
                <a:lnTo>
                  <a:pt x="5027260" y="7333456"/>
                </a:lnTo>
                <a:close/>
              </a:path>
              <a:path w="13852525" h="11308715">
                <a:moveTo>
                  <a:pt x="11539800" y="6863556"/>
                </a:moveTo>
                <a:lnTo>
                  <a:pt x="5944960" y="6863556"/>
                </a:lnTo>
                <a:lnTo>
                  <a:pt x="6091165" y="6939756"/>
                </a:lnTo>
                <a:lnTo>
                  <a:pt x="5750913" y="7320756"/>
                </a:lnTo>
                <a:lnTo>
                  <a:pt x="5465456" y="7333456"/>
                </a:lnTo>
                <a:lnTo>
                  <a:pt x="5285566" y="7333456"/>
                </a:lnTo>
                <a:lnTo>
                  <a:pt x="4824879" y="8082756"/>
                </a:lnTo>
                <a:lnTo>
                  <a:pt x="5226178" y="8070286"/>
                </a:lnTo>
                <a:lnTo>
                  <a:pt x="5226249" y="8070056"/>
                </a:lnTo>
                <a:lnTo>
                  <a:pt x="5725039" y="8070056"/>
                </a:lnTo>
                <a:lnTo>
                  <a:pt x="5732820" y="8044656"/>
                </a:lnTo>
                <a:lnTo>
                  <a:pt x="5911840" y="8031956"/>
                </a:lnTo>
                <a:lnTo>
                  <a:pt x="11034068" y="8031956"/>
                </a:lnTo>
                <a:lnTo>
                  <a:pt x="11045920" y="8019256"/>
                </a:lnTo>
                <a:lnTo>
                  <a:pt x="5405133" y="8019256"/>
                </a:lnTo>
                <a:lnTo>
                  <a:pt x="5764379" y="7435056"/>
                </a:lnTo>
                <a:lnTo>
                  <a:pt x="11064475" y="7435056"/>
                </a:lnTo>
                <a:lnTo>
                  <a:pt x="11337424" y="6927056"/>
                </a:lnTo>
                <a:lnTo>
                  <a:pt x="11539800" y="6863556"/>
                </a:lnTo>
                <a:close/>
              </a:path>
              <a:path w="13852525" h="11308715">
                <a:moveTo>
                  <a:pt x="5233589" y="8070056"/>
                </a:moveTo>
                <a:lnTo>
                  <a:pt x="5226249" y="8070056"/>
                </a:lnTo>
                <a:lnTo>
                  <a:pt x="5226178" y="8070286"/>
                </a:lnTo>
                <a:lnTo>
                  <a:pt x="5233589" y="8070056"/>
                </a:lnTo>
                <a:close/>
              </a:path>
              <a:path w="13852525" h="11308715">
                <a:moveTo>
                  <a:pt x="11064475" y="7435056"/>
                </a:moveTo>
                <a:lnTo>
                  <a:pt x="5764379" y="7435056"/>
                </a:lnTo>
                <a:lnTo>
                  <a:pt x="5932290" y="7473156"/>
                </a:lnTo>
                <a:lnTo>
                  <a:pt x="5689010" y="7930356"/>
                </a:lnTo>
                <a:lnTo>
                  <a:pt x="5405133" y="8019256"/>
                </a:lnTo>
                <a:lnTo>
                  <a:pt x="11045920" y="8019256"/>
                </a:lnTo>
                <a:lnTo>
                  <a:pt x="11247395" y="7803356"/>
                </a:lnTo>
                <a:lnTo>
                  <a:pt x="11654158" y="7790656"/>
                </a:lnTo>
                <a:lnTo>
                  <a:pt x="11954577" y="7790656"/>
                </a:lnTo>
                <a:lnTo>
                  <a:pt x="11899962" y="7777956"/>
                </a:lnTo>
                <a:lnTo>
                  <a:pt x="11910475" y="7777956"/>
                </a:lnTo>
                <a:lnTo>
                  <a:pt x="11996729" y="7638256"/>
                </a:lnTo>
                <a:lnTo>
                  <a:pt x="11228548" y="7638256"/>
                </a:lnTo>
                <a:lnTo>
                  <a:pt x="10989414" y="7574756"/>
                </a:lnTo>
                <a:lnTo>
                  <a:pt x="11064475" y="7435056"/>
                </a:lnTo>
                <a:close/>
              </a:path>
              <a:path w="13852525" h="11308715">
                <a:moveTo>
                  <a:pt x="13715058" y="6647656"/>
                </a:moveTo>
                <a:lnTo>
                  <a:pt x="13049916" y="6673056"/>
                </a:lnTo>
                <a:lnTo>
                  <a:pt x="12278526" y="7790656"/>
                </a:lnTo>
                <a:lnTo>
                  <a:pt x="12943658" y="7765256"/>
                </a:lnTo>
                <a:lnTo>
                  <a:pt x="13715058" y="6647656"/>
                </a:lnTo>
                <a:close/>
              </a:path>
              <a:path w="13852525" h="11308715">
                <a:moveTo>
                  <a:pt x="13851902" y="7219156"/>
                </a:moveTo>
                <a:lnTo>
                  <a:pt x="13431926" y="7765256"/>
                </a:lnTo>
                <a:lnTo>
                  <a:pt x="13851902" y="7752556"/>
                </a:lnTo>
                <a:lnTo>
                  <a:pt x="13851902" y="7219156"/>
                </a:lnTo>
                <a:close/>
              </a:path>
              <a:path w="13852525" h="11308715">
                <a:moveTo>
                  <a:pt x="12514256" y="6800056"/>
                </a:moveTo>
                <a:lnTo>
                  <a:pt x="11742176" y="6800056"/>
                </a:lnTo>
                <a:lnTo>
                  <a:pt x="11228548" y="7638256"/>
                </a:lnTo>
                <a:lnTo>
                  <a:pt x="11996729" y="7638256"/>
                </a:lnTo>
                <a:lnTo>
                  <a:pt x="12514256" y="6800056"/>
                </a:lnTo>
                <a:close/>
              </a:path>
              <a:path w="13852525" h="11308715">
                <a:moveTo>
                  <a:pt x="5518683" y="6653162"/>
                </a:moveTo>
                <a:lnTo>
                  <a:pt x="4909473" y="7244556"/>
                </a:lnTo>
                <a:lnTo>
                  <a:pt x="5292969" y="7333456"/>
                </a:lnTo>
                <a:lnTo>
                  <a:pt x="5465456" y="7333456"/>
                </a:lnTo>
                <a:lnTo>
                  <a:pt x="5944960" y="6863556"/>
                </a:lnTo>
                <a:lnTo>
                  <a:pt x="11539800" y="6863556"/>
                </a:lnTo>
                <a:lnTo>
                  <a:pt x="11742176" y="6800056"/>
                </a:lnTo>
                <a:lnTo>
                  <a:pt x="12514256" y="6800056"/>
                </a:lnTo>
                <a:lnTo>
                  <a:pt x="12529939" y="6774656"/>
                </a:lnTo>
                <a:lnTo>
                  <a:pt x="11020240" y="6774656"/>
                </a:lnTo>
                <a:lnTo>
                  <a:pt x="11026344" y="6749256"/>
                </a:lnTo>
                <a:lnTo>
                  <a:pt x="5960991" y="6749256"/>
                </a:lnTo>
                <a:lnTo>
                  <a:pt x="5693135" y="6685756"/>
                </a:lnTo>
                <a:lnTo>
                  <a:pt x="5737997" y="6660356"/>
                </a:lnTo>
                <a:lnTo>
                  <a:pt x="5531297" y="6660356"/>
                </a:lnTo>
                <a:lnTo>
                  <a:pt x="5518683" y="6653162"/>
                </a:lnTo>
                <a:close/>
              </a:path>
              <a:path w="13852525" h="11308715">
                <a:moveTo>
                  <a:pt x="4847957" y="6482556"/>
                </a:moveTo>
                <a:lnTo>
                  <a:pt x="4151925" y="7079456"/>
                </a:lnTo>
                <a:lnTo>
                  <a:pt x="4590069" y="7181056"/>
                </a:lnTo>
                <a:lnTo>
                  <a:pt x="5286111" y="6584156"/>
                </a:lnTo>
                <a:lnTo>
                  <a:pt x="4847957" y="6482556"/>
                </a:lnTo>
                <a:close/>
              </a:path>
              <a:path w="13852525" h="11308715">
                <a:moveTo>
                  <a:pt x="4171558" y="6304756"/>
                </a:moveTo>
                <a:lnTo>
                  <a:pt x="3394367" y="6914356"/>
                </a:lnTo>
                <a:lnTo>
                  <a:pt x="3753519" y="7003256"/>
                </a:lnTo>
                <a:lnTo>
                  <a:pt x="4530731" y="6393656"/>
                </a:lnTo>
                <a:lnTo>
                  <a:pt x="4171558" y="6304756"/>
                </a:lnTo>
                <a:close/>
              </a:path>
              <a:path w="13852525" h="11308715">
                <a:moveTo>
                  <a:pt x="3495139" y="6139656"/>
                </a:moveTo>
                <a:lnTo>
                  <a:pt x="2636809" y="6761956"/>
                </a:lnTo>
                <a:lnTo>
                  <a:pt x="2916968" y="6825456"/>
                </a:lnTo>
                <a:lnTo>
                  <a:pt x="3775330" y="6203156"/>
                </a:lnTo>
                <a:lnTo>
                  <a:pt x="3495139" y="6139656"/>
                </a:lnTo>
                <a:close/>
              </a:path>
              <a:path w="13852525" h="11308715">
                <a:moveTo>
                  <a:pt x="12278779" y="5809456"/>
                </a:moveTo>
                <a:lnTo>
                  <a:pt x="11571134" y="5809456"/>
                </a:lnTo>
                <a:lnTo>
                  <a:pt x="11275332" y="6774656"/>
                </a:lnTo>
                <a:lnTo>
                  <a:pt x="12529939" y="6774656"/>
                </a:lnTo>
                <a:lnTo>
                  <a:pt x="12561304" y="6723856"/>
                </a:lnTo>
                <a:lnTo>
                  <a:pt x="11986744" y="6723856"/>
                </a:lnTo>
                <a:lnTo>
                  <a:pt x="11997286" y="6723626"/>
                </a:lnTo>
                <a:lnTo>
                  <a:pt x="12278779" y="5809456"/>
                </a:lnTo>
                <a:close/>
              </a:path>
              <a:path w="13852525" h="11308715">
                <a:moveTo>
                  <a:pt x="11117907" y="6368256"/>
                </a:moveTo>
                <a:lnTo>
                  <a:pt x="6253903" y="6368256"/>
                </a:lnTo>
                <a:lnTo>
                  <a:pt x="6369868" y="6482556"/>
                </a:lnTo>
                <a:lnTo>
                  <a:pt x="5960991" y="6749256"/>
                </a:lnTo>
                <a:lnTo>
                  <a:pt x="11026344" y="6749256"/>
                </a:lnTo>
                <a:lnTo>
                  <a:pt x="11117907" y="6368256"/>
                </a:lnTo>
                <a:close/>
              </a:path>
              <a:path w="13852525" h="11308715">
                <a:moveTo>
                  <a:pt x="11997286" y="6723626"/>
                </a:moveTo>
                <a:lnTo>
                  <a:pt x="11986744" y="6723856"/>
                </a:lnTo>
                <a:lnTo>
                  <a:pt x="11997215" y="6723856"/>
                </a:lnTo>
                <a:lnTo>
                  <a:pt x="11997286" y="6723626"/>
                </a:lnTo>
                <a:close/>
              </a:path>
              <a:path w="13852525" h="11308715">
                <a:moveTo>
                  <a:pt x="12569146" y="6711156"/>
                </a:moveTo>
                <a:lnTo>
                  <a:pt x="11997286" y="6723626"/>
                </a:lnTo>
                <a:lnTo>
                  <a:pt x="11997215" y="6723856"/>
                </a:lnTo>
                <a:lnTo>
                  <a:pt x="12561304" y="6723856"/>
                </a:lnTo>
                <a:lnTo>
                  <a:pt x="12569146" y="6711156"/>
                </a:lnTo>
                <a:close/>
              </a:path>
              <a:path w="13852525" h="11308715">
                <a:moveTo>
                  <a:pt x="5524355" y="6647656"/>
                </a:moveTo>
                <a:lnTo>
                  <a:pt x="5518683" y="6653162"/>
                </a:lnTo>
                <a:lnTo>
                  <a:pt x="5531297" y="6660356"/>
                </a:lnTo>
                <a:lnTo>
                  <a:pt x="5524355" y="6647656"/>
                </a:lnTo>
                <a:close/>
              </a:path>
              <a:path w="13852525" h="11308715">
                <a:moveTo>
                  <a:pt x="5760427" y="6647656"/>
                </a:moveTo>
                <a:lnTo>
                  <a:pt x="5524355" y="6647656"/>
                </a:lnTo>
                <a:lnTo>
                  <a:pt x="5531297" y="6660356"/>
                </a:lnTo>
                <a:lnTo>
                  <a:pt x="5737997" y="6660356"/>
                </a:lnTo>
                <a:lnTo>
                  <a:pt x="5760427" y="6647656"/>
                </a:lnTo>
                <a:close/>
              </a:path>
              <a:path w="13852525" h="11308715">
                <a:moveTo>
                  <a:pt x="6424317" y="5606831"/>
                </a:moveTo>
                <a:lnTo>
                  <a:pt x="5657293" y="5809456"/>
                </a:lnTo>
                <a:lnTo>
                  <a:pt x="5922374" y="6063456"/>
                </a:lnTo>
                <a:lnTo>
                  <a:pt x="5916343" y="6063456"/>
                </a:lnTo>
                <a:lnTo>
                  <a:pt x="5197244" y="6469856"/>
                </a:lnTo>
                <a:lnTo>
                  <a:pt x="5518683" y="6653162"/>
                </a:lnTo>
                <a:lnTo>
                  <a:pt x="5524355" y="6647656"/>
                </a:lnTo>
                <a:lnTo>
                  <a:pt x="5760427" y="6647656"/>
                </a:lnTo>
                <a:lnTo>
                  <a:pt x="6253903" y="6368256"/>
                </a:lnTo>
                <a:lnTo>
                  <a:pt x="11117907" y="6368256"/>
                </a:lnTo>
                <a:lnTo>
                  <a:pt x="11142323" y="6266656"/>
                </a:lnTo>
                <a:lnTo>
                  <a:pt x="6296677" y="6266656"/>
                </a:lnTo>
                <a:lnTo>
                  <a:pt x="6063354" y="6139656"/>
                </a:lnTo>
                <a:lnTo>
                  <a:pt x="6663200" y="5987256"/>
                </a:lnTo>
                <a:lnTo>
                  <a:pt x="10839816" y="5987256"/>
                </a:lnTo>
                <a:lnTo>
                  <a:pt x="10837873" y="5898356"/>
                </a:lnTo>
                <a:lnTo>
                  <a:pt x="6728318" y="5898356"/>
                </a:lnTo>
                <a:lnTo>
                  <a:pt x="6543162" y="5720556"/>
                </a:lnTo>
                <a:lnTo>
                  <a:pt x="7526064" y="5720556"/>
                </a:lnTo>
                <a:lnTo>
                  <a:pt x="7221518" y="5657056"/>
                </a:lnTo>
                <a:lnTo>
                  <a:pt x="7199043" y="5618956"/>
                </a:lnTo>
                <a:lnTo>
                  <a:pt x="6431280" y="5618956"/>
                </a:lnTo>
                <a:lnTo>
                  <a:pt x="6424317" y="5606831"/>
                </a:lnTo>
                <a:close/>
              </a:path>
              <a:path w="13852525" h="11308715">
                <a:moveTo>
                  <a:pt x="2818762" y="5961856"/>
                </a:moveTo>
                <a:lnTo>
                  <a:pt x="1879251" y="6596856"/>
                </a:lnTo>
                <a:lnTo>
                  <a:pt x="2080439" y="6634956"/>
                </a:lnTo>
                <a:lnTo>
                  <a:pt x="3019960" y="5999956"/>
                </a:lnTo>
                <a:lnTo>
                  <a:pt x="2818762" y="5961856"/>
                </a:lnTo>
                <a:close/>
              </a:path>
              <a:path w="13852525" h="11308715">
                <a:moveTo>
                  <a:pt x="13512185" y="5123656"/>
                </a:moveTo>
                <a:lnTo>
                  <a:pt x="12850645" y="5326856"/>
                </a:lnTo>
                <a:lnTo>
                  <a:pt x="12369675" y="6634956"/>
                </a:lnTo>
                <a:lnTo>
                  <a:pt x="13031205" y="6431756"/>
                </a:lnTo>
                <a:lnTo>
                  <a:pt x="13512185" y="5123656"/>
                </a:lnTo>
                <a:close/>
              </a:path>
              <a:path w="13852525" h="11308715">
                <a:moveTo>
                  <a:pt x="2142343" y="5784056"/>
                </a:moveTo>
                <a:lnTo>
                  <a:pt x="1121683" y="6431756"/>
                </a:lnTo>
                <a:lnTo>
                  <a:pt x="1243888" y="6457156"/>
                </a:lnTo>
                <a:lnTo>
                  <a:pt x="2264569" y="5809456"/>
                </a:lnTo>
                <a:lnTo>
                  <a:pt x="2142343" y="5784056"/>
                </a:lnTo>
                <a:close/>
              </a:path>
              <a:path w="13852525" h="11308715">
                <a:moveTo>
                  <a:pt x="5331094" y="5733256"/>
                </a:moveTo>
                <a:lnTo>
                  <a:pt x="4534301" y="6126956"/>
                </a:lnTo>
                <a:lnTo>
                  <a:pt x="4916153" y="6330156"/>
                </a:lnTo>
                <a:lnTo>
                  <a:pt x="5712935" y="5936456"/>
                </a:lnTo>
                <a:lnTo>
                  <a:pt x="5331094" y="5733256"/>
                </a:lnTo>
                <a:close/>
              </a:path>
              <a:path w="13852525" h="11308715">
                <a:moveTo>
                  <a:pt x="13851902" y="5530056"/>
                </a:moveTo>
                <a:lnTo>
                  <a:pt x="13523546" y="6304756"/>
                </a:lnTo>
                <a:lnTo>
                  <a:pt x="13851902" y="6203156"/>
                </a:lnTo>
                <a:lnTo>
                  <a:pt x="13851902" y="5530056"/>
                </a:lnTo>
                <a:close/>
              </a:path>
              <a:path w="13852525" h="11308715">
                <a:moveTo>
                  <a:pt x="1509179" y="5618956"/>
                </a:moveTo>
                <a:lnTo>
                  <a:pt x="1465955" y="5618956"/>
                </a:lnTo>
                <a:lnTo>
                  <a:pt x="364135" y="6266656"/>
                </a:lnTo>
                <a:lnTo>
                  <a:pt x="407359" y="6266656"/>
                </a:lnTo>
                <a:lnTo>
                  <a:pt x="1509179" y="5618956"/>
                </a:lnTo>
                <a:close/>
              </a:path>
              <a:path w="13852525" h="11308715">
                <a:moveTo>
                  <a:pt x="11840169" y="4882356"/>
                </a:moveTo>
                <a:lnTo>
                  <a:pt x="11137440" y="4882356"/>
                </a:lnTo>
                <a:lnTo>
                  <a:pt x="11093704" y="5898356"/>
                </a:lnTo>
                <a:lnTo>
                  <a:pt x="10839816" y="5987256"/>
                </a:lnTo>
                <a:lnTo>
                  <a:pt x="6663200" y="5987256"/>
                </a:lnTo>
                <a:lnTo>
                  <a:pt x="6742904" y="6126956"/>
                </a:lnTo>
                <a:lnTo>
                  <a:pt x="6296677" y="6266656"/>
                </a:lnTo>
                <a:lnTo>
                  <a:pt x="11142323" y="6266656"/>
                </a:lnTo>
                <a:lnTo>
                  <a:pt x="11197261" y="6038056"/>
                </a:lnTo>
                <a:lnTo>
                  <a:pt x="11571134" y="5809456"/>
                </a:lnTo>
                <a:lnTo>
                  <a:pt x="12278779" y="5809456"/>
                </a:lnTo>
                <a:lnTo>
                  <a:pt x="12321796" y="5669756"/>
                </a:lnTo>
                <a:lnTo>
                  <a:pt x="11797054" y="5669756"/>
                </a:lnTo>
                <a:lnTo>
                  <a:pt x="11806857" y="5666748"/>
                </a:lnTo>
                <a:lnTo>
                  <a:pt x="11840169" y="4882356"/>
                </a:lnTo>
                <a:close/>
              </a:path>
              <a:path w="13852525" h="11308715">
                <a:moveTo>
                  <a:pt x="4745855" y="5390356"/>
                </a:moveTo>
                <a:lnTo>
                  <a:pt x="3871369" y="5784056"/>
                </a:lnTo>
                <a:lnTo>
                  <a:pt x="4184595" y="5949156"/>
                </a:lnTo>
                <a:lnTo>
                  <a:pt x="5059081" y="5568156"/>
                </a:lnTo>
                <a:lnTo>
                  <a:pt x="4745855" y="5390356"/>
                </a:lnTo>
                <a:close/>
              </a:path>
              <a:path w="13852525" h="11308715">
                <a:moveTo>
                  <a:pt x="7526064" y="5720556"/>
                </a:moveTo>
                <a:lnTo>
                  <a:pt x="7139688" y="5720556"/>
                </a:lnTo>
                <a:lnTo>
                  <a:pt x="7179875" y="5872956"/>
                </a:lnTo>
                <a:lnTo>
                  <a:pt x="6728318" y="5898356"/>
                </a:lnTo>
                <a:lnTo>
                  <a:pt x="10837873" y="5898356"/>
                </a:lnTo>
                <a:lnTo>
                  <a:pt x="10834542" y="5745956"/>
                </a:lnTo>
                <a:lnTo>
                  <a:pt x="7647882" y="5745956"/>
                </a:lnTo>
                <a:lnTo>
                  <a:pt x="7526064" y="5720556"/>
                </a:lnTo>
                <a:close/>
              </a:path>
              <a:path w="13852525" h="11308715">
                <a:moveTo>
                  <a:pt x="7709259" y="5441156"/>
                </a:moveTo>
                <a:lnTo>
                  <a:pt x="7094160" y="5441156"/>
                </a:lnTo>
                <a:lnTo>
                  <a:pt x="7647651" y="5593556"/>
                </a:lnTo>
                <a:lnTo>
                  <a:pt x="7647882" y="5745956"/>
                </a:lnTo>
                <a:lnTo>
                  <a:pt x="10834542" y="5745956"/>
                </a:lnTo>
                <a:lnTo>
                  <a:pt x="10831212" y="5593556"/>
                </a:lnTo>
                <a:lnTo>
                  <a:pt x="7807228" y="5593556"/>
                </a:lnTo>
                <a:lnTo>
                  <a:pt x="7739743" y="5555456"/>
                </a:lnTo>
                <a:lnTo>
                  <a:pt x="7709259" y="5441156"/>
                </a:lnTo>
                <a:close/>
              </a:path>
              <a:path w="13852525" h="11308715">
                <a:moveTo>
                  <a:pt x="11806857" y="5666748"/>
                </a:moveTo>
                <a:lnTo>
                  <a:pt x="11797054" y="5669756"/>
                </a:lnTo>
                <a:lnTo>
                  <a:pt x="11806729" y="5669756"/>
                </a:lnTo>
                <a:lnTo>
                  <a:pt x="11806857" y="5666748"/>
                </a:lnTo>
                <a:close/>
              </a:path>
              <a:path w="13852525" h="11308715">
                <a:moveTo>
                  <a:pt x="12376544" y="5491956"/>
                </a:moveTo>
                <a:lnTo>
                  <a:pt x="11806857" y="5666748"/>
                </a:lnTo>
                <a:lnTo>
                  <a:pt x="11806729" y="5669756"/>
                </a:lnTo>
                <a:lnTo>
                  <a:pt x="12321796" y="5669756"/>
                </a:lnTo>
                <a:lnTo>
                  <a:pt x="12376544" y="5491956"/>
                </a:lnTo>
                <a:close/>
              </a:path>
              <a:path w="13852525" h="11308715">
                <a:moveTo>
                  <a:pt x="6426495" y="5606256"/>
                </a:moveTo>
                <a:lnTo>
                  <a:pt x="6424317" y="5606831"/>
                </a:lnTo>
                <a:lnTo>
                  <a:pt x="6431280" y="5618956"/>
                </a:lnTo>
                <a:lnTo>
                  <a:pt x="6426495" y="5606256"/>
                </a:lnTo>
                <a:close/>
              </a:path>
              <a:path w="13852525" h="11308715">
                <a:moveTo>
                  <a:pt x="7191551" y="5606256"/>
                </a:moveTo>
                <a:lnTo>
                  <a:pt x="6426495" y="5606256"/>
                </a:lnTo>
                <a:lnTo>
                  <a:pt x="6431280" y="5618956"/>
                </a:lnTo>
                <a:lnTo>
                  <a:pt x="7199043" y="5618956"/>
                </a:lnTo>
                <a:lnTo>
                  <a:pt x="7191551" y="5606256"/>
                </a:lnTo>
                <a:close/>
              </a:path>
              <a:path w="13852525" h="11308715">
                <a:moveTo>
                  <a:pt x="7013797" y="5301456"/>
                </a:moveTo>
                <a:lnTo>
                  <a:pt x="6248940" y="5301456"/>
                </a:lnTo>
                <a:lnTo>
                  <a:pt x="6424317" y="5606831"/>
                </a:lnTo>
                <a:lnTo>
                  <a:pt x="6426495" y="5606256"/>
                </a:lnTo>
                <a:lnTo>
                  <a:pt x="7191551" y="5606256"/>
                </a:lnTo>
                <a:lnTo>
                  <a:pt x="7094160" y="5441156"/>
                </a:lnTo>
                <a:lnTo>
                  <a:pt x="7709259" y="5441156"/>
                </a:lnTo>
                <a:lnTo>
                  <a:pt x="7675389" y="5314156"/>
                </a:lnTo>
                <a:lnTo>
                  <a:pt x="7017210" y="5314156"/>
                </a:lnTo>
                <a:lnTo>
                  <a:pt x="7013797" y="5301456"/>
                </a:lnTo>
                <a:close/>
              </a:path>
              <a:path w="13852525" h="11308715">
                <a:moveTo>
                  <a:pt x="5966362" y="5149056"/>
                </a:moveTo>
                <a:lnTo>
                  <a:pt x="5127917" y="5314156"/>
                </a:lnTo>
                <a:lnTo>
                  <a:pt x="5431122" y="5606256"/>
                </a:lnTo>
                <a:lnTo>
                  <a:pt x="6269568" y="5441156"/>
                </a:lnTo>
                <a:lnTo>
                  <a:pt x="5966362" y="5149056"/>
                </a:lnTo>
                <a:close/>
              </a:path>
              <a:path w="13852525" h="11308715">
                <a:moveTo>
                  <a:pt x="10824828" y="5301456"/>
                </a:moveTo>
                <a:lnTo>
                  <a:pt x="7013912" y="5301456"/>
                </a:lnTo>
                <a:lnTo>
                  <a:pt x="7017210" y="5314156"/>
                </a:lnTo>
                <a:lnTo>
                  <a:pt x="7675389" y="5314156"/>
                </a:lnTo>
                <a:lnTo>
                  <a:pt x="7851561" y="5428456"/>
                </a:lnTo>
                <a:lnTo>
                  <a:pt x="7807228" y="5593556"/>
                </a:lnTo>
                <a:lnTo>
                  <a:pt x="10831212" y="5593556"/>
                </a:lnTo>
                <a:lnTo>
                  <a:pt x="10824828" y="5301456"/>
                </a:lnTo>
                <a:close/>
              </a:path>
              <a:path w="13852525" h="11308715">
                <a:moveTo>
                  <a:pt x="4160606" y="5060156"/>
                </a:moveTo>
                <a:lnTo>
                  <a:pt x="3208425" y="5428456"/>
                </a:lnTo>
                <a:lnTo>
                  <a:pt x="3453025" y="5568156"/>
                </a:lnTo>
                <a:lnTo>
                  <a:pt x="4405227" y="5187156"/>
                </a:lnTo>
                <a:lnTo>
                  <a:pt x="4160606" y="5060156"/>
                </a:lnTo>
                <a:close/>
              </a:path>
              <a:path w="13852525" h="11308715">
                <a:moveTo>
                  <a:pt x="12906926" y="3688556"/>
                </a:moveTo>
                <a:lnTo>
                  <a:pt x="12296149" y="4056856"/>
                </a:lnTo>
                <a:lnTo>
                  <a:pt x="12157399" y="5479256"/>
                </a:lnTo>
                <a:lnTo>
                  <a:pt x="12768176" y="5098256"/>
                </a:lnTo>
                <a:lnTo>
                  <a:pt x="12906926" y="3688556"/>
                </a:lnTo>
                <a:close/>
              </a:path>
              <a:path w="13852525" h="11308715">
                <a:moveTo>
                  <a:pt x="6925066" y="4971256"/>
                </a:moveTo>
                <a:lnTo>
                  <a:pt x="7017210" y="5314156"/>
                </a:lnTo>
                <a:lnTo>
                  <a:pt x="7013912" y="5301456"/>
                </a:lnTo>
                <a:lnTo>
                  <a:pt x="10824828" y="5301456"/>
                </a:lnTo>
                <a:lnTo>
                  <a:pt x="10823717" y="5250656"/>
                </a:lnTo>
                <a:lnTo>
                  <a:pt x="10448079" y="5250656"/>
                </a:lnTo>
                <a:lnTo>
                  <a:pt x="10425930" y="5174456"/>
                </a:lnTo>
                <a:lnTo>
                  <a:pt x="7634846" y="5174456"/>
                </a:lnTo>
                <a:lnTo>
                  <a:pt x="6925066" y="4971256"/>
                </a:lnTo>
                <a:close/>
              </a:path>
              <a:path w="13852525" h="11308715">
                <a:moveTo>
                  <a:pt x="11205803" y="4082256"/>
                </a:moveTo>
                <a:lnTo>
                  <a:pt x="10455922" y="4082256"/>
                </a:lnTo>
                <a:lnTo>
                  <a:pt x="10682669" y="5098256"/>
                </a:lnTo>
                <a:lnTo>
                  <a:pt x="10448079" y="5250656"/>
                </a:lnTo>
                <a:lnTo>
                  <a:pt x="10823717" y="5250656"/>
                </a:lnTo>
                <a:lnTo>
                  <a:pt x="10822885" y="5212556"/>
                </a:lnTo>
                <a:lnTo>
                  <a:pt x="11137440" y="4882356"/>
                </a:lnTo>
                <a:lnTo>
                  <a:pt x="11840169" y="4882356"/>
                </a:lnTo>
                <a:lnTo>
                  <a:pt x="11848798" y="4679156"/>
                </a:lnTo>
                <a:lnTo>
                  <a:pt x="11327529" y="4679156"/>
                </a:lnTo>
                <a:lnTo>
                  <a:pt x="11335665" y="4666456"/>
                </a:lnTo>
                <a:lnTo>
                  <a:pt x="11205803" y="4082256"/>
                </a:lnTo>
                <a:close/>
              </a:path>
              <a:path w="13852525" h="11308715">
                <a:moveTo>
                  <a:pt x="3575367" y="4729956"/>
                </a:moveTo>
                <a:lnTo>
                  <a:pt x="2545503" y="5085556"/>
                </a:lnTo>
                <a:lnTo>
                  <a:pt x="2721508" y="5174456"/>
                </a:lnTo>
                <a:lnTo>
                  <a:pt x="3751372" y="4818856"/>
                </a:lnTo>
                <a:lnTo>
                  <a:pt x="3575367" y="4729956"/>
                </a:lnTo>
                <a:close/>
              </a:path>
              <a:path w="13852525" h="11308715">
                <a:moveTo>
                  <a:pt x="7635599" y="4831556"/>
                </a:moveTo>
                <a:lnTo>
                  <a:pt x="7636510" y="5174456"/>
                </a:lnTo>
                <a:lnTo>
                  <a:pt x="10425930" y="5174456"/>
                </a:lnTo>
                <a:lnTo>
                  <a:pt x="10381632" y="5022056"/>
                </a:lnTo>
                <a:lnTo>
                  <a:pt x="7958396" y="5022056"/>
                </a:lnTo>
                <a:lnTo>
                  <a:pt x="7635599" y="4831556"/>
                </a:lnTo>
                <a:close/>
              </a:path>
              <a:path w="13852525" h="11308715">
                <a:moveTo>
                  <a:pt x="5880899" y="4704556"/>
                </a:moveTo>
                <a:lnTo>
                  <a:pt x="6089699" y="5047456"/>
                </a:lnTo>
                <a:lnTo>
                  <a:pt x="6911307" y="5098256"/>
                </a:lnTo>
                <a:lnTo>
                  <a:pt x="6702487" y="4742656"/>
                </a:lnTo>
                <a:lnTo>
                  <a:pt x="5880899" y="4704556"/>
                </a:lnTo>
                <a:close/>
              </a:path>
              <a:path w="13852525" h="11308715">
                <a:moveTo>
                  <a:pt x="5506209" y="4679156"/>
                </a:moveTo>
                <a:lnTo>
                  <a:pt x="4598540" y="4818856"/>
                </a:lnTo>
                <a:lnTo>
                  <a:pt x="4847496" y="5060156"/>
                </a:lnTo>
                <a:lnTo>
                  <a:pt x="5755175" y="4920456"/>
                </a:lnTo>
                <a:lnTo>
                  <a:pt x="5506209" y="4679156"/>
                </a:lnTo>
                <a:close/>
              </a:path>
              <a:path w="13852525" h="11308715">
                <a:moveTo>
                  <a:pt x="7623663" y="4145756"/>
                </a:moveTo>
                <a:lnTo>
                  <a:pt x="7625328" y="4539456"/>
                </a:lnTo>
                <a:lnTo>
                  <a:pt x="8015075" y="4806156"/>
                </a:lnTo>
                <a:lnTo>
                  <a:pt x="7958396" y="5022056"/>
                </a:lnTo>
                <a:lnTo>
                  <a:pt x="10381632" y="5022056"/>
                </a:lnTo>
                <a:lnTo>
                  <a:pt x="10267195" y="4628356"/>
                </a:lnTo>
                <a:lnTo>
                  <a:pt x="9859992" y="4628356"/>
                </a:lnTo>
                <a:lnTo>
                  <a:pt x="9760072" y="4463256"/>
                </a:lnTo>
                <a:lnTo>
                  <a:pt x="8084937" y="4463256"/>
                </a:lnTo>
                <a:lnTo>
                  <a:pt x="7623663" y="4145756"/>
                </a:lnTo>
                <a:close/>
              </a:path>
              <a:path w="13852525" h="11308715">
                <a:moveTo>
                  <a:pt x="6733763" y="4310856"/>
                </a:moveTo>
                <a:lnTo>
                  <a:pt x="6839582" y="4691856"/>
                </a:lnTo>
                <a:lnTo>
                  <a:pt x="7590302" y="4945856"/>
                </a:lnTo>
                <a:lnTo>
                  <a:pt x="7484484" y="4564856"/>
                </a:lnTo>
                <a:lnTo>
                  <a:pt x="6733763" y="4310856"/>
                </a:lnTo>
                <a:close/>
              </a:path>
              <a:path w="13852525" h="11308715">
                <a:moveTo>
                  <a:pt x="13851902" y="3078956"/>
                </a:moveTo>
                <a:lnTo>
                  <a:pt x="13451318" y="3332956"/>
                </a:lnTo>
                <a:lnTo>
                  <a:pt x="13229900" y="4844256"/>
                </a:lnTo>
                <a:lnTo>
                  <a:pt x="13729634" y="4526756"/>
                </a:lnTo>
                <a:lnTo>
                  <a:pt x="13851902" y="3688556"/>
                </a:lnTo>
                <a:lnTo>
                  <a:pt x="13851902" y="3078956"/>
                </a:lnTo>
                <a:close/>
              </a:path>
              <a:path w="13852525" h="11308715">
                <a:moveTo>
                  <a:pt x="2990128" y="4387056"/>
                </a:moveTo>
                <a:lnTo>
                  <a:pt x="1882560" y="4742656"/>
                </a:lnTo>
                <a:lnTo>
                  <a:pt x="1989928" y="4793456"/>
                </a:lnTo>
                <a:lnTo>
                  <a:pt x="3097518" y="4437856"/>
                </a:lnTo>
                <a:lnTo>
                  <a:pt x="2990128" y="4387056"/>
                </a:lnTo>
                <a:close/>
              </a:path>
              <a:path w="13852525" h="11308715">
                <a:moveTo>
                  <a:pt x="11862822" y="4348956"/>
                </a:moveTo>
                <a:lnTo>
                  <a:pt x="11327529" y="4679156"/>
                </a:lnTo>
                <a:lnTo>
                  <a:pt x="11848798" y="4679156"/>
                </a:lnTo>
                <a:lnTo>
                  <a:pt x="11862822" y="4348956"/>
                </a:lnTo>
                <a:close/>
              </a:path>
              <a:path w="13852525" h="11308715">
                <a:moveTo>
                  <a:pt x="10419085" y="3472656"/>
                </a:moveTo>
                <a:lnTo>
                  <a:pt x="9559876" y="3472656"/>
                </a:lnTo>
                <a:lnTo>
                  <a:pt x="10057473" y="4412456"/>
                </a:lnTo>
                <a:lnTo>
                  <a:pt x="9859992" y="4628356"/>
                </a:lnTo>
                <a:lnTo>
                  <a:pt x="10267195" y="4628356"/>
                </a:lnTo>
                <a:lnTo>
                  <a:pt x="10226589" y="4488656"/>
                </a:lnTo>
                <a:lnTo>
                  <a:pt x="10455922" y="4082256"/>
                </a:lnTo>
                <a:lnTo>
                  <a:pt x="11205803" y="4082256"/>
                </a:lnTo>
                <a:lnTo>
                  <a:pt x="11149342" y="3828256"/>
                </a:lnTo>
                <a:lnTo>
                  <a:pt x="10594494" y="3828256"/>
                </a:lnTo>
                <a:lnTo>
                  <a:pt x="10600441" y="3815556"/>
                </a:lnTo>
                <a:lnTo>
                  <a:pt x="10419085" y="3472656"/>
                </a:lnTo>
                <a:close/>
              </a:path>
              <a:path w="13852525" h="11308715">
                <a:moveTo>
                  <a:pt x="5046076" y="4209256"/>
                </a:moveTo>
                <a:lnTo>
                  <a:pt x="4069174" y="4323556"/>
                </a:lnTo>
                <a:lnTo>
                  <a:pt x="4263849" y="4501356"/>
                </a:lnTo>
                <a:lnTo>
                  <a:pt x="5240793" y="4399756"/>
                </a:lnTo>
                <a:lnTo>
                  <a:pt x="5046076" y="4209256"/>
                </a:lnTo>
                <a:close/>
              </a:path>
              <a:path w="13852525" h="11308715">
                <a:moveTo>
                  <a:pt x="5512868" y="4094956"/>
                </a:moveTo>
                <a:lnTo>
                  <a:pt x="5684591" y="4387056"/>
                </a:lnTo>
                <a:lnTo>
                  <a:pt x="6562805" y="4475956"/>
                </a:lnTo>
                <a:lnTo>
                  <a:pt x="6391082" y="4196556"/>
                </a:lnTo>
                <a:lnTo>
                  <a:pt x="5512868" y="4094956"/>
                </a:lnTo>
                <a:close/>
              </a:path>
              <a:path w="13852525" h="11308715">
                <a:moveTo>
                  <a:pt x="7611736" y="3472656"/>
                </a:moveTo>
                <a:lnTo>
                  <a:pt x="7613820" y="3790156"/>
                </a:lnTo>
                <a:lnTo>
                  <a:pt x="8154243" y="4209256"/>
                </a:lnTo>
                <a:lnTo>
                  <a:pt x="8084937" y="4463256"/>
                </a:lnTo>
                <a:lnTo>
                  <a:pt x="9760072" y="4463256"/>
                </a:lnTo>
                <a:lnTo>
                  <a:pt x="9583289" y="4171156"/>
                </a:lnTo>
                <a:lnTo>
                  <a:pt x="9105377" y="4171156"/>
                </a:lnTo>
                <a:lnTo>
                  <a:pt x="8844315" y="3929856"/>
                </a:lnTo>
                <a:lnTo>
                  <a:pt x="8225341" y="3929856"/>
                </a:lnTo>
                <a:lnTo>
                  <a:pt x="7611736" y="3472656"/>
                </a:lnTo>
                <a:close/>
              </a:path>
              <a:path w="13852525" h="11308715">
                <a:moveTo>
                  <a:pt x="2404879" y="4056856"/>
                </a:moveTo>
                <a:lnTo>
                  <a:pt x="1219606" y="4387056"/>
                </a:lnTo>
                <a:lnTo>
                  <a:pt x="1258380" y="4412456"/>
                </a:lnTo>
                <a:lnTo>
                  <a:pt x="2443632" y="4069556"/>
                </a:lnTo>
                <a:lnTo>
                  <a:pt x="2404879" y="4056856"/>
                </a:lnTo>
                <a:close/>
              </a:path>
              <a:path w="13852525" h="11308715">
                <a:moveTo>
                  <a:pt x="11917783" y="2418556"/>
                </a:moveTo>
                <a:lnTo>
                  <a:pt x="11404218" y="2964656"/>
                </a:lnTo>
                <a:lnTo>
                  <a:pt x="11638347" y="4387056"/>
                </a:lnTo>
                <a:lnTo>
                  <a:pt x="12151912" y="3853656"/>
                </a:lnTo>
                <a:lnTo>
                  <a:pt x="11917783" y="2418556"/>
                </a:lnTo>
                <a:close/>
              </a:path>
              <a:path w="13852525" h="11308715">
                <a:moveTo>
                  <a:pt x="6542429" y="3637756"/>
                </a:moveTo>
                <a:lnTo>
                  <a:pt x="6629840" y="3955256"/>
                </a:lnTo>
                <a:lnTo>
                  <a:pt x="7421512" y="4272756"/>
                </a:lnTo>
                <a:lnTo>
                  <a:pt x="7334111" y="3955256"/>
                </a:lnTo>
                <a:lnTo>
                  <a:pt x="6542429" y="3637756"/>
                </a:lnTo>
                <a:close/>
              </a:path>
              <a:path w="13852525" h="11308715">
                <a:moveTo>
                  <a:pt x="8675913" y="2151856"/>
                </a:moveTo>
                <a:lnTo>
                  <a:pt x="8439135" y="3053556"/>
                </a:lnTo>
                <a:lnTo>
                  <a:pt x="9249467" y="3917156"/>
                </a:lnTo>
                <a:lnTo>
                  <a:pt x="9105377" y="4171156"/>
                </a:lnTo>
                <a:lnTo>
                  <a:pt x="9583289" y="4171156"/>
                </a:lnTo>
                <a:lnTo>
                  <a:pt x="9437251" y="3929856"/>
                </a:lnTo>
                <a:lnTo>
                  <a:pt x="9559876" y="3472656"/>
                </a:lnTo>
                <a:lnTo>
                  <a:pt x="10419085" y="3472656"/>
                </a:lnTo>
                <a:lnTo>
                  <a:pt x="10271313" y="3193256"/>
                </a:lnTo>
                <a:lnTo>
                  <a:pt x="9633989" y="3193256"/>
                </a:lnTo>
                <a:lnTo>
                  <a:pt x="9637151" y="3180556"/>
                </a:lnTo>
                <a:lnTo>
                  <a:pt x="8675913" y="2151856"/>
                </a:lnTo>
                <a:close/>
              </a:path>
              <a:path w="13852525" h="11308715">
                <a:moveTo>
                  <a:pt x="4585933" y="3739356"/>
                </a:moveTo>
                <a:lnTo>
                  <a:pt x="3539797" y="3828256"/>
                </a:lnTo>
                <a:lnTo>
                  <a:pt x="3680254" y="3955256"/>
                </a:lnTo>
                <a:lnTo>
                  <a:pt x="4726390" y="3879056"/>
                </a:lnTo>
                <a:lnTo>
                  <a:pt x="4585933" y="3739356"/>
                </a:lnTo>
                <a:close/>
              </a:path>
              <a:path w="13852525" h="11308715">
                <a:moveTo>
                  <a:pt x="8349672" y="3472656"/>
                </a:moveTo>
                <a:lnTo>
                  <a:pt x="8225341" y="3929856"/>
                </a:lnTo>
                <a:lnTo>
                  <a:pt x="8844315" y="3929856"/>
                </a:lnTo>
                <a:lnTo>
                  <a:pt x="8349672" y="3472656"/>
                </a:lnTo>
                <a:close/>
              </a:path>
              <a:path w="13852525" h="11308715">
                <a:moveTo>
                  <a:pt x="5144827" y="3485356"/>
                </a:moveTo>
                <a:lnTo>
                  <a:pt x="5279462" y="3713956"/>
                </a:lnTo>
                <a:lnTo>
                  <a:pt x="6214302" y="3853656"/>
                </a:lnTo>
                <a:lnTo>
                  <a:pt x="6079668" y="3637756"/>
                </a:lnTo>
                <a:lnTo>
                  <a:pt x="5144827" y="3485356"/>
                </a:lnTo>
                <a:close/>
              </a:path>
              <a:path w="13852525" h="11308715">
                <a:moveTo>
                  <a:pt x="11044888" y="3358356"/>
                </a:moveTo>
                <a:lnTo>
                  <a:pt x="10594494" y="3828256"/>
                </a:lnTo>
                <a:lnTo>
                  <a:pt x="11149342" y="3828256"/>
                </a:lnTo>
                <a:lnTo>
                  <a:pt x="11044888" y="3358356"/>
                </a:lnTo>
                <a:close/>
              </a:path>
              <a:path w="13852525" h="11308715">
                <a:moveTo>
                  <a:pt x="7599810" y="2786856"/>
                </a:moveTo>
                <a:lnTo>
                  <a:pt x="7602313" y="3040856"/>
                </a:lnTo>
                <a:lnTo>
                  <a:pt x="8282857" y="3612356"/>
                </a:lnTo>
                <a:lnTo>
                  <a:pt x="8280355" y="3358356"/>
                </a:lnTo>
                <a:lnTo>
                  <a:pt x="7599810" y="2786856"/>
                </a:lnTo>
                <a:close/>
              </a:path>
              <a:path w="13852525" h="11308715">
                <a:moveTo>
                  <a:pt x="6351115" y="2977356"/>
                </a:moveTo>
                <a:lnTo>
                  <a:pt x="6420118" y="3218656"/>
                </a:lnTo>
                <a:lnTo>
                  <a:pt x="7252732" y="3599656"/>
                </a:lnTo>
                <a:lnTo>
                  <a:pt x="7183739" y="3345656"/>
                </a:lnTo>
                <a:lnTo>
                  <a:pt x="6351115" y="2977356"/>
                </a:lnTo>
                <a:close/>
              </a:path>
              <a:path w="13852525" h="11308715">
                <a:moveTo>
                  <a:pt x="12790678" y="1491456"/>
                </a:moveTo>
                <a:lnTo>
                  <a:pt x="12370890" y="1923256"/>
                </a:lnTo>
                <a:lnTo>
                  <a:pt x="12548382" y="3472656"/>
                </a:lnTo>
                <a:lnTo>
                  <a:pt x="12968181" y="3040856"/>
                </a:lnTo>
                <a:lnTo>
                  <a:pt x="12790678" y="1491456"/>
                </a:lnTo>
                <a:close/>
              </a:path>
              <a:path w="13852525" h="11308715">
                <a:moveTo>
                  <a:pt x="10591646" y="1453356"/>
                </a:moveTo>
                <a:lnTo>
                  <a:pt x="10217657" y="2113756"/>
                </a:lnTo>
                <a:lnTo>
                  <a:pt x="10830727" y="3459956"/>
                </a:lnTo>
                <a:lnTo>
                  <a:pt x="11204716" y="2799556"/>
                </a:lnTo>
                <a:lnTo>
                  <a:pt x="10591646" y="1453356"/>
                </a:lnTo>
                <a:close/>
              </a:path>
              <a:path w="13852525" h="11308715">
                <a:moveTo>
                  <a:pt x="4125801" y="3282156"/>
                </a:moveTo>
                <a:lnTo>
                  <a:pt x="3010421" y="3332956"/>
                </a:lnTo>
                <a:lnTo>
                  <a:pt x="3096628" y="3409156"/>
                </a:lnTo>
                <a:lnTo>
                  <a:pt x="4212018" y="3358356"/>
                </a:lnTo>
                <a:lnTo>
                  <a:pt x="4125801" y="3282156"/>
                </a:lnTo>
                <a:close/>
              </a:path>
              <a:path w="13852525" h="11308715">
                <a:moveTo>
                  <a:pt x="4776796" y="2888456"/>
                </a:moveTo>
                <a:lnTo>
                  <a:pt x="4874343" y="3040856"/>
                </a:lnTo>
                <a:lnTo>
                  <a:pt x="5865810" y="3231356"/>
                </a:lnTo>
                <a:lnTo>
                  <a:pt x="5768264" y="3078956"/>
                </a:lnTo>
                <a:lnTo>
                  <a:pt x="4776796" y="2888456"/>
                </a:lnTo>
                <a:close/>
              </a:path>
              <a:path w="13852525" h="11308715">
                <a:moveTo>
                  <a:pt x="9962335" y="2609056"/>
                </a:moveTo>
                <a:lnTo>
                  <a:pt x="9633989" y="3193256"/>
                </a:lnTo>
                <a:lnTo>
                  <a:pt x="10271313" y="3193256"/>
                </a:lnTo>
                <a:lnTo>
                  <a:pt x="9962335" y="2609056"/>
                </a:lnTo>
                <a:close/>
              </a:path>
              <a:path w="13852525" h="11308715">
                <a:moveTo>
                  <a:pt x="7587884" y="2113756"/>
                </a:moveTo>
                <a:lnTo>
                  <a:pt x="7590805" y="2291556"/>
                </a:lnTo>
                <a:lnTo>
                  <a:pt x="8294784" y="2926556"/>
                </a:lnTo>
                <a:lnTo>
                  <a:pt x="8291862" y="2736056"/>
                </a:lnTo>
                <a:lnTo>
                  <a:pt x="7587884" y="2113756"/>
                </a:lnTo>
                <a:close/>
              </a:path>
              <a:path w="13852525" h="11308715">
                <a:moveTo>
                  <a:pt x="6159801" y="2304256"/>
                </a:moveTo>
                <a:lnTo>
                  <a:pt x="6210376" y="2482056"/>
                </a:lnTo>
                <a:lnTo>
                  <a:pt x="7083951" y="2913856"/>
                </a:lnTo>
                <a:lnTo>
                  <a:pt x="7033366" y="2736056"/>
                </a:lnTo>
                <a:lnTo>
                  <a:pt x="6159801" y="2304256"/>
                </a:lnTo>
                <a:close/>
              </a:path>
              <a:path w="13852525" h="11308715">
                <a:moveTo>
                  <a:pt x="3665658" y="2812256"/>
                </a:moveTo>
                <a:lnTo>
                  <a:pt x="2481055" y="2837656"/>
                </a:lnTo>
                <a:lnTo>
                  <a:pt x="2512981" y="2863056"/>
                </a:lnTo>
                <a:lnTo>
                  <a:pt x="3697615" y="2837656"/>
                </a:lnTo>
                <a:lnTo>
                  <a:pt x="3665658" y="2812256"/>
                </a:lnTo>
                <a:close/>
              </a:path>
              <a:path w="13852525" h="11308715">
                <a:moveTo>
                  <a:pt x="9002134" y="843756"/>
                </a:moveTo>
                <a:lnTo>
                  <a:pt x="8802779" y="1605756"/>
                </a:lnTo>
                <a:lnTo>
                  <a:pt x="9774309" y="2761456"/>
                </a:lnTo>
                <a:lnTo>
                  <a:pt x="9973675" y="2012156"/>
                </a:lnTo>
                <a:lnTo>
                  <a:pt x="9002134" y="843756"/>
                </a:lnTo>
                <a:close/>
              </a:path>
              <a:path w="13852525" h="11308715">
                <a:moveTo>
                  <a:pt x="4408755" y="2278856"/>
                </a:moveTo>
                <a:lnTo>
                  <a:pt x="4469235" y="2380456"/>
                </a:lnTo>
                <a:lnTo>
                  <a:pt x="5517318" y="2609056"/>
                </a:lnTo>
                <a:lnTo>
                  <a:pt x="5456849" y="2520156"/>
                </a:lnTo>
                <a:lnTo>
                  <a:pt x="4408755" y="2278856"/>
                </a:lnTo>
                <a:close/>
              </a:path>
              <a:path w="13852525" h="11308715">
                <a:moveTo>
                  <a:pt x="11220946" y="284956"/>
                </a:moveTo>
                <a:lnTo>
                  <a:pt x="10915740" y="843756"/>
                </a:lnTo>
                <a:lnTo>
                  <a:pt x="11503785" y="2316956"/>
                </a:lnTo>
                <a:lnTo>
                  <a:pt x="11808991" y="1770856"/>
                </a:lnTo>
                <a:lnTo>
                  <a:pt x="11220946" y="284956"/>
                </a:lnTo>
                <a:close/>
              </a:path>
              <a:path w="13852525" h="11308715">
                <a:moveTo>
                  <a:pt x="5968477" y="1643856"/>
                </a:moveTo>
                <a:lnTo>
                  <a:pt x="6000644" y="1745456"/>
                </a:lnTo>
                <a:lnTo>
                  <a:pt x="6915171" y="2240756"/>
                </a:lnTo>
                <a:lnTo>
                  <a:pt x="6883015" y="2126456"/>
                </a:lnTo>
                <a:lnTo>
                  <a:pt x="5968477" y="1643856"/>
                </a:lnTo>
                <a:close/>
              </a:path>
              <a:path w="13852525" h="11308715">
                <a:moveTo>
                  <a:pt x="7575968" y="1427956"/>
                </a:moveTo>
                <a:lnTo>
                  <a:pt x="7579298" y="1542256"/>
                </a:lnTo>
                <a:lnTo>
                  <a:pt x="8306699" y="2240756"/>
                </a:lnTo>
                <a:lnTo>
                  <a:pt x="8303370" y="2126456"/>
                </a:lnTo>
                <a:lnTo>
                  <a:pt x="7575968" y="1427956"/>
                </a:lnTo>
                <a:close/>
              </a:path>
              <a:path w="13852525" h="11308715">
                <a:moveTo>
                  <a:pt x="4040735" y="1669256"/>
                </a:moveTo>
                <a:lnTo>
                  <a:pt x="4064096" y="1707356"/>
                </a:lnTo>
                <a:lnTo>
                  <a:pt x="5168826" y="1986756"/>
                </a:lnTo>
                <a:lnTo>
                  <a:pt x="5145445" y="1961356"/>
                </a:lnTo>
                <a:lnTo>
                  <a:pt x="4040735" y="1669256"/>
                </a:lnTo>
                <a:close/>
              </a:path>
              <a:path w="13852525" h="11308715">
                <a:moveTo>
                  <a:pt x="5777164" y="970756"/>
                </a:moveTo>
                <a:lnTo>
                  <a:pt x="5790923" y="1008856"/>
                </a:lnTo>
                <a:lnTo>
                  <a:pt x="6746391" y="1554956"/>
                </a:lnTo>
                <a:lnTo>
                  <a:pt x="6732643" y="1529556"/>
                </a:lnTo>
                <a:lnTo>
                  <a:pt x="5777164" y="970756"/>
                </a:lnTo>
                <a:close/>
              </a:path>
              <a:path w="13852525" h="11308715">
                <a:moveTo>
                  <a:pt x="7564041" y="754856"/>
                </a:moveTo>
                <a:lnTo>
                  <a:pt x="7567790" y="792956"/>
                </a:lnTo>
                <a:lnTo>
                  <a:pt x="8318636" y="1554956"/>
                </a:lnTo>
                <a:lnTo>
                  <a:pt x="8314888" y="1516856"/>
                </a:lnTo>
                <a:lnTo>
                  <a:pt x="7564041" y="754856"/>
                </a:lnTo>
                <a:close/>
              </a:path>
              <a:path w="13852525" h="11308715">
                <a:moveTo>
                  <a:pt x="9684684" y="5556"/>
                </a:moveTo>
                <a:lnTo>
                  <a:pt x="9205378" y="5556"/>
                </a:lnTo>
                <a:lnTo>
                  <a:pt x="9166401" y="157956"/>
                </a:lnTo>
                <a:lnTo>
                  <a:pt x="10148214" y="1453356"/>
                </a:lnTo>
                <a:lnTo>
                  <a:pt x="10310167" y="831056"/>
                </a:lnTo>
                <a:lnTo>
                  <a:pt x="9684684" y="5556"/>
                </a:lnTo>
                <a:close/>
              </a:path>
              <a:path w="13852525" h="11308715">
                <a:moveTo>
                  <a:pt x="12155392" y="5556"/>
                </a:moveTo>
                <a:lnTo>
                  <a:pt x="11769899" y="5556"/>
                </a:lnTo>
                <a:lnTo>
                  <a:pt x="12176843" y="1173956"/>
                </a:lnTo>
                <a:lnTo>
                  <a:pt x="12413266" y="742156"/>
                </a:lnTo>
                <a:lnTo>
                  <a:pt x="12155392" y="5556"/>
                </a:lnTo>
                <a:close/>
              </a:path>
              <a:path w="13852525" h="11308715">
                <a:moveTo>
                  <a:pt x="10558529" y="5556"/>
                </a:moveTo>
                <a:lnTo>
                  <a:pt x="10424416" y="5556"/>
                </a:lnTo>
                <a:lnTo>
                  <a:pt x="10522108" y="145256"/>
                </a:lnTo>
                <a:lnTo>
                  <a:pt x="10558529" y="5556"/>
                </a:lnTo>
                <a:close/>
              </a:path>
            </a:pathLst>
          </a:custGeom>
          <a:solidFill>
            <a:srgbClr val="1A0F5C">
              <a:alpha val="5000"/>
            </a:srgbClr>
          </a:solidFill>
        </p:spPr>
        <p:txBody>
          <a:bodyPr wrap="square" lIns="0" tIns="0" rIns="0" bIns="0" rtlCol="0"/>
          <a:lstStyle/>
          <a:p>
            <a:endParaRPr/>
          </a:p>
        </p:txBody>
      </p:sp>
      <p:pic>
        <p:nvPicPr>
          <p:cNvPr id="8" name="Graphic 7">
            <a:extLst>
              <a:ext uri="{FF2B5EF4-FFF2-40B4-BE49-F238E27FC236}">
                <a16:creationId xmlns:a16="http://schemas.microsoft.com/office/drawing/2014/main" id="{CFDD0999-C447-FB95-885F-11AEB8E0577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83908" y="1714110"/>
            <a:ext cx="1840546" cy="610478"/>
          </a:xfrm>
          <a:prstGeom prst="rect">
            <a:avLst/>
          </a:prstGeom>
        </p:spPr>
      </p:pic>
      <p:sp>
        <p:nvSpPr>
          <p:cNvPr id="6" name="Text Placeholder 5">
            <a:extLst>
              <a:ext uri="{FF2B5EF4-FFF2-40B4-BE49-F238E27FC236}">
                <a16:creationId xmlns:a16="http://schemas.microsoft.com/office/drawing/2014/main" id="{A88DEC64-D764-8A4C-D43B-2AB8EB9B3423}"/>
              </a:ext>
            </a:extLst>
          </p:cNvPr>
          <p:cNvSpPr>
            <a:spLocks noGrp="1"/>
          </p:cNvSpPr>
          <p:nvPr>
            <p:ph type="body" sz="quarter" idx="10" hasCustomPrompt="1"/>
          </p:nvPr>
        </p:nvSpPr>
        <p:spPr>
          <a:xfrm>
            <a:off x="384176" y="5435600"/>
            <a:ext cx="6701189" cy="731838"/>
          </a:xfrm>
        </p:spPr>
        <p:txBody>
          <a:bodyPr>
            <a:normAutofit/>
          </a:bodyPr>
          <a:lstStyle>
            <a:lvl1pPr marL="0" indent="0">
              <a:buNone/>
              <a:defRPr sz="800">
                <a:solidFill>
                  <a:schemeClr val="bg1"/>
                </a:solidFill>
              </a:defRPr>
            </a:lvl1pPr>
            <a:lvl2pPr marL="457200" indent="0">
              <a:buNone/>
              <a:defRPr sz="800">
                <a:solidFill>
                  <a:schemeClr val="bg1"/>
                </a:solidFill>
              </a:defRPr>
            </a:lvl2pPr>
            <a:lvl3pPr marL="914400" indent="0">
              <a:buNone/>
              <a:defRPr sz="800">
                <a:solidFill>
                  <a:schemeClr val="bg1"/>
                </a:solidFill>
              </a:defRPr>
            </a:lvl3pPr>
            <a:lvl4pPr marL="1371600" indent="0">
              <a:buNone/>
              <a:defRPr sz="800">
                <a:solidFill>
                  <a:schemeClr val="bg1"/>
                </a:solidFill>
              </a:defRPr>
            </a:lvl4pPr>
            <a:lvl5pPr marL="1828800" indent="0">
              <a:buNone/>
              <a:defRPr sz="800">
                <a:solidFill>
                  <a:schemeClr val="bg1"/>
                </a:solidFill>
              </a:defRPr>
            </a:lvl5pPr>
          </a:lstStyle>
          <a:p>
            <a:r>
              <a:rPr lang="en-GB">
                <a:effectLst/>
                <a:latin typeface="Arial" panose="020B0604020202020204" pitchFamily="34" charset="0"/>
              </a:rPr>
              <a:t>Lorem ipsum </a:t>
            </a:r>
            <a:r>
              <a:rPr lang="en-GB" err="1">
                <a:effectLst/>
                <a:latin typeface="Arial" panose="020B0604020202020204" pitchFamily="34" charset="0"/>
              </a:rPr>
              <a:t>dolor</a:t>
            </a:r>
            <a:r>
              <a:rPr lang="en-GB">
                <a:effectLst/>
                <a:latin typeface="Arial" panose="020B0604020202020204" pitchFamily="34" charset="0"/>
              </a:rPr>
              <a:t> sit </a:t>
            </a:r>
            <a:r>
              <a:rPr lang="en-GB" err="1">
                <a:effectLst/>
                <a:latin typeface="Arial" panose="020B0604020202020204" pitchFamily="34" charset="0"/>
              </a:rPr>
              <a:t>amet</a:t>
            </a:r>
            <a:r>
              <a:rPr lang="en-GB">
                <a:effectLst/>
                <a:latin typeface="Arial" panose="020B0604020202020204" pitchFamily="34" charset="0"/>
              </a:rPr>
              <a:t>, </a:t>
            </a:r>
            <a:r>
              <a:rPr lang="en-GB" err="1">
                <a:effectLst/>
                <a:latin typeface="Arial" panose="020B0604020202020204" pitchFamily="34" charset="0"/>
              </a:rPr>
              <a:t>consectetur</a:t>
            </a:r>
            <a:r>
              <a:rPr lang="en-GB">
                <a:effectLst/>
                <a:latin typeface="Arial" panose="020B0604020202020204" pitchFamily="34" charset="0"/>
              </a:rPr>
              <a:t> </a:t>
            </a:r>
            <a:r>
              <a:rPr lang="en-GB" err="1">
                <a:effectLst/>
                <a:latin typeface="Arial" panose="020B0604020202020204" pitchFamily="34" charset="0"/>
              </a:rPr>
              <a:t>adipiscing</a:t>
            </a:r>
            <a:r>
              <a:rPr lang="en-GB">
                <a:effectLst/>
                <a:latin typeface="Arial" panose="020B0604020202020204" pitchFamily="34" charset="0"/>
              </a:rPr>
              <a:t> </a:t>
            </a:r>
            <a:r>
              <a:rPr lang="en-GB" err="1">
                <a:effectLst/>
                <a:latin typeface="Arial" panose="020B0604020202020204" pitchFamily="34" charset="0"/>
              </a:rPr>
              <a:t>elit</a:t>
            </a:r>
            <a:r>
              <a:rPr lang="en-GB">
                <a:effectLst/>
                <a:latin typeface="Arial" panose="020B0604020202020204" pitchFamily="34" charset="0"/>
              </a:rPr>
              <a:t>. Ut convallis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a:t>
            </a:r>
            <a:r>
              <a:rPr lang="en-GB" err="1">
                <a:effectLst/>
                <a:latin typeface="Arial" panose="020B0604020202020204" pitchFamily="34" charset="0"/>
              </a:rPr>
              <a:t>Suspendisse</a:t>
            </a:r>
            <a:r>
              <a:rPr lang="en-GB">
                <a:effectLst/>
                <a:latin typeface="Arial" panose="020B0604020202020204" pitchFamily="34" charset="0"/>
              </a:rPr>
              <a:t> </a:t>
            </a:r>
            <a:r>
              <a:rPr lang="en-GB" err="1">
                <a:effectLst/>
                <a:latin typeface="Arial" panose="020B0604020202020204" pitchFamily="34" charset="0"/>
              </a:rPr>
              <a:t>volutpat</a:t>
            </a:r>
            <a:r>
              <a:rPr lang="en-GB">
                <a:effectLst/>
                <a:latin typeface="Arial" panose="020B0604020202020204" pitchFamily="34" charset="0"/>
              </a:rPr>
              <a:t> id eros a </a:t>
            </a:r>
            <a:r>
              <a:rPr lang="en-GB" err="1">
                <a:effectLst/>
                <a:latin typeface="Arial" panose="020B0604020202020204" pitchFamily="34" charset="0"/>
              </a:rPr>
              <a:t>ultricies</a:t>
            </a:r>
            <a:r>
              <a:rPr lang="en-GB">
                <a:effectLst/>
                <a:latin typeface="Arial" panose="020B0604020202020204" pitchFamily="34" charset="0"/>
              </a:rPr>
              <a:t>. Vestibulum </a:t>
            </a:r>
            <a:r>
              <a:rPr lang="en-GB" err="1">
                <a:effectLst/>
                <a:latin typeface="Arial" panose="020B0604020202020204" pitchFamily="34" charset="0"/>
              </a:rPr>
              <a:t>iaculis</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vitae fermentum </a:t>
            </a:r>
            <a:r>
              <a:rPr lang="en-GB" err="1">
                <a:effectLst/>
                <a:latin typeface="Arial" panose="020B0604020202020204" pitchFamily="34" charset="0"/>
              </a:rPr>
              <a:t>felis</a:t>
            </a:r>
            <a:r>
              <a:rPr lang="en-GB">
                <a:effectLst/>
                <a:latin typeface="Arial" panose="020B0604020202020204" pitchFamily="34" charset="0"/>
              </a:rPr>
              <a:t> </a:t>
            </a:r>
            <a:r>
              <a:rPr lang="en-GB" err="1">
                <a:effectLst/>
                <a:latin typeface="Arial" panose="020B0604020202020204" pitchFamily="34" charset="0"/>
              </a:rPr>
              <a:t>sollicitudin</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Pellentesque</a:t>
            </a:r>
            <a:r>
              <a:rPr lang="en-GB">
                <a:effectLst/>
                <a:latin typeface="Arial" panose="020B0604020202020204" pitchFamily="34" charset="0"/>
              </a:rPr>
              <a:t> tempus libero </a:t>
            </a:r>
            <a:r>
              <a:rPr lang="en-GB" err="1">
                <a:effectLst/>
                <a:latin typeface="Arial" panose="020B0604020202020204" pitchFamily="34" charset="0"/>
              </a:rPr>
              <a:t>nibh</a:t>
            </a:r>
            <a:r>
              <a:rPr lang="en-GB">
                <a:effectLst/>
                <a:latin typeface="Arial" panose="020B0604020202020204" pitchFamily="34" charset="0"/>
              </a:rPr>
              <a:t>, </a:t>
            </a:r>
            <a:r>
              <a:rPr lang="en-GB" err="1">
                <a:effectLst/>
                <a:latin typeface="Arial" panose="020B0604020202020204" pitchFamily="34" charset="0"/>
              </a:rPr>
              <a:t>nec</a:t>
            </a:r>
            <a:r>
              <a:rPr lang="en-GB">
                <a:effectLst/>
                <a:latin typeface="Arial" panose="020B0604020202020204" pitchFamily="34" charset="0"/>
              </a:rPr>
              <a:t> </a:t>
            </a:r>
            <a:r>
              <a:rPr lang="en-GB" err="1">
                <a:effectLst/>
                <a:latin typeface="Arial" panose="020B0604020202020204" pitchFamily="34" charset="0"/>
              </a:rPr>
              <a:t>interdum</a:t>
            </a:r>
            <a:r>
              <a:rPr lang="en-GB">
                <a:effectLst/>
                <a:latin typeface="Arial" panose="020B0604020202020204" pitchFamily="34" charset="0"/>
              </a:rPr>
              <a:t> </a:t>
            </a:r>
            <a:r>
              <a:rPr lang="en-GB" err="1">
                <a:effectLst/>
                <a:latin typeface="Arial" panose="020B0604020202020204" pitchFamily="34" charset="0"/>
              </a:rPr>
              <a:t>urna</a:t>
            </a:r>
            <a:r>
              <a:rPr lang="en-GB">
                <a:effectLst/>
                <a:latin typeface="Arial" panose="020B0604020202020204" pitchFamily="34" charset="0"/>
              </a:rPr>
              <a:t> fermentum vel. Nunc </a:t>
            </a:r>
            <a:r>
              <a:rPr lang="en-GB" err="1">
                <a:effectLst/>
                <a:latin typeface="Arial" panose="020B0604020202020204" pitchFamily="34" charset="0"/>
              </a:rPr>
              <a:t>dignissim</a:t>
            </a:r>
            <a:r>
              <a:rPr lang="en-GB">
                <a:effectLst/>
                <a:latin typeface="Arial" panose="020B0604020202020204" pitchFamily="34" charset="0"/>
              </a:rPr>
              <a:t> </a:t>
            </a:r>
            <a:r>
              <a:rPr lang="en-GB" err="1">
                <a:effectLst/>
                <a:latin typeface="Arial" panose="020B0604020202020204" pitchFamily="34" charset="0"/>
              </a:rPr>
              <a:t>lacus</a:t>
            </a:r>
            <a:r>
              <a:rPr lang="en-GB">
                <a:effectLst/>
                <a:latin typeface="Arial" panose="020B0604020202020204" pitchFamily="34" charset="0"/>
              </a:rPr>
              <a:t> </a:t>
            </a:r>
            <a:r>
              <a:rPr lang="en-GB" err="1">
                <a:effectLst/>
                <a:latin typeface="Arial" panose="020B0604020202020204" pitchFamily="34" charset="0"/>
              </a:rPr>
              <a:t>velit</a:t>
            </a:r>
            <a:r>
              <a:rPr lang="en-GB">
                <a:effectLst/>
                <a:latin typeface="Arial" panose="020B0604020202020204" pitchFamily="34" charset="0"/>
              </a:rPr>
              <a:t>, </a:t>
            </a:r>
            <a:r>
              <a:rPr lang="en-GB" err="1">
                <a:effectLst/>
                <a:latin typeface="Arial" panose="020B0604020202020204" pitchFamily="34" charset="0"/>
              </a:rPr>
              <a:t>eu</a:t>
            </a:r>
            <a:r>
              <a:rPr lang="en-GB">
                <a:effectLst/>
                <a:latin typeface="Arial" panose="020B0604020202020204" pitchFamily="34" charset="0"/>
              </a:rPr>
              <a:t> </a:t>
            </a:r>
            <a:r>
              <a:rPr lang="en-GB" err="1">
                <a:effectLst/>
                <a:latin typeface="Arial" panose="020B0604020202020204" pitchFamily="34" charset="0"/>
              </a:rPr>
              <a:t>hendrerit</a:t>
            </a:r>
            <a:r>
              <a:rPr lang="en-GB">
                <a:effectLst/>
                <a:latin typeface="Arial" panose="020B0604020202020204" pitchFamily="34" charset="0"/>
              </a:rPr>
              <a:t> magna </a:t>
            </a:r>
            <a:r>
              <a:rPr lang="en-GB" err="1">
                <a:effectLst/>
                <a:latin typeface="Arial" panose="020B0604020202020204" pitchFamily="34" charset="0"/>
              </a:rPr>
              <a:t>commodo</a:t>
            </a:r>
            <a:r>
              <a:rPr lang="en-GB">
                <a:effectLst/>
                <a:latin typeface="Arial" panose="020B0604020202020204" pitchFamily="34" charset="0"/>
              </a:rPr>
              <a:t> et.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suscipit</a:t>
            </a:r>
            <a:r>
              <a:rPr lang="en-GB">
                <a:effectLst/>
                <a:latin typeface="Arial" panose="020B0604020202020204" pitchFamily="34" charset="0"/>
              </a:rPr>
              <a:t>, </a:t>
            </a:r>
            <a:r>
              <a:rPr lang="en-GB" err="1">
                <a:effectLst/>
                <a:latin typeface="Arial" panose="020B0604020202020204" pitchFamily="34" charset="0"/>
              </a:rPr>
              <a:t>tellus</a:t>
            </a:r>
            <a:r>
              <a:rPr lang="en-GB">
                <a:effectLst/>
                <a:latin typeface="Arial" panose="020B0604020202020204" pitchFamily="34" charset="0"/>
              </a:rPr>
              <a:t> ac auctor </a:t>
            </a:r>
            <a:r>
              <a:rPr lang="en-GB" err="1">
                <a:effectLst/>
                <a:latin typeface="Arial" panose="020B0604020202020204" pitchFamily="34" charset="0"/>
              </a:rPr>
              <a:t>egestas</a:t>
            </a:r>
            <a:r>
              <a:rPr lang="en-GB">
                <a:effectLst/>
                <a:latin typeface="Arial" panose="020B0604020202020204" pitchFamily="34" charset="0"/>
              </a:rPr>
              <a:t>, </a:t>
            </a:r>
            <a:r>
              <a:rPr lang="en-GB" err="1">
                <a:effectLst/>
                <a:latin typeface="Arial" panose="020B0604020202020204" pitchFamily="34" charset="0"/>
              </a:rPr>
              <a:t>arcu</a:t>
            </a:r>
            <a:r>
              <a:rPr lang="en-GB">
                <a:effectLst/>
                <a:latin typeface="Arial" panose="020B0604020202020204" pitchFamily="34" charset="0"/>
              </a:rPr>
              <a:t> </a:t>
            </a:r>
            <a:r>
              <a:rPr lang="en-GB" err="1">
                <a:effectLst/>
                <a:latin typeface="Arial" panose="020B0604020202020204" pitchFamily="34" charset="0"/>
              </a:rPr>
              <a:t>leo</a:t>
            </a:r>
            <a:r>
              <a:rPr lang="en-GB">
                <a:effectLst/>
                <a:latin typeface="Arial" panose="020B0604020202020204" pitchFamily="34" charset="0"/>
              </a:rPr>
              <a:t> </a:t>
            </a:r>
            <a:r>
              <a:rPr lang="en-GB" err="1">
                <a:effectLst/>
                <a:latin typeface="Arial" panose="020B0604020202020204" pitchFamily="34" charset="0"/>
              </a:rPr>
              <a:t>molestie</a:t>
            </a:r>
            <a:r>
              <a:rPr lang="en-GB">
                <a:effectLst/>
                <a:latin typeface="Arial" panose="020B0604020202020204" pitchFamily="34" charset="0"/>
              </a:rPr>
              <a:t> </a:t>
            </a:r>
            <a:r>
              <a:rPr lang="en-GB" err="1">
                <a:effectLst/>
                <a:latin typeface="Arial" panose="020B0604020202020204" pitchFamily="34" charset="0"/>
              </a:rPr>
              <a:t>augue</a:t>
            </a:r>
            <a:r>
              <a:rPr lang="en-GB">
                <a:effectLst/>
                <a:latin typeface="Arial" panose="020B0604020202020204" pitchFamily="34" charset="0"/>
              </a:rPr>
              <a:t>, at porta </a:t>
            </a:r>
            <a:r>
              <a:rPr lang="en-GB" err="1">
                <a:effectLst/>
                <a:latin typeface="Arial" panose="020B0604020202020204" pitchFamily="34" charset="0"/>
              </a:rPr>
              <a:t>dolor</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lectus</a:t>
            </a:r>
            <a:r>
              <a:rPr lang="en-GB">
                <a:effectLst/>
                <a:latin typeface="Arial" panose="020B0604020202020204" pitchFamily="34" charset="0"/>
              </a:rPr>
              <a:t>. Integer </a:t>
            </a:r>
            <a:r>
              <a:rPr lang="en-GB" err="1">
                <a:effectLst/>
                <a:latin typeface="Arial" panose="020B0604020202020204" pitchFamily="34" charset="0"/>
              </a:rPr>
              <a:t>justo</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vulputate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laoreet</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imperdiet</a:t>
            </a:r>
            <a:r>
              <a:rPr lang="en-GB">
                <a:effectLst/>
                <a:latin typeface="Arial" panose="020B0604020202020204" pitchFamily="34" charset="0"/>
              </a:rPr>
              <a:t> id </a:t>
            </a:r>
            <a:r>
              <a:rPr lang="en-GB" err="1">
                <a:effectLst/>
                <a:latin typeface="Arial" panose="020B0604020202020204" pitchFamily="34" charset="0"/>
              </a:rPr>
              <a:t>neque</a:t>
            </a:r>
            <a:r>
              <a:rPr lang="en-GB">
                <a:effectLst/>
                <a:latin typeface="Arial" panose="020B0604020202020204" pitchFamily="34" charset="0"/>
              </a:rPr>
              <a:t>. Vestibulum ante ipsum </a:t>
            </a:r>
            <a:r>
              <a:rPr lang="en-GB" err="1">
                <a:effectLst/>
                <a:latin typeface="Arial" panose="020B0604020202020204" pitchFamily="34" charset="0"/>
              </a:rPr>
              <a:t>primis</a:t>
            </a:r>
            <a:r>
              <a:rPr lang="en-GB">
                <a:effectLst/>
                <a:latin typeface="Arial" panose="020B0604020202020204" pitchFamily="34" charset="0"/>
              </a:rPr>
              <a:t> in </a:t>
            </a:r>
            <a:r>
              <a:rPr lang="en-GB" err="1">
                <a:effectLst/>
                <a:latin typeface="Arial" panose="020B0604020202020204" pitchFamily="34" charset="0"/>
              </a:rPr>
              <a:t>faucibus</a:t>
            </a:r>
            <a:r>
              <a:rPr lang="en-GB">
                <a:effectLst/>
                <a:latin typeface="Arial" panose="020B0604020202020204" pitchFamily="34" charset="0"/>
              </a:rPr>
              <a:t> </a:t>
            </a:r>
            <a:r>
              <a:rPr lang="en-GB" err="1">
                <a:effectLst/>
                <a:latin typeface="Arial" panose="020B0604020202020204" pitchFamily="34" charset="0"/>
              </a:rPr>
              <a:t>orci</a:t>
            </a:r>
            <a:r>
              <a:rPr lang="en-GB">
                <a:effectLst/>
                <a:latin typeface="Arial" panose="020B0604020202020204" pitchFamily="34" charset="0"/>
              </a:rPr>
              <a:t> </a:t>
            </a:r>
            <a:r>
              <a:rPr lang="en-GB" err="1">
                <a:effectLst/>
                <a:latin typeface="Arial" panose="020B0604020202020204" pitchFamily="34" charset="0"/>
              </a:rPr>
              <a:t>luctus</a:t>
            </a:r>
            <a:r>
              <a:rPr lang="en-GB">
                <a:effectLst/>
                <a:latin typeface="Arial" panose="020B0604020202020204" pitchFamily="34" charset="0"/>
              </a:rPr>
              <a:t> et </a:t>
            </a:r>
            <a:r>
              <a:rPr lang="en-GB" err="1">
                <a:effectLst/>
                <a:latin typeface="Arial" panose="020B0604020202020204" pitchFamily="34" charset="0"/>
              </a:rPr>
              <a:t>ultrices</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a:t>
            </a:r>
            <a:r>
              <a:rPr lang="en-GB" err="1">
                <a:effectLst/>
                <a:latin typeface="Arial" panose="020B0604020202020204" pitchFamily="34" charset="0"/>
              </a:rPr>
              <a:t>cubilia</a:t>
            </a:r>
            <a:r>
              <a:rPr lang="en-GB">
                <a:effectLst/>
                <a:latin typeface="Arial" panose="020B0604020202020204" pitchFamily="34" charset="0"/>
              </a:rPr>
              <a:t> curae; Nam gravida </a:t>
            </a:r>
            <a:r>
              <a:rPr lang="en-GB" err="1">
                <a:effectLst/>
                <a:latin typeface="Arial" panose="020B0604020202020204" pitchFamily="34" charset="0"/>
              </a:rPr>
              <a:t>odio</a:t>
            </a:r>
            <a:r>
              <a:rPr lang="en-GB">
                <a:effectLst/>
                <a:latin typeface="Arial" panose="020B0604020202020204" pitchFamily="34" charset="0"/>
              </a:rPr>
              <a:t> id </a:t>
            </a:r>
            <a:r>
              <a:rPr lang="en-GB" err="1">
                <a:effectLst/>
                <a:latin typeface="Arial" panose="020B0604020202020204" pitchFamily="34" charset="0"/>
              </a:rPr>
              <a:t>bibendum</a:t>
            </a:r>
            <a:r>
              <a:rPr lang="en-GB">
                <a:effectLst/>
                <a:latin typeface="Arial" panose="020B0604020202020204" pitchFamily="34" charset="0"/>
              </a:rPr>
              <a:t> </a:t>
            </a:r>
            <a:r>
              <a:rPr lang="en-GB" err="1">
                <a:effectLst/>
                <a:latin typeface="Arial" panose="020B0604020202020204" pitchFamily="34" charset="0"/>
              </a:rPr>
              <a:t>posuere</a:t>
            </a:r>
            <a:r>
              <a:rPr lang="en-GB">
                <a:effectLst/>
                <a:latin typeface="Arial" panose="020B0604020202020204" pitchFamily="34" charset="0"/>
              </a:rPr>
              <a:t>. Nunc </a:t>
            </a:r>
            <a:r>
              <a:rPr lang="en-GB" err="1">
                <a:effectLst/>
                <a:latin typeface="Arial" panose="020B0604020202020204" pitchFamily="34" charset="0"/>
              </a:rPr>
              <a:t>massa</a:t>
            </a:r>
            <a:r>
              <a:rPr lang="en-GB">
                <a:effectLst/>
                <a:latin typeface="Arial" panose="020B0604020202020204" pitchFamily="34" charset="0"/>
              </a:rPr>
              <a:t> ante, </a:t>
            </a:r>
            <a:r>
              <a:rPr lang="en-GB" err="1">
                <a:effectLst/>
                <a:latin typeface="Arial" panose="020B0604020202020204" pitchFamily="34" charset="0"/>
              </a:rPr>
              <a:t>elementum</a:t>
            </a:r>
            <a:r>
              <a:rPr lang="en-GB">
                <a:effectLst/>
                <a:latin typeface="Arial" panose="020B0604020202020204" pitchFamily="34" charset="0"/>
              </a:rPr>
              <a:t> </a:t>
            </a:r>
            <a:r>
              <a:rPr lang="en-GB" err="1">
                <a:effectLst/>
                <a:latin typeface="Arial" panose="020B0604020202020204" pitchFamily="34" charset="0"/>
              </a:rPr>
              <a:t>quis</a:t>
            </a:r>
            <a:r>
              <a:rPr lang="en-GB">
                <a:effectLst/>
                <a:latin typeface="Arial" panose="020B0604020202020204" pitchFamily="34" charset="0"/>
              </a:rPr>
              <a:t> </a:t>
            </a:r>
            <a:r>
              <a:rPr lang="en-GB" err="1">
                <a:effectLst/>
                <a:latin typeface="Arial" panose="020B0604020202020204" pitchFamily="34" charset="0"/>
              </a:rPr>
              <a:t>massa</a:t>
            </a:r>
            <a:r>
              <a:rPr lang="en-GB">
                <a:effectLst/>
                <a:latin typeface="Arial" panose="020B0604020202020204" pitchFamily="34" charset="0"/>
              </a:rPr>
              <a:t> vitae, maximus porta </a:t>
            </a:r>
            <a:r>
              <a:rPr lang="en-GB" err="1">
                <a:effectLst/>
                <a:latin typeface="Arial" panose="020B0604020202020204" pitchFamily="34" charset="0"/>
              </a:rPr>
              <a:t>nunc</a:t>
            </a:r>
            <a:r>
              <a:rPr lang="en-GB">
                <a:effectLst/>
                <a:latin typeface="Arial" panose="020B0604020202020204" pitchFamily="34" charset="0"/>
              </a:rPr>
              <a:t>. </a:t>
            </a:r>
            <a:r>
              <a:rPr lang="en-GB" err="1">
                <a:effectLst/>
                <a:latin typeface="Arial" panose="020B0604020202020204" pitchFamily="34" charset="0"/>
              </a:rPr>
              <a:t>Quisque</a:t>
            </a:r>
            <a:r>
              <a:rPr lang="en-GB">
                <a:effectLst/>
                <a:latin typeface="Arial" panose="020B0604020202020204" pitchFamily="34" charset="0"/>
              </a:rPr>
              <a:t> </a:t>
            </a:r>
            <a:r>
              <a:rPr lang="en-GB" err="1">
                <a:effectLst/>
                <a:latin typeface="Arial" panose="020B0604020202020204" pitchFamily="34" charset="0"/>
              </a:rPr>
              <a:t>ut</a:t>
            </a:r>
            <a:r>
              <a:rPr lang="en-GB">
                <a:effectLst/>
                <a:latin typeface="Arial" panose="020B0604020202020204" pitchFamily="34" charset="0"/>
              </a:rPr>
              <a:t> </a:t>
            </a:r>
            <a:r>
              <a:rPr lang="en-GB" err="1">
                <a:effectLst/>
                <a:latin typeface="Arial" panose="020B0604020202020204" pitchFamily="34" charset="0"/>
              </a:rPr>
              <a:t>aliquam</a:t>
            </a:r>
            <a:r>
              <a:rPr lang="en-GB">
                <a:effectLst/>
                <a:latin typeface="Arial" panose="020B0604020202020204" pitchFamily="34" charset="0"/>
              </a:rPr>
              <a:t> </a:t>
            </a:r>
            <a:r>
              <a:rPr lang="en-GB" err="1">
                <a:effectLst/>
                <a:latin typeface="Arial" panose="020B0604020202020204" pitchFamily="34" charset="0"/>
              </a:rPr>
              <a:t>odio</a:t>
            </a:r>
            <a:r>
              <a:rPr lang="en-GB">
                <a:effectLst/>
                <a:latin typeface="Arial" panose="020B0604020202020204" pitchFamily="34" charset="0"/>
              </a:rPr>
              <a:t>, in </a:t>
            </a:r>
            <a:r>
              <a:rPr lang="en-GB" err="1">
                <a:effectLst/>
                <a:latin typeface="Arial" panose="020B0604020202020204" pitchFamily="34" charset="0"/>
              </a:rPr>
              <a:t>tempor</a:t>
            </a:r>
            <a:r>
              <a:rPr lang="en-GB">
                <a:effectLst/>
                <a:latin typeface="Arial" panose="020B0604020202020204" pitchFamily="34" charset="0"/>
              </a:rPr>
              <a:t> ligula.</a:t>
            </a:r>
          </a:p>
        </p:txBody>
      </p:sp>
      <p:sp>
        <p:nvSpPr>
          <p:cNvPr id="13" name="Text Placeholder 5">
            <a:extLst>
              <a:ext uri="{FF2B5EF4-FFF2-40B4-BE49-F238E27FC236}">
                <a16:creationId xmlns:a16="http://schemas.microsoft.com/office/drawing/2014/main" id="{A4464583-1239-FB82-9175-7322CF8AE613}"/>
              </a:ext>
            </a:extLst>
          </p:cNvPr>
          <p:cNvSpPr>
            <a:spLocks noGrp="1"/>
          </p:cNvSpPr>
          <p:nvPr>
            <p:ph type="body" sz="quarter" idx="11" hasCustomPrompt="1"/>
          </p:nvPr>
        </p:nvSpPr>
        <p:spPr>
          <a:xfrm>
            <a:off x="383907" y="4832854"/>
            <a:ext cx="6701189" cy="323850"/>
          </a:xfrm>
        </p:spPr>
        <p:txBody>
          <a:bodyPr anchor="ctr">
            <a:noAutofit/>
          </a:bodyPr>
          <a:lstStyle>
            <a:lvl1pPr marL="0" indent="0">
              <a:buNone/>
              <a:defRPr sz="14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err="1"/>
              <a:t>contact@jmangroup.com</a:t>
            </a:r>
            <a:endParaRPr lang="en-US"/>
          </a:p>
        </p:txBody>
      </p:sp>
      <p:sp>
        <p:nvSpPr>
          <p:cNvPr id="7" name="TextBox 6">
            <a:extLst>
              <a:ext uri="{FF2B5EF4-FFF2-40B4-BE49-F238E27FC236}">
                <a16:creationId xmlns:a16="http://schemas.microsoft.com/office/drawing/2014/main" id="{27A24E46-427A-7DEC-DE9C-066068F7BE7A}"/>
              </a:ext>
            </a:extLst>
          </p:cNvPr>
          <p:cNvSpPr txBox="1"/>
          <p:nvPr userDrawn="1"/>
        </p:nvSpPr>
        <p:spPr>
          <a:xfrm>
            <a:off x="383907" y="4460488"/>
            <a:ext cx="7239024" cy="369332"/>
          </a:xfrm>
          <a:prstGeom prst="rect">
            <a:avLst/>
          </a:prstGeom>
          <a:noFill/>
        </p:spPr>
        <p:txBody>
          <a:bodyPr wrap="square" rtlCol="0">
            <a:spAutoFit/>
          </a:bodyPr>
          <a:lstStyle/>
          <a:p>
            <a:r>
              <a:rPr lang="en-US" sz="1800" b="1">
                <a:solidFill>
                  <a:schemeClr val="bg1"/>
                </a:solidFill>
                <a:latin typeface="Arial" panose="020B0604020202020204" pitchFamily="34" charset="0"/>
                <a:cs typeface="Arial" panose="020B0604020202020204" pitchFamily="34" charset="0"/>
              </a:rPr>
              <a:t>Contact</a:t>
            </a:r>
          </a:p>
        </p:txBody>
      </p:sp>
      <p:sp>
        <p:nvSpPr>
          <p:cNvPr id="10" name="TextBox 9">
            <a:extLst>
              <a:ext uri="{FF2B5EF4-FFF2-40B4-BE49-F238E27FC236}">
                <a16:creationId xmlns:a16="http://schemas.microsoft.com/office/drawing/2014/main" id="{3F0E9EBB-6A53-3F7B-9800-BBA831116867}"/>
              </a:ext>
            </a:extLst>
          </p:cNvPr>
          <p:cNvSpPr txBox="1"/>
          <p:nvPr userDrawn="1"/>
        </p:nvSpPr>
        <p:spPr>
          <a:xfrm>
            <a:off x="1" y="-825190"/>
            <a:ext cx="2389352" cy="646331"/>
          </a:xfrm>
          <a:prstGeom prst="rect">
            <a:avLst/>
          </a:prstGeom>
          <a:solidFill>
            <a:srgbClr val="FFFF00"/>
          </a:solidFill>
        </p:spPr>
        <p:txBody>
          <a:bodyPr wrap="square" rtlCol="0">
            <a:spAutoFit/>
          </a:bodyPr>
          <a:lstStyle/>
          <a:p>
            <a:r>
              <a:rPr lang="en-US"/>
              <a:t>Change background to match front cover</a:t>
            </a:r>
          </a:p>
        </p:txBody>
      </p:sp>
      <p:sp>
        <p:nvSpPr>
          <p:cNvPr id="14" name="TextBox 13">
            <a:extLst>
              <a:ext uri="{FF2B5EF4-FFF2-40B4-BE49-F238E27FC236}">
                <a16:creationId xmlns:a16="http://schemas.microsoft.com/office/drawing/2014/main" id="{F5A26425-6CAA-69B2-B0CC-EA6F39B1F0F3}"/>
              </a:ext>
            </a:extLst>
          </p:cNvPr>
          <p:cNvSpPr txBox="1"/>
          <p:nvPr userDrawn="1"/>
        </p:nvSpPr>
        <p:spPr>
          <a:xfrm>
            <a:off x="383907" y="6267664"/>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jmangroup.com</a:t>
            </a:r>
            <a:endParaRPr lang="en-GB" sz="800" spc="55">
              <a:solidFill>
                <a:schemeClr val="bg1"/>
              </a:solidFill>
              <a:latin typeface="Arial" panose="020B0604020202020204" pitchFamily="34" charset="0"/>
              <a:cs typeface="Arial" panose="020B0604020202020204" pitchFamily="34" charset="0"/>
            </a:endParaRPr>
          </a:p>
        </p:txBody>
      </p:sp>
      <p:pic>
        <p:nvPicPr>
          <p:cNvPr id="19" name="Picture 18" descr="A white and blue sign with black text&#10;&#10;Description automatically generated">
            <a:extLst>
              <a:ext uri="{FF2B5EF4-FFF2-40B4-BE49-F238E27FC236}">
                <a16:creationId xmlns:a16="http://schemas.microsoft.com/office/drawing/2014/main" id="{757B741E-B069-DA0E-92D3-EB3ABD7A44FF}"/>
              </a:ext>
            </a:extLst>
          </p:cNvPr>
          <p:cNvPicPr>
            <a:picLocks noChangeAspect="1"/>
          </p:cNvPicPr>
          <p:nvPr userDrawn="1"/>
        </p:nvPicPr>
        <p:blipFill>
          <a:blip r:embed="rId5"/>
          <a:stretch>
            <a:fillRect/>
          </a:stretch>
        </p:blipFill>
        <p:spPr>
          <a:xfrm>
            <a:off x="7262308" y="5852078"/>
            <a:ext cx="790960" cy="631029"/>
          </a:xfrm>
          <a:prstGeom prst="rect">
            <a:avLst/>
          </a:prstGeom>
        </p:spPr>
      </p:pic>
      <p:pic>
        <p:nvPicPr>
          <p:cNvPr id="20" name="Picture 19" descr="A logo with red text&#10;&#10;AI-generated content may be incorrect.">
            <a:extLst>
              <a:ext uri="{FF2B5EF4-FFF2-40B4-BE49-F238E27FC236}">
                <a16:creationId xmlns:a16="http://schemas.microsoft.com/office/drawing/2014/main" id="{4499CAD9-F1C1-3A55-72C3-1620E1877CAB}"/>
              </a:ext>
            </a:extLst>
          </p:cNvPr>
          <p:cNvPicPr>
            <a:picLocks noChangeAspect="1"/>
          </p:cNvPicPr>
          <p:nvPr userDrawn="1"/>
        </p:nvPicPr>
        <p:blipFill>
          <a:blip r:embed="rId6"/>
          <a:stretch>
            <a:fillRect/>
          </a:stretch>
        </p:blipFill>
        <p:spPr>
          <a:xfrm>
            <a:off x="11177064" y="5852078"/>
            <a:ext cx="631029" cy="631029"/>
          </a:xfrm>
          <a:prstGeom prst="rect">
            <a:avLst/>
          </a:prstGeom>
        </p:spPr>
      </p:pic>
      <p:pic>
        <p:nvPicPr>
          <p:cNvPr id="21" name="Picture 20">
            <a:extLst>
              <a:ext uri="{FF2B5EF4-FFF2-40B4-BE49-F238E27FC236}">
                <a16:creationId xmlns:a16="http://schemas.microsoft.com/office/drawing/2014/main" id="{227DE9EE-2272-2A9F-EF1C-318B7BE623B3}"/>
              </a:ext>
            </a:extLst>
          </p:cNvPr>
          <p:cNvPicPr>
            <a:picLocks noChangeAspect="1"/>
          </p:cNvPicPr>
          <p:nvPr userDrawn="1"/>
        </p:nvPicPr>
        <p:blipFill rotWithShape="1">
          <a:blip r:embed="rId7"/>
          <a:srcRect/>
          <a:stretch>
            <a:fillRect/>
          </a:stretch>
        </p:blipFill>
        <p:spPr>
          <a:xfrm>
            <a:off x="8230176" y="5851158"/>
            <a:ext cx="2769980" cy="632869"/>
          </a:xfrm>
          <a:prstGeom prst="rect">
            <a:avLst/>
          </a:prstGeom>
        </p:spPr>
      </p:pic>
    </p:spTree>
    <p:custDataLst>
      <p:tags r:id="rId1"/>
    </p:custDataLst>
    <p:extLst>
      <p:ext uri="{BB962C8B-B14F-4D97-AF65-F5344CB8AC3E}">
        <p14:creationId xmlns:p14="http://schemas.microsoft.com/office/powerpoint/2010/main" val="963253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Contents Lis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35F4A639-08E5-4A72-BA2B-5D8928765784}"/>
              </a:ext>
            </a:extLst>
          </p:cNvPr>
          <p:cNvSpPr>
            <a:spLocks noGrp="1"/>
          </p:cNvSpPr>
          <p:nvPr>
            <p:ph idx="15"/>
          </p:nvPr>
        </p:nvSpPr>
        <p:spPr>
          <a:xfrm>
            <a:off x="381000" y="160115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sz="1400" baseline="0">
                <a:solidFill>
                  <a:schemeClr val="tx1"/>
                </a:solidFill>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0"/>
            <a:r>
              <a:rPr lang="en-GB"/>
              <a:t>Click to edit Master text styles</a:t>
            </a:r>
          </a:p>
        </p:txBody>
      </p:sp>
      <p:sp>
        <p:nvSpPr>
          <p:cNvPr id="12" name="Text Placeholder 11">
            <a:extLst>
              <a:ext uri="{FF2B5EF4-FFF2-40B4-BE49-F238E27FC236}">
                <a16:creationId xmlns:a16="http://schemas.microsoft.com/office/drawing/2014/main" id="{A5396A93-7AB1-4528-BDE2-D0E1DC0A5A80}"/>
              </a:ext>
            </a:extLst>
          </p:cNvPr>
          <p:cNvSpPr>
            <a:spLocks noGrp="1"/>
          </p:cNvSpPr>
          <p:nvPr>
            <p:ph type="body" sz="quarter" idx="10" hasCustomPrompt="1"/>
          </p:nvPr>
        </p:nvSpPr>
        <p:spPr>
          <a:xfrm>
            <a:off x="587106" y="1509712"/>
            <a:ext cx="731520" cy="548640"/>
          </a:xfrm>
          <a:prstGeom prst="flowChartInputOutput">
            <a:avLst/>
          </a:prstGeom>
          <a:solidFill>
            <a:schemeClr val="tx2"/>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18" name="Content Placeholder 17">
            <a:extLst>
              <a:ext uri="{FF2B5EF4-FFF2-40B4-BE49-F238E27FC236}">
                <a16:creationId xmlns:a16="http://schemas.microsoft.com/office/drawing/2014/main" id="{E30C33A4-A8F3-469E-93A7-19A441E2BA24}"/>
              </a:ext>
            </a:extLst>
          </p:cNvPr>
          <p:cNvSpPr>
            <a:spLocks noGrp="1"/>
          </p:cNvSpPr>
          <p:nvPr>
            <p:ph idx="16"/>
          </p:nvPr>
        </p:nvSpPr>
        <p:spPr>
          <a:xfrm>
            <a:off x="381000" y="2294291"/>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19" name="Text Placeholder 11">
            <a:extLst>
              <a:ext uri="{FF2B5EF4-FFF2-40B4-BE49-F238E27FC236}">
                <a16:creationId xmlns:a16="http://schemas.microsoft.com/office/drawing/2014/main" id="{D1F859AA-70B4-408C-8676-499785F4375E}"/>
              </a:ext>
            </a:extLst>
          </p:cNvPr>
          <p:cNvSpPr>
            <a:spLocks noGrp="1"/>
          </p:cNvSpPr>
          <p:nvPr>
            <p:ph type="body" sz="quarter" idx="17" hasCustomPrompt="1"/>
          </p:nvPr>
        </p:nvSpPr>
        <p:spPr>
          <a:xfrm>
            <a:off x="587106" y="2202851"/>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6" name="Content Placeholder 25">
            <a:extLst>
              <a:ext uri="{FF2B5EF4-FFF2-40B4-BE49-F238E27FC236}">
                <a16:creationId xmlns:a16="http://schemas.microsoft.com/office/drawing/2014/main" id="{C4AB91E0-7E1F-4409-BB3A-4EB7D9F983C2}"/>
              </a:ext>
            </a:extLst>
          </p:cNvPr>
          <p:cNvSpPr>
            <a:spLocks noGrp="1"/>
          </p:cNvSpPr>
          <p:nvPr>
            <p:ph idx="22"/>
          </p:nvPr>
        </p:nvSpPr>
        <p:spPr>
          <a:xfrm>
            <a:off x="381000" y="2987430"/>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1" name="Text Placeholder 11">
            <a:extLst>
              <a:ext uri="{FF2B5EF4-FFF2-40B4-BE49-F238E27FC236}">
                <a16:creationId xmlns:a16="http://schemas.microsoft.com/office/drawing/2014/main" id="{BB0C74E1-3AAA-43C1-9D8C-25E131BD5FDF}"/>
              </a:ext>
            </a:extLst>
          </p:cNvPr>
          <p:cNvSpPr>
            <a:spLocks noGrp="1"/>
          </p:cNvSpPr>
          <p:nvPr>
            <p:ph type="body" sz="quarter" idx="19" hasCustomPrompt="1"/>
          </p:nvPr>
        </p:nvSpPr>
        <p:spPr>
          <a:xfrm>
            <a:off x="587106" y="2895990"/>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7" name="Content Placeholder 26">
            <a:extLst>
              <a:ext uri="{FF2B5EF4-FFF2-40B4-BE49-F238E27FC236}">
                <a16:creationId xmlns:a16="http://schemas.microsoft.com/office/drawing/2014/main" id="{DCC4BA1A-C1C2-4373-85B3-130A825754CB}"/>
              </a:ext>
            </a:extLst>
          </p:cNvPr>
          <p:cNvSpPr>
            <a:spLocks noGrp="1"/>
          </p:cNvSpPr>
          <p:nvPr>
            <p:ph idx="23"/>
          </p:nvPr>
        </p:nvSpPr>
        <p:spPr>
          <a:xfrm>
            <a:off x="381000" y="3680569"/>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3" name="Text Placeholder 11">
            <a:extLst>
              <a:ext uri="{FF2B5EF4-FFF2-40B4-BE49-F238E27FC236}">
                <a16:creationId xmlns:a16="http://schemas.microsoft.com/office/drawing/2014/main" id="{AF6E2320-1437-4667-BC1B-C44C85F221A4}"/>
              </a:ext>
            </a:extLst>
          </p:cNvPr>
          <p:cNvSpPr>
            <a:spLocks noGrp="1"/>
          </p:cNvSpPr>
          <p:nvPr>
            <p:ph type="body" sz="quarter" idx="21" hasCustomPrompt="1"/>
          </p:nvPr>
        </p:nvSpPr>
        <p:spPr>
          <a:xfrm>
            <a:off x="587106" y="3589129"/>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 name="Title 1">
            <a:extLst>
              <a:ext uri="{FF2B5EF4-FFF2-40B4-BE49-F238E27FC236}">
                <a16:creationId xmlns:a16="http://schemas.microsoft.com/office/drawing/2014/main" id="{8CEE9F9E-25AB-C5BE-F769-7BA667C17B3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770212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1">
    <p:bg>
      <p:bgPr>
        <a:gradFill>
          <a:gsLst>
            <a:gs pos="100000">
              <a:schemeClr val="bg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C2140F33-259D-7446-718A-78A220058B33}"/>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9" name="Title 1">
            <a:extLst>
              <a:ext uri="{FF2B5EF4-FFF2-40B4-BE49-F238E27FC236}">
                <a16:creationId xmlns:a16="http://schemas.microsoft.com/office/drawing/2014/main" id="{D489B4EE-AB58-1B67-920F-E0F53870E222}"/>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0" name="Text Placeholder 5">
            <a:extLst>
              <a:ext uri="{FF2B5EF4-FFF2-40B4-BE49-F238E27FC236}">
                <a16:creationId xmlns:a16="http://schemas.microsoft.com/office/drawing/2014/main" id="{9FEAFE57-5891-68F2-F447-7AB66F140890}"/>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ustDataLst>
      <p:tags r:id="rId1"/>
    </p:custDataLst>
    <p:extLst>
      <p:ext uri="{BB962C8B-B14F-4D97-AF65-F5344CB8AC3E}">
        <p14:creationId xmlns:p14="http://schemas.microsoft.com/office/powerpoint/2010/main" val="28973362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_2">
    <p:bg>
      <p:bgPr>
        <a:gradFill>
          <a:gsLst>
            <a:gs pos="100000">
              <a:schemeClr val="bg2"/>
            </a:gs>
            <a:gs pos="0">
              <a:schemeClr val="accent1"/>
            </a:gs>
          </a:gsLst>
          <a:lin ang="18000000" scaled="0"/>
        </a:gra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0E3788DA-DE75-41BB-6898-9B846EF6A7FA}"/>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FB68BBD0-59EF-E044-3130-E0FB52C100C4}"/>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DBE841F6-81B0-43AD-9FAA-09FCB34B6894}"/>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ustDataLst>
      <p:tags r:id="rId1"/>
    </p:custDataLst>
    <p:extLst>
      <p:ext uri="{BB962C8B-B14F-4D97-AF65-F5344CB8AC3E}">
        <p14:creationId xmlns:p14="http://schemas.microsoft.com/office/powerpoint/2010/main" val="2960352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3">
    <p:bg>
      <p:bgPr>
        <a:gradFill>
          <a:gsLst>
            <a:gs pos="100000">
              <a:schemeClr val="bg2"/>
            </a:gs>
            <a:gs pos="0">
              <a:schemeClr val="accent4"/>
            </a:gs>
          </a:gsLst>
          <a:lin ang="18000000" scaled="0"/>
        </a:gradFill>
        <a:effectLst/>
      </p:bgPr>
    </p:bg>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0D3EA405-9AA2-6DF3-26B5-065FD20DC8F6}"/>
              </a:ext>
            </a:extLst>
          </p:cNvPr>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11F5DD3E-9084-57CA-934F-DACFD96A6884}"/>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4E7D8B52-3B12-98D4-87C7-1483DE307E3B}"/>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ustDataLst>
      <p:tags r:id="rId1"/>
    </p:custDataLst>
    <p:extLst>
      <p:ext uri="{BB962C8B-B14F-4D97-AF65-F5344CB8AC3E}">
        <p14:creationId xmlns:p14="http://schemas.microsoft.com/office/powerpoint/2010/main" val="32852867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4">
    <p:bg>
      <p:bgPr>
        <a:gradFill>
          <a:gsLst>
            <a:gs pos="100000">
              <a:schemeClr val="accent1"/>
            </a:gs>
            <a:gs pos="0">
              <a:schemeClr val="accent2"/>
            </a:gs>
          </a:gsLst>
          <a:lin ang="18000000" scaled="0"/>
        </a:gradFill>
        <a:effectLst/>
      </p:bgPr>
    </p:bg>
    <p:spTree>
      <p:nvGrpSpPr>
        <p:cNvPr id="1" name=""/>
        <p:cNvGrpSpPr/>
        <p:nvPr/>
      </p:nvGrpSpPr>
      <p:grpSpPr>
        <a:xfrm>
          <a:off x="0" y="0"/>
          <a:ext cx="0" cy="0"/>
          <a:chOff x="0" y="0"/>
          <a:chExt cx="0" cy="0"/>
        </a:xfrm>
      </p:grpSpPr>
      <p:sp>
        <p:nvSpPr>
          <p:cNvPr id="18" name="Picture Placeholder 17">
            <a:extLst>
              <a:ext uri="{FF2B5EF4-FFF2-40B4-BE49-F238E27FC236}">
                <a16:creationId xmlns:a16="http://schemas.microsoft.com/office/drawing/2014/main" id="{446C7FB5-39AD-8C0E-E87A-EE4C44161CA5}"/>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16" name="Title 1">
            <a:extLst>
              <a:ext uri="{FF2B5EF4-FFF2-40B4-BE49-F238E27FC236}">
                <a16:creationId xmlns:a16="http://schemas.microsoft.com/office/drawing/2014/main" id="{07F1C92F-FBB3-D752-4F65-06141650B569}"/>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7" name="Text Placeholder 5">
            <a:extLst>
              <a:ext uri="{FF2B5EF4-FFF2-40B4-BE49-F238E27FC236}">
                <a16:creationId xmlns:a16="http://schemas.microsoft.com/office/drawing/2014/main" id="{30E86F6E-0AEE-8488-A8BE-6A321E93074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ustDataLst>
      <p:tags r:id="rId1"/>
    </p:custDataLst>
    <p:extLst>
      <p:ext uri="{BB962C8B-B14F-4D97-AF65-F5344CB8AC3E}">
        <p14:creationId xmlns:p14="http://schemas.microsoft.com/office/powerpoint/2010/main" val="610669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5">
    <p:bg>
      <p:bgPr>
        <a:gradFill>
          <a:gsLst>
            <a:gs pos="100000">
              <a:schemeClr val="tx2"/>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B4B47816-320C-698C-851B-8495FA7D6B3F}"/>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4" name="Title 1">
            <a:extLst>
              <a:ext uri="{FF2B5EF4-FFF2-40B4-BE49-F238E27FC236}">
                <a16:creationId xmlns:a16="http://schemas.microsoft.com/office/drawing/2014/main" id="{74F9763B-5716-C024-3177-3131F4374793}"/>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a:extLst>
              <a:ext uri="{FF2B5EF4-FFF2-40B4-BE49-F238E27FC236}">
                <a16:creationId xmlns:a16="http://schemas.microsoft.com/office/drawing/2014/main" id="{BD3960FE-A1B3-03CD-033B-FBE2EF105265}"/>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ustDataLst>
      <p:tags r:id="rId1"/>
    </p:custDataLst>
    <p:extLst>
      <p:ext uri="{BB962C8B-B14F-4D97-AF65-F5344CB8AC3E}">
        <p14:creationId xmlns:p14="http://schemas.microsoft.com/office/powerpoint/2010/main" val="3900090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6">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9911699-419B-B02B-28CB-8242E71D6B74}"/>
              </a:ext>
            </a:extLst>
          </p:cNvPr>
          <p:cNvSpPr>
            <a:spLocks noGrp="1"/>
          </p:cNvSpPr>
          <p:nvPr>
            <p:ph type="pic" sz="quarter" idx="11"/>
          </p:nvPr>
        </p:nvSpPr>
        <p:spPr>
          <a:xfrm>
            <a:off x="5816599" y="0"/>
            <a:ext cx="6375402" cy="6858000"/>
          </a:xfrm>
          <a:custGeom>
            <a:avLst/>
            <a:gdLst>
              <a:gd name="connsiteX0" fmla="*/ 1515696 w 6375402"/>
              <a:gd name="connsiteY0" fmla="*/ 6276213 h 6858000"/>
              <a:gd name="connsiteX1" fmla="*/ 2088086 w 6375402"/>
              <a:gd name="connsiteY1" fmla="*/ 6619811 h 6858000"/>
              <a:gd name="connsiteX2" fmla="*/ 2059540 w 6375402"/>
              <a:gd name="connsiteY2" fmla="*/ 6858000 h 6858000"/>
              <a:gd name="connsiteX3" fmla="*/ 1944212 w 6375402"/>
              <a:gd name="connsiteY3" fmla="*/ 6858000 h 6858000"/>
              <a:gd name="connsiteX4" fmla="*/ 1593913 w 6375402"/>
              <a:gd name="connsiteY4" fmla="*/ 6647688 h 6858000"/>
              <a:gd name="connsiteX5" fmla="*/ 1479410 w 6375402"/>
              <a:gd name="connsiteY5" fmla="*/ 6578918 h 6858000"/>
              <a:gd name="connsiteX6" fmla="*/ 902135 w 6375402"/>
              <a:gd name="connsiteY6" fmla="*/ 3720719 h 6858000"/>
              <a:gd name="connsiteX7" fmla="*/ 983588 w 6375402"/>
              <a:gd name="connsiteY7" fmla="*/ 4099941 h 6858000"/>
              <a:gd name="connsiteX8" fmla="*/ 1066817 w 6375402"/>
              <a:gd name="connsiteY8" fmla="*/ 4487482 h 6858000"/>
              <a:gd name="connsiteX9" fmla="*/ 922625 w 6375402"/>
              <a:gd name="connsiteY9" fmla="*/ 4593336 h 6858000"/>
              <a:gd name="connsiteX10" fmla="*/ 778370 w 6375402"/>
              <a:gd name="connsiteY10" fmla="*/ 4699127 h 6858000"/>
              <a:gd name="connsiteX11" fmla="*/ 683341 w 6375402"/>
              <a:gd name="connsiteY11" fmla="*/ 4256596 h 6858000"/>
              <a:gd name="connsiteX12" fmla="*/ 613751 w 6375402"/>
              <a:gd name="connsiteY12" fmla="*/ 3932365 h 6858000"/>
              <a:gd name="connsiteX13" fmla="*/ 384300 w 6375402"/>
              <a:gd name="connsiteY13" fmla="*/ 1588897 h 6858000"/>
              <a:gd name="connsiteX14" fmla="*/ 1297664 w 6375402"/>
              <a:gd name="connsiteY14" fmla="*/ 2921445 h 6858000"/>
              <a:gd name="connsiteX15" fmla="*/ 1222935 w 6375402"/>
              <a:gd name="connsiteY15" fmla="*/ 3043745 h 6858000"/>
              <a:gd name="connsiteX16" fmla="*/ 913300 w 6375402"/>
              <a:gd name="connsiteY16" fmla="*/ 3550729 h 6858000"/>
              <a:gd name="connsiteX17" fmla="*/ 0 w 6375402"/>
              <a:gd name="connsiteY17" fmla="*/ 2218183 h 6858000"/>
              <a:gd name="connsiteX18" fmla="*/ 102641 w 6375402"/>
              <a:gd name="connsiteY18" fmla="*/ 2050098 h 6858000"/>
              <a:gd name="connsiteX19" fmla="*/ 1901455 w 6375402"/>
              <a:gd name="connsiteY19" fmla="*/ 1476439 h 6858000"/>
              <a:gd name="connsiteX20" fmla="*/ 2573060 w 6375402"/>
              <a:gd name="connsiteY20" fmla="*/ 2145729 h 6858000"/>
              <a:gd name="connsiteX21" fmla="*/ 2483551 w 6375402"/>
              <a:gd name="connsiteY21" fmla="*/ 2382075 h 6858000"/>
              <a:gd name="connsiteX22" fmla="*/ 2419734 w 6375402"/>
              <a:gd name="connsiteY22" fmla="*/ 2550604 h 6858000"/>
              <a:gd name="connsiteX23" fmla="*/ 1749587 w 6375402"/>
              <a:gd name="connsiteY23" fmla="*/ 1882712 h 6858000"/>
              <a:gd name="connsiteX24" fmla="*/ 1748128 w 6375402"/>
              <a:gd name="connsiteY24" fmla="*/ 1881252 h 6858000"/>
              <a:gd name="connsiteX25" fmla="*/ 6375402 w 6375402"/>
              <a:gd name="connsiteY25" fmla="*/ 983085 h 6858000"/>
              <a:gd name="connsiteX26" fmla="*/ 6375402 w 6375402"/>
              <a:gd name="connsiteY26" fmla="*/ 2876592 h 6858000"/>
              <a:gd name="connsiteX27" fmla="*/ 6273140 w 6375402"/>
              <a:gd name="connsiteY27" fmla="*/ 2903855 h 6858000"/>
              <a:gd name="connsiteX28" fmla="*/ 5935402 w 6375402"/>
              <a:gd name="connsiteY28" fmla="*/ 4240212 h 6858000"/>
              <a:gd name="connsiteX29" fmla="*/ 5597665 w 6375402"/>
              <a:gd name="connsiteY29" fmla="*/ 5576506 h 6858000"/>
              <a:gd name="connsiteX30" fmla="*/ 5246732 w 6375402"/>
              <a:gd name="connsiteY30" fmla="*/ 5637847 h 6858000"/>
              <a:gd name="connsiteX31" fmla="*/ 4895863 w 6375402"/>
              <a:gd name="connsiteY31" fmla="*/ 5699188 h 6858000"/>
              <a:gd name="connsiteX32" fmla="*/ 4632537 w 6375402"/>
              <a:gd name="connsiteY32" fmla="*/ 6821233 h 6858000"/>
              <a:gd name="connsiteX33" fmla="*/ 4441402 w 6375402"/>
              <a:gd name="connsiteY33" fmla="*/ 6858000 h 6858000"/>
              <a:gd name="connsiteX34" fmla="*/ 3552779 w 6375402"/>
              <a:gd name="connsiteY34" fmla="*/ 6858000 h 6858000"/>
              <a:gd name="connsiteX35" fmla="*/ 3660938 w 6375402"/>
              <a:gd name="connsiteY35" fmla="*/ 6397244 h 6858000"/>
              <a:gd name="connsiteX36" fmla="*/ 2670753 w 6375402"/>
              <a:gd name="connsiteY36" fmla="*/ 6858000 h 6858000"/>
              <a:gd name="connsiteX37" fmla="*/ 2264250 w 6375402"/>
              <a:gd name="connsiteY37" fmla="*/ 6858000 h 6858000"/>
              <a:gd name="connsiteX38" fmla="*/ 2233420 w 6375402"/>
              <a:gd name="connsiteY38" fmla="*/ 4713478 h 6858000"/>
              <a:gd name="connsiteX39" fmla="*/ 2207284 w 6375402"/>
              <a:gd name="connsiteY39" fmla="*/ 2895346 h 6858000"/>
              <a:gd name="connsiteX40" fmla="*/ 3395265 w 6375402"/>
              <a:gd name="connsiteY40" fmla="*/ 2342578 h 6858000"/>
              <a:gd name="connsiteX41" fmla="*/ 3923504 w 6375402"/>
              <a:gd name="connsiteY41" fmla="*/ 2096770 h 6858000"/>
              <a:gd name="connsiteX42" fmla="*/ 3966577 w 6375402"/>
              <a:gd name="connsiteY42" fmla="*/ 5094859 h 6858000"/>
              <a:gd name="connsiteX43" fmla="*/ 3966640 w 6375402"/>
              <a:gd name="connsiteY43" fmla="*/ 5094795 h 6858000"/>
              <a:gd name="connsiteX44" fmla="*/ 3966640 w 6375402"/>
              <a:gd name="connsiteY44" fmla="*/ 5094859 h 6858000"/>
              <a:gd name="connsiteX45" fmla="*/ 4083174 w 6375402"/>
              <a:gd name="connsiteY45" fmla="*/ 4598098 h 6858000"/>
              <a:gd name="connsiteX46" fmla="*/ 4426494 w 6375402"/>
              <a:gd name="connsiteY46" fmla="*/ 4531995 h 6858000"/>
              <a:gd name="connsiteX47" fmla="*/ 4915275 w 6375402"/>
              <a:gd name="connsiteY47" fmla="*/ 2598102 h 6858000"/>
              <a:gd name="connsiteX48" fmla="*/ 5313912 w 6375402"/>
              <a:gd name="connsiteY48" fmla="*/ 2528379 h 6858000"/>
              <a:gd name="connsiteX49" fmla="*/ 5912882 w 6375402"/>
              <a:gd name="connsiteY49" fmla="*/ 2423668 h 6858000"/>
              <a:gd name="connsiteX50" fmla="*/ 6037282 w 6375402"/>
              <a:gd name="connsiteY50" fmla="*/ 1652460 h 6858000"/>
              <a:gd name="connsiteX51" fmla="*/ 6134911 w 6375402"/>
              <a:gd name="connsiteY51" fmla="*/ 1047305 h 6858000"/>
              <a:gd name="connsiteX52" fmla="*/ 4754779 w 6375402"/>
              <a:gd name="connsiteY52" fmla="*/ 1 h 6858000"/>
              <a:gd name="connsiteX53" fmla="*/ 5687998 w 6375402"/>
              <a:gd name="connsiteY53" fmla="*/ 1 h 6858000"/>
              <a:gd name="connsiteX54" fmla="*/ 5335099 w 6375402"/>
              <a:gd name="connsiteY54" fmla="*/ 1864171 h 6858000"/>
              <a:gd name="connsiteX55" fmla="*/ 4357855 w 6375402"/>
              <a:gd name="connsiteY55" fmla="*/ 2096771 h 6858000"/>
              <a:gd name="connsiteX56" fmla="*/ 107588 w 6375402"/>
              <a:gd name="connsiteY56" fmla="*/ 0 h 6858000"/>
              <a:gd name="connsiteX57" fmla="*/ 2582956 w 6375402"/>
              <a:gd name="connsiteY57" fmla="*/ 0 h 6858000"/>
              <a:gd name="connsiteX58" fmla="*/ 2898745 w 6375402"/>
              <a:gd name="connsiteY58" fmla="*/ 258953 h 6858000"/>
              <a:gd name="connsiteX59" fmla="*/ 2792742 w 6375402"/>
              <a:gd name="connsiteY59" fmla="*/ 649034 h 6858000"/>
              <a:gd name="connsiteX60" fmla="*/ 2447772 w 6375402"/>
              <a:gd name="connsiteY60" fmla="*/ 1918781 h 6858000"/>
              <a:gd name="connsiteX61" fmla="*/ 2105594 w 6375402"/>
              <a:gd name="connsiteY61" fmla="*/ 163823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6375402" h="6858000">
                <a:moveTo>
                  <a:pt x="1515696" y="6276213"/>
                </a:moveTo>
                <a:lnTo>
                  <a:pt x="2088086" y="6619811"/>
                </a:lnTo>
                <a:lnTo>
                  <a:pt x="2059540" y="6858000"/>
                </a:lnTo>
                <a:lnTo>
                  <a:pt x="1944212" y="6858000"/>
                </a:lnTo>
                <a:lnTo>
                  <a:pt x="1593913" y="6647688"/>
                </a:lnTo>
                <a:lnTo>
                  <a:pt x="1479410" y="6578918"/>
                </a:lnTo>
                <a:close/>
                <a:moveTo>
                  <a:pt x="902135" y="3720719"/>
                </a:moveTo>
                <a:lnTo>
                  <a:pt x="983588" y="4099941"/>
                </a:lnTo>
                <a:lnTo>
                  <a:pt x="1066817" y="4487482"/>
                </a:lnTo>
                <a:lnTo>
                  <a:pt x="922625" y="4593336"/>
                </a:lnTo>
                <a:lnTo>
                  <a:pt x="778370" y="4699127"/>
                </a:lnTo>
                <a:lnTo>
                  <a:pt x="683341" y="4256596"/>
                </a:lnTo>
                <a:lnTo>
                  <a:pt x="613751" y="3932365"/>
                </a:lnTo>
                <a:close/>
                <a:moveTo>
                  <a:pt x="384300" y="1588897"/>
                </a:moveTo>
                <a:lnTo>
                  <a:pt x="1297664" y="2921445"/>
                </a:lnTo>
                <a:lnTo>
                  <a:pt x="1222935" y="3043745"/>
                </a:lnTo>
                <a:lnTo>
                  <a:pt x="913300" y="3550729"/>
                </a:lnTo>
                <a:lnTo>
                  <a:pt x="0" y="2218183"/>
                </a:lnTo>
                <a:lnTo>
                  <a:pt x="102641" y="2050098"/>
                </a:lnTo>
                <a:close/>
                <a:moveTo>
                  <a:pt x="1901455" y="1476439"/>
                </a:moveTo>
                <a:lnTo>
                  <a:pt x="2573060" y="2145729"/>
                </a:lnTo>
                <a:lnTo>
                  <a:pt x="2483551" y="2382075"/>
                </a:lnTo>
                <a:lnTo>
                  <a:pt x="2419734" y="2550604"/>
                </a:lnTo>
                <a:lnTo>
                  <a:pt x="1749587" y="1882712"/>
                </a:lnTo>
                <a:lnTo>
                  <a:pt x="1748128" y="1881252"/>
                </a:lnTo>
                <a:close/>
                <a:moveTo>
                  <a:pt x="6375402" y="983085"/>
                </a:moveTo>
                <a:lnTo>
                  <a:pt x="6375402" y="2876592"/>
                </a:lnTo>
                <a:lnTo>
                  <a:pt x="6273140" y="2903855"/>
                </a:lnTo>
                <a:lnTo>
                  <a:pt x="5935402" y="4240212"/>
                </a:lnTo>
                <a:lnTo>
                  <a:pt x="5597665" y="5576506"/>
                </a:lnTo>
                <a:lnTo>
                  <a:pt x="5246732" y="5637847"/>
                </a:lnTo>
                <a:lnTo>
                  <a:pt x="4895863" y="5699188"/>
                </a:lnTo>
                <a:lnTo>
                  <a:pt x="4632537" y="6821233"/>
                </a:lnTo>
                <a:lnTo>
                  <a:pt x="4441402" y="6858000"/>
                </a:lnTo>
                <a:lnTo>
                  <a:pt x="3552779" y="6858000"/>
                </a:lnTo>
                <a:lnTo>
                  <a:pt x="3660938" y="6397244"/>
                </a:lnTo>
                <a:lnTo>
                  <a:pt x="2670753" y="6858000"/>
                </a:lnTo>
                <a:lnTo>
                  <a:pt x="2264250" y="6858000"/>
                </a:lnTo>
                <a:lnTo>
                  <a:pt x="2233420" y="4713478"/>
                </a:lnTo>
                <a:lnTo>
                  <a:pt x="2207284" y="2895346"/>
                </a:lnTo>
                <a:lnTo>
                  <a:pt x="3395265" y="2342578"/>
                </a:lnTo>
                <a:lnTo>
                  <a:pt x="3923504" y="2096770"/>
                </a:lnTo>
                <a:lnTo>
                  <a:pt x="3966577" y="5094859"/>
                </a:lnTo>
                <a:lnTo>
                  <a:pt x="3966640" y="5094795"/>
                </a:lnTo>
                <a:lnTo>
                  <a:pt x="3966640" y="5094859"/>
                </a:lnTo>
                <a:lnTo>
                  <a:pt x="4083174" y="4598098"/>
                </a:lnTo>
                <a:lnTo>
                  <a:pt x="4426494" y="4531995"/>
                </a:lnTo>
                <a:lnTo>
                  <a:pt x="4915275" y="2598102"/>
                </a:lnTo>
                <a:lnTo>
                  <a:pt x="5313912" y="2528379"/>
                </a:lnTo>
                <a:lnTo>
                  <a:pt x="5912882" y="2423668"/>
                </a:lnTo>
                <a:lnTo>
                  <a:pt x="6037282" y="1652460"/>
                </a:lnTo>
                <a:lnTo>
                  <a:pt x="6134911" y="1047305"/>
                </a:lnTo>
                <a:close/>
                <a:moveTo>
                  <a:pt x="4754779" y="1"/>
                </a:moveTo>
                <a:lnTo>
                  <a:pt x="5687998" y="1"/>
                </a:lnTo>
                <a:lnTo>
                  <a:pt x="5335099" y="1864171"/>
                </a:lnTo>
                <a:lnTo>
                  <a:pt x="4357855" y="2096771"/>
                </a:lnTo>
                <a:close/>
                <a:moveTo>
                  <a:pt x="107588" y="0"/>
                </a:moveTo>
                <a:lnTo>
                  <a:pt x="2582956" y="0"/>
                </a:lnTo>
                <a:lnTo>
                  <a:pt x="2898745" y="258953"/>
                </a:lnTo>
                <a:lnTo>
                  <a:pt x="2792742" y="649034"/>
                </a:lnTo>
                <a:lnTo>
                  <a:pt x="2447772" y="1918781"/>
                </a:lnTo>
                <a:lnTo>
                  <a:pt x="2105594" y="1638237"/>
                </a:lnTo>
                <a:close/>
              </a:path>
            </a:pathLst>
          </a:custGeom>
        </p:spPr>
        <p:txBody>
          <a:bodyPr wrap="square" anchor="ctr">
            <a:noAutofit/>
          </a:bodyPr>
          <a:lstStyle>
            <a:lvl1pPr marL="0" indent="0" algn="ctr">
              <a:buNone/>
              <a:defRPr sz="1400"/>
            </a:lvl1pPr>
          </a:lstStyle>
          <a:p>
            <a:endParaRPr lang="en-US"/>
          </a:p>
        </p:txBody>
      </p:sp>
      <p:sp>
        <p:nvSpPr>
          <p:cNvPr id="14" name="Title 1">
            <a:extLst>
              <a:ext uri="{FF2B5EF4-FFF2-40B4-BE49-F238E27FC236}">
                <a16:creationId xmlns:a16="http://schemas.microsoft.com/office/drawing/2014/main" id="{7DC4A258-C603-25FF-B1FA-7B2541545EAC}"/>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5" name="Text Placeholder 5">
            <a:extLst>
              <a:ext uri="{FF2B5EF4-FFF2-40B4-BE49-F238E27FC236}">
                <a16:creationId xmlns:a16="http://schemas.microsoft.com/office/drawing/2014/main" id="{3CB13B10-87FC-65F6-7ADB-0BBD37121779}"/>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ustDataLst>
      <p:tags r:id="rId1"/>
    </p:custDataLst>
    <p:extLst>
      <p:ext uri="{BB962C8B-B14F-4D97-AF65-F5344CB8AC3E}">
        <p14:creationId xmlns:p14="http://schemas.microsoft.com/office/powerpoint/2010/main" val="28521456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7">
    <p:bg>
      <p:bgPr>
        <a:gradFill>
          <a:gsLst>
            <a:gs pos="100000">
              <a:schemeClr val="accent1"/>
            </a:gs>
            <a:gs pos="0">
              <a:schemeClr val="accent4"/>
            </a:gs>
          </a:gsLst>
          <a:lin ang="18000000" scaled="0"/>
        </a:gra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E790C48-70A6-9376-165F-D52E6AA69699}"/>
              </a:ext>
            </a:extLst>
          </p:cNvPr>
          <p:cNvSpPr>
            <a:spLocks noGrp="1"/>
          </p:cNvSpPr>
          <p:nvPr>
            <p:ph type="pic" sz="quarter" idx="11"/>
          </p:nvPr>
        </p:nvSpPr>
        <p:spPr>
          <a:xfrm>
            <a:off x="4672032" y="1"/>
            <a:ext cx="7519969" cy="6857603"/>
          </a:xfrm>
          <a:custGeom>
            <a:avLst/>
            <a:gdLst>
              <a:gd name="connsiteX0" fmla="*/ 3362094 w 7519969"/>
              <a:gd name="connsiteY0" fmla="*/ 5329533 h 6857603"/>
              <a:gd name="connsiteX1" fmla="*/ 3220954 w 7519969"/>
              <a:gd name="connsiteY1" fmla="*/ 6178219 h 6857603"/>
              <a:gd name="connsiteX2" fmla="*/ 3134643 w 7519969"/>
              <a:gd name="connsiteY2" fmla="*/ 6697363 h 6857603"/>
              <a:gd name="connsiteX3" fmla="*/ 2522397 w 7519969"/>
              <a:gd name="connsiteY3" fmla="*/ 6857603 h 6857603"/>
              <a:gd name="connsiteX4" fmla="*/ 2522400 w 7519969"/>
              <a:gd name="connsiteY4" fmla="*/ 6857585 h 6857603"/>
              <a:gd name="connsiteX5" fmla="*/ 2749848 w 7519969"/>
              <a:gd name="connsiteY5" fmla="*/ 5489773 h 6857603"/>
              <a:gd name="connsiteX6" fmla="*/ 3362014 w 7519969"/>
              <a:gd name="connsiteY6" fmla="*/ 5329554 h 6857603"/>
              <a:gd name="connsiteX7" fmla="*/ 3747484 w 7519969"/>
              <a:gd name="connsiteY7" fmla="*/ 4865609 h 6857603"/>
              <a:gd name="connsiteX8" fmla="*/ 4207524 w 7519969"/>
              <a:gd name="connsiteY8" fmla="*/ 5486240 h 6857603"/>
              <a:gd name="connsiteX9" fmla="*/ 4207545 w 7519969"/>
              <a:gd name="connsiteY9" fmla="*/ 5486268 h 6857603"/>
              <a:gd name="connsiteX10" fmla="*/ 4117530 w 7519969"/>
              <a:gd name="connsiteY10" fmla="*/ 5646310 h 6857603"/>
              <a:gd name="connsiteX11" fmla="*/ 4034725 w 7519969"/>
              <a:gd name="connsiteY11" fmla="*/ 5793588 h 6857603"/>
              <a:gd name="connsiteX12" fmla="*/ 3574664 w 7519969"/>
              <a:gd name="connsiteY12" fmla="*/ 5172996 h 6857603"/>
              <a:gd name="connsiteX13" fmla="*/ 3574685 w 7519969"/>
              <a:gd name="connsiteY13" fmla="*/ 5172959 h 6857603"/>
              <a:gd name="connsiteX14" fmla="*/ 3247344 w 7519969"/>
              <a:gd name="connsiteY14" fmla="*/ 3999001 h 6857603"/>
              <a:gd name="connsiteX15" fmla="*/ 7519969 w 7519969"/>
              <a:gd name="connsiteY15" fmla="*/ 6163668 h 6857603"/>
              <a:gd name="connsiteX16" fmla="*/ 7519969 w 7519969"/>
              <a:gd name="connsiteY16" fmla="*/ 6163700 h 6857603"/>
              <a:gd name="connsiteX17" fmla="*/ 3247278 w 7519969"/>
              <a:gd name="connsiteY17" fmla="*/ 3998935 h 6857603"/>
              <a:gd name="connsiteX18" fmla="*/ 3247346 w 7519969"/>
              <a:gd name="connsiteY18" fmla="*/ 3998969 h 6857603"/>
              <a:gd name="connsiteX19" fmla="*/ 3247344 w 7519969"/>
              <a:gd name="connsiteY19" fmla="*/ 3999001 h 6857603"/>
              <a:gd name="connsiteX20" fmla="*/ 728187 w 7519969"/>
              <a:gd name="connsiteY20" fmla="*/ 1273128 h 6857603"/>
              <a:gd name="connsiteX21" fmla="*/ 1947520 w 7519969"/>
              <a:gd name="connsiteY21" fmla="*/ 3566557 h 6857603"/>
              <a:gd name="connsiteX22" fmla="*/ 1576151 w 7519969"/>
              <a:gd name="connsiteY22" fmla="*/ 4043641 h 6857603"/>
              <a:gd name="connsiteX23" fmla="*/ 1219333 w 7519969"/>
              <a:gd name="connsiteY23" fmla="*/ 4502009 h 6857603"/>
              <a:gd name="connsiteX24" fmla="*/ 93322 w 7519969"/>
              <a:gd name="connsiteY24" fmla="*/ 2384098 h 6857603"/>
              <a:gd name="connsiteX25" fmla="*/ 0 w 7519969"/>
              <a:gd name="connsiteY25" fmla="*/ 2208580 h 6857603"/>
              <a:gd name="connsiteX26" fmla="*/ 461450 w 7519969"/>
              <a:gd name="connsiteY26" fmla="*/ 1615763 h 6857603"/>
              <a:gd name="connsiteX27" fmla="*/ 461450 w 7519969"/>
              <a:gd name="connsiteY27" fmla="*/ 1615830 h 6857603"/>
              <a:gd name="connsiteX28" fmla="*/ 2373850 w 7519969"/>
              <a:gd name="connsiteY28" fmla="*/ 347000 h 6857603"/>
              <a:gd name="connsiteX29" fmla="*/ 2592372 w 7519969"/>
              <a:gd name="connsiteY29" fmla="*/ 567554 h 6857603"/>
              <a:gd name="connsiteX30" fmla="*/ 2761753 w 7519969"/>
              <a:gd name="connsiteY30" fmla="*/ 738508 h 6857603"/>
              <a:gd name="connsiteX31" fmla="*/ 2670945 w 7519969"/>
              <a:gd name="connsiteY31" fmla="*/ 973082 h 6857603"/>
              <a:gd name="connsiteX32" fmla="*/ 2283042 w 7519969"/>
              <a:gd name="connsiteY32" fmla="*/ 581574 h 6857603"/>
              <a:gd name="connsiteX33" fmla="*/ 2373832 w 7519969"/>
              <a:gd name="connsiteY33" fmla="*/ 347048 h 6857603"/>
              <a:gd name="connsiteX34" fmla="*/ 6876770 w 7519969"/>
              <a:gd name="connsiteY34" fmla="*/ 0 h 6857603"/>
              <a:gd name="connsiteX35" fmla="*/ 6208704 w 7519969"/>
              <a:gd name="connsiteY35" fmla="*/ 597975 h 6857603"/>
              <a:gd name="connsiteX36" fmla="*/ 6876837 w 7519969"/>
              <a:gd name="connsiteY36" fmla="*/ 0 h 6857603"/>
              <a:gd name="connsiteX37" fmla="*/ 7519969 w 7519969"/>
              <a:gd name="connsiteY37" fmla="*/ 0 h 6857603"/>
              <a:gd name="connsiteX38" fmla="*/ 7519969 w 7519969"/>
              <a:gd name="connsiteY38" fmla="*/ 6163668 h 6857603"/>
              <a:gd name="connsiteX39" fmla="*/ 3247346 w 7519969"/>
              <a:gd name="connsiteY39" fmla="*/ 3998969 h 6857603"/>
              <a:gd name="connsiteX40" fmla="*/ 3260968 w 7519969"/>
              <a:gd name="connsiteY40" fmla="*/ 3717010 h 6857603"/>
              <a:gd name="connsiteX41" fmla="*/ 3286299 w 7519969"/>
              <a:gd name="connsiteY41" fmla="*/ 3191979 h 6857603"/>
              <a:gd name="connsiteX42" fmla="*/ 2624912 w 7519969"/>
              <a:gd name="connsiteY42" fmla="*/ 3263204 h 6857603"/>
              <a:gd name="connsiteX43" fmla="*/ 3041388 w 7519969"/>
              <a:gd name="connsiteY43" fmla="*/ 1978569 h 6857603"/>
              <a:gd name="connsiteX44" fmla="*/ 3568447 w 7519969"/>
              <a:gd name="connsiteY44" fmla="*/ 352688 h 6857603"/>
              <a:gd name="connsiteX45" fmla="*/ 4956896 w 7519969"/>
              <a:gd name="connsiteY45" fmla="*/ 203227 h 6857603"/>
              <a:gd name="connsiteX46" fmla="*/ 4764169 w 7519969"/>
              <a:gd name="connsiteY46" fmla="*/ 797763 h 6857603"/>
              <a:gd name="connsiteX47" fmla="*/ 4398289 w 7519969"/>
              <a:gd name="connsiteY47" fmla="*/ 1926390 h 6857603"/>
              <a:gd name="connsiteX48" fmla="*/ 7065200 w 7519969"/>
              <a:gd name="connsiteY48" fmla="*/ 3277555 h 6857603"/>
              <a:gd name="connsiteX49" fmla="*/ 6867445 w 7519969"/>
              <a:gd name="connsiteY49" fmla="*/ 2658880 h 6857603"/>
              <a:gd name="connsiteX50" fmla="*/ 6867379 w 7519969"/>
              <a:gd name="connsiteY50" fmla="*/ 2658880 h 6857603"/>
              <a:gd name="connsiteX51" fmla="*/ 6208637 w 7519969"/>
              <a:gd name="connsiteY51" fmla="*/ 597975 h 6857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19969" h="6857603">
                <a:moveTo>
                  <a:pt x="3362094" y="5329533"/>
                </a:moveTo>
                <a:lnTo>
                  <a:pt x="3220954" y="6178219"/>
                </a:lnTo>
                <a:lnTo>
                  <a:pt x="3134643" y="6697363"/>
                </a:lnTo>
                <a:lnTo>
                  <a:pt x="2522397" y="6857603"/>
                </a:lnTo>
                <a:lnTo>
                  <a:pt x="2522400" y="6857585"/>
                </a:lnTo>
                <a:lnTo>
                  <a:pt x="2749848" y="5489773"/>
                </a:lnTo>
                <a:lnTo>
                  <a:pt x="3362014" y="5329554"/>
                </a:lnTo>
                <a:close/>
                <a:moveTo>
                  <a:pt x="3747484" y="4865609"/>
                </a:moveTo>
                <a:lnTo>
                  <a:pt x="4207524" y="5486240"/>
                </a:lnTo>
                <a:lnTo>
                  <a:pt x="4207545" y="5486268"/>
                </a:lnTo>
                <a:lnTo>
                  <a:pt x="4117530" y="5646310"/>
                </a:lnTo>
                <a:lnTo>
                  <a:pt x="4034725" y="5793588"/>
                </a:lnTo>
                <a:lnTo>
                  <a:pt x="3574664" y="5172996"/>
                </a:lnTo>
                <a:lnTo>
                  <a:pt x="3574685" y="5172959"/>
                </a:lnTo>
                <a:close/>
                <a:moveTo>
                  <a:pt x="3247344" y="3999001"/>
                </a:moveTo>
                <a:lnTo>
                  <a:pt x="7519969" y="6163668"/>
                </a:lnTo>
                <a:lnTo>
                  <a:pt x="7519969" y="6163700"/>
                </a:lnTo>
                <a:close/>
                <a:moveTo>
                  <a:pt x="3247278" y="3998935"/>
                </a:moveTo>
                <a:lnTo>
                  <a:pt x="3247346" y="3998969"/>
                </a:lnTo>
                <a:lnTo>
                  <a:pt x="3247344" y="3999001"/>
                </a:lnTo>
                <a:close/>
                <a:moveTo>
                  <a:pt x="728187" y="1273128"/>
                </a:moveTo>
                <a:lnTo>
                  <a:pt x="1947520" y="3566557"/>
                </a:lnTo>
                <a:lnTo>
                  <a:pt x="1576151" y="4043641"/>
                </a:lnTo>
                <a:lnTo>
                  <a:pt x="1219333" y="4502009"/>
                </a:lnTo>
                <a:lnTo>
                  <a:pt x="93322" y="2384098"/>
                </a:lnTo>
                <a:lnTo>
                  <a:pt x="0" y="2208580"/>
                </a:lnTo>
                <a:lnTo>
                  <a:pt x="461450" y="1615763"/>
                </a:lnTo>
                <a:lnTo>
                  <a:pt x="461450" y="1615830"/>
                </a:lnTo>
                <a:close/>
                <a:moveTo>
                  <a:pt x="2373850" y="347000"/>
                </a:moveTo>
                <a:lnTo>
                  <a:pt x="2592372" y="567554"/>
                </a:lnTo>
                <a:lnTo>
                  <a:pt x="2761753" y="738508"/>
                </a:lnTo>
                <a:lnTo>
                  <a:pt x="2670945" y="973082"/>
                </a:lnTo>
                <a:lnTo>
                  <a:pt x="2283042" y="581574"/>
                </a:lnTo>
                <a:lnTo>
                  <a:pt x="2373832" y="347048"/>
                </a:lnTo>
                <a:close/>
                <a:moveTo>
                  <a:pt x="6876770" y="0"/>
                </a:moveTo>
                <a:lnTo>
                  <a:pt x="6208704" y="597975"/>
                </a:lnTo>
                <a:lnTo>
                  <a:pt x="6876837" y="0"/>
                </a:lnTo>
                <a:lnTo>
                  <a:pt x="7519969" y="0"/>
                </a:lnTo>
                <a:lnTo>
                  <a:pt x="7519969" y="6163668"/>
                </a:lnTo>
                <a:lnTo>
                  <a:pt x="3247346" y="3998969"/>
                </a:lnTo>
                <a:lnTo>
                  <a:pt x="3260968" y="3717010"/>
                </a:lnTo>
                <a:lnTo>
                  <a:pt x="3286299" y="3191979"/>
                </a:lnTo>
                <a:lnTo>
                  <a:pt x="2624912" y="3263204"/>
                </a:lnTo>
                <a:lnTo>
                  <a:pt x="3041388" y="1978569"/>
                </a:lnTo>
                <a:lnTo>
                  <a:pt x="3568447" y="352688"/>
                </a:lnTo>
                <a:lnTo>
                  <a:pt x="4956896" y="203227"/>
                </a:lnTo>
                <a:lnTo>
                  <a:pt x="4764169" y="797763"/>
                </a:lnTo>
                <a:lnTo>
                  <a:pt x="4398289" y="1926390"/>
                </a:lnTo>
                <a:lnTo>
                  <a:pt x="7065200" y="3277555"/>
                </a:lnTo>
                <a:lnTo>
                  <a:pt x="6867445" y="2658880"/>
                </a:lnTo>
                <a:lnTo>
                  <a:pt x="6867379" y="2658880"/>
                </a:lnTo>
                <a:lnTo>
                  <a:pt x="6208637" y="597975"/>
                </a:lnTo>
                <a:close/>
              </a:path>
            </a:pathLst>
          </a:custGeom>
        </p:spPr>
        <p:txBody>
          <a:bodyPr wrap="square" anchor="ctr">
            <a:noAutofit/>
          </a:bodyPr>
          <a:lstStyle>
            <a:lvl1pPr marL="0" indent="0" algn="ctr">
              <a:buNone/>
              <a:defRPr sz="1400"/>
            </a:lvl1pPr>
          </a:lstStyle>
          <a:p>
            <a:endParaRPr lang="en-US"/>
          </a:p>
        </p:txBody>
      </p:sp>
      <p:sp>
        <p:nvSpPr>
          <p:cNvPr id="12" name="Title 1">
            <a:extLst>
              <a:ext uri="{FF2B5EF4-FFF2-40B4-BE49-F238E27FC236}">
                <a16:creationId xmlns:a16="http://schemas.microsoft.com/office/drawing/2014/main" id="{2DBDBBA1-3402-0052-1F0C-E4C4C6313A67}"/>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3" name="Text Placeholder 5">
            <a:extLst>
              <a:ext uri="{FF2B5EF4-FFF2-40B4-BE49-F238E27FC236}">
                <a16:creationId xmlns:a16="http://schemas.microsoft.com/office/drawing/2014/main" id="{36447244-4CF9-599C-0D61-CE5DB10FDE6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ustDataLst>
      <p:tags r:id="rId1"/>
    </p:custDataLst>
    <p:extLst>
      <p:ext uri="{BB962C8B-B14F-4D97-AF65-F5344CB8AC3E}">
        <p14:creationId xmlns:p14="http://schemas.microsoft.com/office/powerpoint/2010/main" val="166369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8">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5101FE6E-834E-643B-24B7-AA38CF9BF773}"/>
              </a:ext>
            </a:extLst>
          </p:cNvPr>
          <p:cNvSpPr>
            <a:spLocks noGrp="1"/>
          </p:cNvSpPr>
          <p:nvPr>
            <p:ph type="pic" sz="quarter" idx="11"/>
          </p:nvPr>
        </p:nvSpPr>
        <p:spPr>
          <a:xfrm>
            <a:off x="4495185" y="1"/>
            <a:ext cx="7696608" cy="6860279"/>
          </a:xfrm>
          <a:custGeom>
            <a:avLst/>
            <a:gdLst>
              <a:gd name="connsiteX0" fmla="*/ 1349983 w 7696608"/>
              <a:gd name="connsiteY0" fmla="*/ 4887344 h 6860279"/>
              <a:gd name="connsiteX1" fmla="*/ 1411336 w 7696608"/>
              <a:gd name="connsiteY1" fmla="*/ 5538612 h 6860279"/>
              <a:gd name="connsiteX2" fmla="*/ 685528 w 7696608"/>
              <a:gd name="connsiteY2" fmla="*/ 5948849 h 6860279"/>
              <a:gd name="connsiteX3" fmla="*/ 163126 w 7696608"/>
              <a:gd name="connsiteY3" fmla="*/ 6244095 h 6860279"/>
              <a:gd name="connsiteX4" fmla="*/ 101772 w 7696608"/>
              <a:gd name="connsiteY4" fmla="*/ 5592827 h 6860279"/>
              <a:gd name="connsiteX5" fmla="*/ 874148 w 7696608"/>
              <a:gd name="connsiteY5" fmla="*/ 5156277 h 6860279"/>
              <a:gd name="connsiteX6" fmla="*/ 3185887 w 7696608"/>
              <a:gd name="connsiteY6" fmla="*/ 4216876 h 6860279"/>
              <a:gd name="connsiteX7" fmla="*/ 3202400 w 7696608"/>
              <a:gd name="connsiteY7" fmla="*/ 4246228 h 6860279"/>
              <a:gd name="connsiteX8" fmla="*/ 3366424 w 7696608"/>
              <a:gd name="connsiteY8" fmla="*/ 4537814 h 6860279"/>
              <a:gd name="connsiteX9" fmla="*/ 3065530 w 7696608"/>
              <a:gd name="connsiteY9" fmla="*/ 4943631 h 6860279"/>
              <a:gd name="connsiteX10" fmla="*/ 2885822 w 7696608"/>
              <a:gd name="connsiteY10" fmla="*/ 5186043 h 6860279"/>
              <a:gd name="connsiteX11" fmla="*/ 2812585 w 7696608"/>
              <a:gd name="connsiteY11" fmla="*/ 5055859 h 6860279"/>
              <a:gd name="connsiteX12" fmla="*/ 2812585 w 7696608"/>
              <a:gd name="connsiteY12" fmla="*/ 5055790 h 6860279"/>
              <a:gd name="connsiteX13" fmla="*/ 2705285 w 7696608"/>
              <a:gd name="connsiteY13" fmla="*/ 4865036 h 6860279"/>
              <a:gd name="connsiteX14" fmla="*/ 7696469 w 7696608"/>
              <a:gd name="connsiteY14" fmla="*/ 2592504 h 6860279"/>
              <a:gd name="connsiteX15" fmla="*/ 7696608 w 7696608"/>
              <a:gd name="connsiteY15" fmla="*/ 2592504 h 6860279"/>
              <a:gd name="connsiteX16" fmla="*/ 7696469 w 7696608"/>
              <a:gd name="connsiteY16" fmla="*/ 2592575 h 6860279"/>
              <a:gd name="connsiteX17" fmla="*/ 4751091 w 7696608"/>
              <a:gd name="connsiteY17" fmla="*/ 0 h 6860279"/>
              <a:gd name="connsiteX18" fmla="*/ 6253973 w 7696608"/>
              <a:gd name="connsiteY18" fmla="*/ 0 h 6860279"/>
              <a:gd name="connsiteX19" fmla="*/ 6951869 w 7696608"/>
              <a:gd name="connsiteY19" fmla="*/ 624541 h 6860279"/>
              <a:gd name="connsiteX20" fmla="*/ 6301923 w 7696608"/>
              <a:gd name="connsiteY20" fmla="*/ 2657285 h 6860279"/>
              <a:gd name="connsiteX21" fmla="*/ 6057131 w 7696608"/>
              <a:gd name="connsiteY21" fmla="*/ 3422853 h 6860279"/>
              <a:gd name="connsiteX22" fmla="*/ 7696469 w 7696608"/>
              <a:gd name="connsiteY22" fmla="*/ 2592575 h 6860279"/>
              <a:gd name="connsiteX23" fmla="*/ 7696469 w 7696608"/>
              <a:gd name="connsiteY23" fmla="*/ 5365815 h 6860279"/>
              <a:gd name="connsiteX24" fmla="*/ 4745909 w 7696608"/>
              <a:gd name="connsiteY24" fmla="*/ 6860279 h 6860279"/>
              <a:gd name="connsiteX25" fmla="*/ 4670806 w 7696608"/>
              <a:gd name="connsiteY25" fmla="*/ 5304832 h 6860279"/>
              <a:gd name="connsiteX26" fmla="*/ 3414235 w 7696608"/>
              <a:gd name="connsiteY26" fmla="*/ 4180618 h 6860279"/>
              <a:gd name="connsiteX27" fmla="*/ 3749607 w 7696608"/>
              <a:gd name="connsiteY27" fmla="*/ 3131820 h 6860279"/>
              <a:gd name="connsiteX28" fmla="*/ 3471927 w 7696608"/>
              <a:gd name="connsiteY28" fmla="*/ 3310211 h 6860279"/>
              <a:gd name="connsiteX29" fmla="*/ 3099523 w 7696608"/>
              <a:gd name="connsiteY29" fmla="*/ 3549447 h 6860279"/>
              <a:gd name="connsiteX30" fmla="*/ 2990012 w 7696608"/>
              <a:gd name="connsiteY30" fmla="*/ 2827112 h 6860279"/>
              <a:gd name="connsiteX31" fmla="*/ 3720381 w 7696608"/>
              <a:gd name="connsiteY31" fmla="*/ 2357964 h 6860279"/>
              <a:gd name="connsiteX32" fmla="*/ 4068672 w 7696608"/>
              <a:gd name="connsiteY32" fmla="*/ 2134268 h 6860279"/>
              <a:gd name="connsiteX33" fmla="*/ 604829 w 7696608"/>
              <a:gd name="connsiteY33" fmla="*/ 0 h 6860279"/>
              <a:gd name="connsiteX34" fmla="*/ 2748882 w 7696608"/>
              <a:gd name="connsiteY34" fmla="*/ 0 h 6860279"/>
              <a:gd name="connsiteX35" fmla="*/ 1760249 w 7696608"/>
              <a:gd name="connsiteY35" fmla="*/ 953421 h 6860279"/>
              <a:gd name="connsiteX36" fmla="*/ 554185 w 7696608"/>
              <a:gd name="connsiteY36" fmla="*/ 2116449 h 6860279"/>
              <a:gd name="connsiteX37" fmla="*/ 0 w 7696608"/>
              <a:gd name="connsiteY37" fmla="*/ 583310 h 6860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7696608" h="6860279">
                <a:moveTo>
                  <a:pt x="1349983" y="4887344"/>
                </a:moveTo>
                <a:lnTo>
                  <a:pt x="1411336" y="5538612"/>
                </a:lnTo>
                <a:lnTo>
                  <a:pt x="685528" y="5948849"/>
                </a:lnTo>
                <a:lnTo>
                  <a:pt x="163126" y="6244095"/>
                </a:lnTo>
                <a:lnTo>
                  <a:pt x="101772" y="5592827"/>
                </a:lnTo>
                <a:lnTo>
                  <a:pt x="874148" y="5156277"/>
                </a:lnTo>
                <a:close/>
                <a:moveTo>
                  <a:pt x="3185887" y="4216876"/>
                </a:moveTo>
                <a:lnTo>
                  <a:pt x="3202400" y="4246228"/>
                </a:lnTo>
                <a:lnTo>
                  <a:pt x="3366424" y="4537814"/>
                </a:lnTo>
                <a:lnTo>
                  <a:pt x="3065530" y="4943631"/>
                </a:lnTo>
                <a:lnTo>
                  <a:pt x="2885822" y="5186043"/>
                </a:lnTo>
                <a:lnTo>
                  <a:pt x="2812585" y="5055859"/>
                </a:lnTo>
                <a:lnTo>
                  <a:pt x="2812585" y="5055790"/>
                </a:lnTo>
                <a:lnTo>
                  <a:pt x="2705285" y="4865036"/>
                </a:lnTo>
                <a:close/>
                <a:moveTo>
                  <a:pt x="7696469" y="2592504"/>
                </a:moveTo>
                <a:lnTo>
                  <a:pt x="7696608" y="2592504"/>
                </a:lnTo>
                <a:lnTo>
                  <a:pt x="7696469" y="2592575"/>
                </a:lnTo>
                <a:close/>
                <a:moveTo>
                  <a:pt x="4751091" y="0"/>
                </a:moveTo>
                <a:lnTo>
                  <a:pt x="6253973" y="0"/>
                </a:lnTo>
                <a:lnTo>
                  <a:pt x="6951869" y="624541"/>
                </a:lnTo>
                <a:lnTo>
                  <a:pt x="6301923" y="2657285"/>
                </a:lnTo>
                <a:lnTo>
                  <a:pt x="6057131" y="3422853"/>
                </a:lnTo>
                <a:lnTo>
                  <a:pt x="7696469" y="2592575"/>
                </a:lnTo>
                <a:lnTo>
                  <a:pt x="7696469" y="5365815"/>
                </a:lnTo>
                <a:lnTo>
                  <a:pt x="4745909" y="6860279"/>
                </a:lnTo>
                <a:lnTo>
                  <a:pt x="4670806" y="5304832"/>
                </a:lnTo>
                <a:lnTo>
                  <a:pt x="3414235" y="4180618"/>
                </a:lnTo>
                <a:lnTo>
                  <a:pt x="3749607" y="3131820"/>
                </a:lnTo>
                <a:lnTo>
                  <a:pt x="3471927" y="3310211"/>
                </a:lnTo>
                <a:lnTo>
                  <a:pt x="3099523" y="3549447"/>
                </a:lnTo>
                <a:lnTo>
                  <a:pt x="2990012" y="2827112"/>
                </a:lnTo>
                <a:lnTo>
                  <a:pt x="3720381" y="2357964"/>
                </a:lnTo>
                <a:lnTo>
                  <a:pt x="4068672" y="2134268"/>
                </a:lnTo>
                <a:close/>
                <a:moveTo>
                  <a:pt x="604829" y="0"/>
                </a:moveTo>
                <a:lnTo>
                  <a:pt x="2748882" y="0"/>
                </a:lnTo>
                <a:lnTo>
                  <a:pt x="1760249" y="953421"/>
                </a:lnTo>
                <a:lnTo>
                  <a:pt x="554185" y="2116449"/>
                </a:lnTo>
                <a:lnTo>
                  <a:pt x="0" y="583310"/>
                </a:lnTo>
                <a:close/>
              </a:path>
            </a:pathLst>
          </a:custGeom>
        </p:spPr>
        <p:txBody>
          <a:bodyPr wrap="square" anchor="ctr">
            <a:noAutofit/>
          </a:bodyPr>
          <a:lstStyle>
            <a:lvl1pPr marL="0" indent="0" algn="ctr">
              <a:buNone/>
              <a:defRPr sz="1400"/>
            </a:lvl1pPr>
          </a:lstStyle>
          <a:p>
            <a:endParaRPr lang="en-US"/>
          </a:p>
        </p:txBody>
      </p:sp>
      <p:sp>
        <p:nvSpPr>
          <p:cNvPr id="13" name="Title 1">
            <a:extLst>
              <a:ext uri="{FF2B5EF4-FFF2-40B4-BE49-F238E27FC236}">
                <a16:creationId xmlns:a16="http://schemas.microsoft.com/office/drawing/2014/main" id="{3B62BC16-C903-E86D-9F1A-49E3253BFF48}"/>
              </a:ext>
            </a:extLst>
          </p:cNvPr>
          <p:cNvSpPr>
            <a:spLocks noGrp="1"/>
          </p:cNvSpPr>
          <p:nvPr>
            <p:ph type="title"/>
          </p:nvPr>
        </p:nvSpPr>
        <p:spPr>
          <a:xfrm>
            <a:off x="383908" y="2330893"/>
            <a:ext cx="7239024" cy="1325563"/>
          </a:xfrm>
        </p:spPr>
        <p:txBody>
          <a:bodyPr anchor="b"/>
          <a:lstStyle>
            <a:lvl1pPr>
              <a:defRPr>
                <a:solidFill>
                  <a:schemeClr val="bg1"/>
                </a:solidFill>
              </a:defRPr>
            </a:lvl1pPr>
          </a:lstStyle>
          <a:p>
            <a:r>
              <a:rPr lang="en-GB"/>
              <a:t>Click to edit Master title style</a:t>
            </a:r>
            <a:endParaRPr lang="en-US"/>
          </a:p>
        </p:txBody>
      </p:sp>
      <p:sp>
        <p:nvSpPr>
          <p:cNvPr id="14" name="Text Placeholder 5">
            <a:extLst>
              <a:ext uri="{FF2B5EF4-FFF2-40B4-BE49-F238E27FC236}">
                <a16:creationId xmlns:a16="http://schemas.microsoft.com/office/drawing/2014/main" id="{04494ABE-C38E-1DCA-E4AF-99343FFF4D06}"/>
              </a:ext>
            </a:extLst>
          </p:cNvPr>
          <p:cNvSpPr>
            <a:spLocks noGrp="1"/>
          </p:cNvSpPr>
          <p:nvPr>
            <p:ph type="body" sz="quarter" idx="10" hasCustomPrompt="1"/>
          </p:nvPr>
        </p:nvSpPr>
        <p:spPr>
          <a:xfrm>
            <a:off x="383907" y="3758116"/>
            <a:ext cx="7239024" cy="323850"/>
          </a:xfrm>
        </p:spPr>
        <p:txBody>
          <a:bodyPr anchor="ctr">
            <a:noAutofit/>
          </a:bodyPr>
          <a:lstStyle>
            <a:lvl1pPr marL="0" indent="0">
              <a:buNone/>
              <a:defRPr sz="1600">
                <a:solidFill>
                  <a:schemeClr val="bg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GB"/>
              <a:t>Secondary header</a:t>
            </a:r>
            <a:endParaRPr lang="en-US"/>
          </a:p>
        </p:txBody>
      </p:sp>
    </p:spTree>
    <p:custDataLst>
      <p:tags r:id="rId1"/>
    </p:custDataLst>
    <p:extLst>
      <p:ext uri="{BB962C8B-B14F-4D97-AF65-F5344CB8AC3E}">
        <p14:creationId xmlns:p14="http://schemas.microsoft.com/office/powerpoint/2010/main" val="38238450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222112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s List 2">
    <p:spTree>
      <p:nvGrpSpPr>
        <p:cNvPr id="1" name=""/>
        <p:cNvGrpSpPr/>
        <p:nvPr/>
      </p:nvGrpSpPr>
      <p:grpSpPr>
        <a:xfrm>
          <a:off x="0" y="0"/>
          <a:ext cx="0" cy="0"/>
          <a:chOff x="0" y="0"/>
          <a:chExt cx="0" cy="0"/>
        </a:xfrm>
      </p:grpSpPr>
      <p:sp>
        <p:nvSpPr>
          <p:cNvPr id="17" name="Content Placeholder 16">
            <a:extLst>
              <a:ext uri="{FF2B5EF4-FFF2-40B4-BE49-F238E27FC236}">
                <a16:creationId xmlns:a16="http://schemas.microsoft.com/office/drawing/2014/main" id="{35F4A639-08E5-4A72-BA2B-5D8928765784}"/>
              </a:ext>
            </a:extLst>
          </p:cNvPr>
          <p:cNvSpPr>
            <a:spLocks noGrp="1"/>
          </p:cNvSpPr>
          <p:nvPr>
            <p:ph idx="15"/>
          </p:nvPr>
        </p:nvSpPr>
        <p:spPr>
          <a:xfrm>
            <a:off x="381000" y="160115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sz="1400" baseline="0">
                <a:solidFill>
                  <a:schemeClr val="tx1"/>
                </a:solidFill>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0"/>
            <a:r>
              <a:rPr lang="en-GB"/>
              <a:t>Click to edit Master text styles</a:t>
            </a:r>
          </a:p>
        </p:txBody>
      </p:sp>
      <p:sp>
        <p:nvSpPr>
          <p:cNvPr id="12" name="Text Placeholder 11">
            <a:extLst>
              <a:ext uri="{FF2B5EF4-FFF2-40B4-BE49-F238E27FC236}">
                <a16:creationId xmlns:a16="http://schemas.microsoft.com/office/drawing/2014/main" id="{A5396A93-7AB1-4528-BDE2-D0E1DC0A5A80}"/>
              </a:ext>
            </a:extLst>
          </p:cNvPr>
          <p:cNvSpPr>
            <a:spLocks noGrp="1"/>
          </p:cNvSpPr>
          <p:nvPr>
            <p:ph type="body" sz="quarter" idx="10" hasCustomPrompt="1"/>
          </p:nvPr>
        </p:nvSpPr>
        <p:spPr>
          <a:xfrm>
            <a:off x="587106" y="1509712"/>
            <a:ext cx="731520" cy="548640"/>
          </a:xfrm>
          <a:prstGeom prst="flowChartInputOutput">
            <a:avLst/>
          </a:prstGeom>
          <a:solidFill>
            <a:schemeClr val="tx2"/>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18" name="Content Placeholder 17">
            <a:extLst>
              <a:ext uri="{FF2B5EF4-FFF2-40B4-BE49-F238E27FC236}">
                <a16:creationId xmlns:a16="http://schemas.microsoft.com/office/drawing/2014/main" id="{E30C33A4-A8F3-469E-93A7-19A441E2BA24}"/>
              </a:ext>
            </a:extLst>
          </p:cNvPr>
          <p:cNvSpPr>
            <a:spLocks noGrp="1"/>
          </p:cNvSpPr>
          <p:nvPr>
            <p:ph idx="16"/>
          </p:nvPr>
        </p:nvSpPr>
        <p:spPr>
          <a:xfrm>
            <a:off x="381000" y="228374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19" name="Text Placeholder 11">
            <a:extLst>
              <a:ext uri="{FF2B5EF4-FFF2-40B4-BE49-F238E27FC236}">
                <a16:creationId xmlns:a16="http://schemas.microsoft.com/office/drawing/2014/main" id="{D1F859AA-70B4-408C-8676-499785F4375E}"/>
              </a:ext>
            </a:extLst>
          </p:cNvPr>
          <p:cNvSpPr>
            <a:spLocks noGrp="1"/>
          </p:cNvSpPr>
          <p:nvPr>
            <p:ph type="body" sz="quarter" idx="17" hasCustomPrompt="1"/>
          </p:nvPr>
        </p:nvSpPr>
        <p:spPr>
          <a:xfrm>
            <a:off x="587106" y="219230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6" name="Content Placeholder 25">
            <a:extLst>
              <a:ext uri="{FF2B5EF4-FFF2-40B4-BE49-F238E27FC236}">
                <a16:creationId xmlns:a16="http://schemas.microsoft.com/office/drawing/2014/main" id="{C4AB91E0-7E1F-4409-BB3A-4EB7D9F983C2}"/>
              </a:ext>
            </a:extLst>
          </p:cNvPr>
          <p:cNvSpPr>
            <a:spLocks noGrp="1"/>
          </p:cNvSpPr>
          <p:nvPr>
            <p:ph idx="22"/>
          </p:nvPr>
        </p:nvSpPr>
        <p:spPr>
          <a:xfrm>
            <a:off x="381000" y="296633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1" name="Text Placeholder 11">
            <a:extLst>
              <a:ext uri="{FF2B5EF4-FFF2-40B4-BE49-F238E27FC236}">
                <a16:creationId xmlns:a16="http://schemas.microsoft.com/office/drawing/2014/main" id="{BB0C74E1-3AAA-43C1-9D8C-25E131BD5FDF}"/>
              </a:ext>
            </a:extLst>
          </p:cNvPr>
          <p:cNvSpPr>
            <a:spLocks noGrp="1"/>
          </p:cNvSpPr>
          <p:nvPr>
            <p:ph type="body" sz="quarter" idx="19" hasCustomPrompt="1"/>
          </p:nvPr>
        </p:nvSpPr>
        <p:spPr>
          <a:xfrm>
            <a:off x="587106" y="287489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7" name="Content Placeholder 26">
            <a:extLst>
              <a:ext uri="{FF2B5EF4-FFF2-40B4-BE49-F238E27FC236}">
                <a16:creationId xmlns:a16="http://schemas.microsoft.com/office/drawing/2014/main" id="{DCC4BA1A-C1C2-4373-85B3-130A825754CB}"/>
              </a:ext>
            </a:extLst>
          </p:cNvPr>
          <p:cNvSpPr>
            <a:spLocks noGrp="1"/>
          </p:cNvSpPr>
          <p:nvPr>
            <p:ph idx="23"/>
          </p:nvPr>
        </p:nvSpPr>
        <p:spPr>
          <a:xfrm>
            <a:off x="381000" y="364892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3" name="Text Placeholder 11">
            <a:extLst>
              <a:ext uri="{FF2B5EF4-FFF2-40B4-BE49-F238E27FC236}">
                <a16:creationId xmlns:a16="http://schemas.microsoft.com/office/drawing/2014/main" id="{AF6E2320-1437-4667-BC1B-C44C85F221A4}"/>
              </a:ext>
            </a:extLst>
          </p:cNvPr>
          <p:cNvSpPr>
            <a:spLocks noGrp="1"/>
          </p:cNvSpPr>
          <p:nvPr>
            <p:ph type="body" sz="quarter" idx="21" hasCustomPrompt="1"/>
          </p:nvPr>
        </p:nvSpPr>
        <p:spPr>
          <a:xfrm>
            <a:off x="587106" y="355748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2" name="Title 1">
            <a:extLst>
              <a:ext uri="{FF2B5EF4-FFF2-40B4-BE49-F238E27FC236}">
                <a16:creationId xmlns:a16="http://schemas.microsoft.com/office/drawing/2014/main" id="{8CEE9F9E-25AB-C5BE-F769-7BA667C17B31}"/>
              </a:ext>
            </a:extLst>
          </p:cNvPr>
          <p:cNvSpPr>
            <a:spLocks noGrp="1"/>
          </p:cNvSpPr>
          <p:nvPr>
            <p:ph type="title"/>
          </p:nvPr>
        </p:nvSpPr>
        <p:spPr/>
        <p:txBody>
          <a:bodyPr/>
          <a:lstStyle/>
          <a:p>
            <a:r>
              <a:rPr lang="en-US"/>
              <a:t>Click to edit Master title style</a:t>
            </a:r>
            <a:endParaRPr lang="en-IN"/>
          </a:p>
        </p:txBody>
      </p:sp>
      <p:sp>
        <p:nvSpPr>
          <p:cNvPr id="14" name="Content Placeholder 25">
            <a:extLst>
              <a:ext uri="{FF2B5EF4-FFF2-40B4-BE49-F238E27FC236}">
                <a16:creationId xmlns:a16="http://schemas.microsoft.com/office/drawing/2014/main" id="{43321E27-7B62-48F1-B46D-2FDE1B4D445B}"/>
              </a:ext>
            </a:extLst>
          </p:cNvPr>
          <p:cNvSpPr>
            <a:spLocks noGrp="1"/>
          </p:cNvSpPr>
          <p:nvPr>
            <p:ph idx="24"/>
          </p:nvPr>
        </p:nvSpPr>
        <p:spPr>
          <a:xfrm>
            <a:off x="381000" y="433151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15" name="Text Placeholder 11">
            <a:extLst>
              <a:ext uri="{FF2B5EF4-FFF2-40B4-BE49-F238E27FC236}">
                <a16:creationId xmlns:a16="http://schemas.microsoft.com/office/drawing/2014/main" id="{6BAB0D16-D0D7-4F1B-904F-7CBC77B64471}"/>
              </a:ext>
            </a:extLst>
          </p:cNvPr>
          <p:cNvSpPr>
            <a:spLocks noGrp="1"/>
          </p:cNvSpPr>
          <p:nvPr>
            <p:ph type="body" sz="quarter" idx="25" hasCustomPrompt="1"/>
          </p:nvPr>
        </p:nvSpPr>
        <p:spPr>
          <a:xfrm>
            <a:off x="587106" y="424007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16" name="Content Placeholder 26">
            <a:extLst>
              <a:ext uri="{FF2B5EF4-FFF2-40B4-BE49-F238E27FC236}">
                <a16:creationId xmlns:a16="http://schemas.microsoft.com/office/drawing/2014/main" id="{8927ED1C-95ED-4951-91EE-26BEC69FF18F}"/>
              </a:ext>
            </a:extLst>
          </p:cNvPr>
          <p:cNvSpPr>
            <a:spLocks noGrp="1"/>
          </p:cNvSpPr>
          <p:nvPr>
            <p:ph idx="26"/>
          </p:nvPr>
        </p:nvSpPr>
        <p:spPr>
          <a:xfrm>
            <a:off x="381000" y="501410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20" name="Text Placeholder 11">
            <a:extLst>
              <a:ext uri="{FF2B5EF4-FFF2-40B4-BE49-F238E27FC236}">
                <a16:creationId xmlns:a16="http://schemas.microsoft.com/office/drawing/2014/main" id="{4E4B0A4B-9B72-4FC4-9A6A-C632BF92ECBC}"/>
              </a:ext>
            </a:extLst>
          </p:cNvPr>
          <p:cNvSpPr>
            <a:spLocks noGrp="1"/>
          </p:cNvSpPr>
          <p:nvPr>
            <p:ph type="body" sz="quarter" idx="27" hasCustomPrompt="1"/>
          </p:nvPr>
        </p:nvSpPr>
        <p:spPr>
          <a:xfrm>
            <a:off x="587106" y="4922662"/>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
        <p:nvSpPr>
          <p:cNvPr id="3" name="Content Placeholder 26">
            <a:extLst>
              <a:ext uri="{FF2B5EF4-FFF2-40B4-BE49-F238E27FC236}">
                <a16:creationId xmlns:a16="http://schemas.microsoft.com/office/drawing/2014/main" id="{CE347C3E-33C4-6607-5EF4-1B83754293F1}"/>
              </a:ext>
            </a:extLst>
          </p:cNvPr>
          <p:cNvSpPr>
            <a:spLocks noGrp="1"/>
          </p:cNvSpPr>
          <p:nvPr>
            <p:ph idx="28"/>
          </p:nvPr>
        </p:nvSpPr>
        <p:spPr>
          <a:xfrm>
            <a:off x="396875" y="5696691"/>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wrap="square" lIns="1051560" anchor="ctr">
            <a:noAutofit/>
          </a:bodyPr>
          <a:lstStyle>
            <a:lvl1pPr marL="0" indent="0">
              <a:lnSpc>
                <a:spcPct val="100000"/>
              </a:lnSpc>
              <a:spcBef>
                <a:spcPts val="2100"/>
              </a:spcBef>
              <a:buNone/>
              <a:defRPr sz="1600" b="1" baseline="0"/>
            </a:lvl1pPr>
            <a:lvl2pPr marL="0" indent="0">
              <a:lnSpc>
                <a:spcPct val="100000"/>
              </a:lnSpc>
              <a:spcBef>
                <a:spcPts val="2100"/>
              </a:spcBef>
              <a:buNone/>
              <a:defRPr lang="en-GB" sz="1400" kern="1200" baseline="0" dirty="0" smtClean="0">
                <a:solidFill>
                  <a:schemeClr val="tx1"/>
                </a:solidFill>
                <a:latin typeface="Arial" panose="020B0604020202020204" pitchFamily="34" charset="0"/>
                <a:ea typeface="+mn-ea"/>
                <a:cs typeface="Arial" panose="020B0604020202020204" pitchFamily="34" charset="0"/>
              </a:defRPr>
            </a:lvl2pPr>
            <a:lvl3pPr marL="1200150" indent="-285750">
              <a:lnSpc>
                <a:spcPct val="90000"/>
              </a:lnSpc>
              <a:spcBef>
                <a:spcPts val="1000"/>
              </a:spcBef>
              <a:buNone/>
              <a:defRPr lang="en-US" sz="1800" kern="1200" dirty="0">
                <a:solidFill>
                  <a:schemeClr val="tx1"/>
                </a:solidFill>
                <a:latin typeface="Arial" panose="020B0604020202020204" pitchFamily="34" charset="0"/>
                <a:ea typeface="+mn-ea"/>
                <a:cs typeface="Arial" panose="020B0604020202020204" pitchFamily="34" charset="0"/>
              </a:defRPr>
            </a:lvl3pPr>
            <a:lvl4pPr marL="0" indent="0">
              <a:lnSpc>
                <a:spcPct val="100000"/>
              </a:lnSpc>
              <a:spcBef>
                <a:spcPts val="2100"/>
              </a:spcBef>
              <a:buNone/>
              <a:defRPr sz="1600" baseline="0">
                <a:solidFill>
                  <a:schemeClr val="bg1">
                    <a:lumMod val="85000"/>
                  </a:schemeClr>
                </a:solidFill>
              </a:defRPr>
            </a:lvl4pPr>
            <a:lvl5pPr marL="0" indent="0">
              <a:lnSpc>
                <a:spcPct val="100000"/>
              </a:lnSpc>
              <a:spcBef>
                <a:spcPts val="2100"/>
              </a:spcBef>
              <a:buNone/>
              <a:defRPr sz="1600" baseline="0">
                <a:solidFill>
                  <a:schemeClr val="bg1">
                    <a:lumMod val="85000"/>
                  </a:schemeClr>
                </a:solidFill>
              </a:defRPr>
            </a:lvl5pPr>
          </a:lstStyle>
          <a:p>
            <a:pPr lvl="1"/>
            <a:r>
              <a:rPr lang="en-GB"/>
              <a:t>Click to edit Master text styles</a:t>
            </a:r>
          </a:p>
        </p:txBody>
      </p:sp>
      <p:sp>
        <p:nvSpPr>
          <p:cNvPr id="4" name="Text Placeholder 11">
            <a:extLst>
              <a:ext uri="{FF2B5EF4-FFF2-40B4-BE49-F238E27FC236}">
                <a16:creationId xmlns:a16="http://schemas.microsoft.com/office/drawing/2014/main" id="{0B1B1559-C9A9-58CC-0853-471C9D922EE4}"/>
              </a:ext>
            </a:extLst>
          </p:cNvPr>
          <p:cNvSpPr>
            <a:spLocks noGrp="1"/>
          </p:cNvSpPr>
          <p:nvPr>
            <p:ph type="body" sz="quarter" idx="29" hasCustomPrompt="1"/>
          </p:nvPr>
        </p:nvSpPr>
        <p:spPr>
          <a:xfrm>
            <a:off x="602981" y="5605251"/>
            <a:ext cx="731520" cy="548640"/>
          </a:xfrm>
          <a:prstGeom prst="flowChartInputOutput">
            <a:avLst/>
          </a:prstGeom>
          <a:solidFill>
            <a:schemeClr val="bg1">
              <a:lumMod val="85000"/>
            </a:schemeClr>
          </a:solidFill>
        </p:spPr>
        <p:txBody>
          <a:bodyPr lIns="45720" rIns="45720" anchor="ctr">
            <a:noAutofit/>
          </a:bodyPr>
          <a:lstStyle>
            <a:lvl1pPr marL="0" indent="0" algn="ctr">
              <a:buNone/>
              <a:defRPr sz="1600" b="1" i="0" baseline="0">
                <a:solidFill>
                  <a:schemeClr val="bg1"/>
                </a:solidFill>
              </a:defRPr>
            </a:lvl1pPr>
            <a:lvl2pPr marL="0" indent="0" algn="ctr">
              <a:buNone/>
              <a:defRPr sz="1600" b="1" i="0" baseline="0">
                <a:solidFill>
                  <a:schemeClr val="bg1"/>
                </a:solidFill>
              </a:defRPr>
            </a:lvl2pPr>
            <a:lvl3pPr marL="0" indent="0" algn="ctr">
              <a:buNone/>
              <a:defRPr sz="1600" baseline="0">
                <a:solidFill>
                  <a:schemeClr val="bg1">
                    <a:lumMod val="85000"/>
                  </a:schemeClr>
                </a:solidFill>
              </a:defRPr>
            </a:lvl3pPr>
            <a:lvl4pPr marL="0" indent="0" algn="ctr">
              <a:buNone/>
              <a:defRPr sz="1600" baseline="0">
                <a:solidFill>
                  <a:schemeClr val="bg1">
                    <a:lumMod val="85000"/>
                  </a:schemeClr>
                </a:solidFill>
              </a:defRPr>
            </a:lvl4pPr>
            <a:lvl5pPr marL="0" indent="0" algn="ctr">
              <a:buNone/>
              <a:defRPr sz="1600" baseline="0">
                <a:solidFill>
                  <a:schemeClr val="bg1">
                    <a:lumMod val="85000"/>
                  </a:schemeClr>
                </a:solidFill>
              </a:defRPr>
            </a:lvl5pPr>
          </a:lstStyle>
          <a:p>
            <a:pPr lvl="0"/>
            <a:r>
              <a:rPr lang="en-US"/>
              <a:t>#</a:t>
            </a:r>
          </a:p>
        </p:txBody>
      </p:sp>
    </p:spTree>
    <p:custDataLst>
      <p:tags r:id="rId1"/>
    </p:custDataLst>
    <p:extLst>
      <p:ext uri="{BB962C8B-B14F-4D97-AF65-F5344CB8AC3E}">
        <p14:creationId xmlns:p14="http://schemas.microsoft.com/office/powerpoint/2010/main" val="6942263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and Sub-hea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Tree>
    <p:custDataLst>
      <p:tags r:id="rId1"/>
    </p:custDataLst>
    <p:extLst>
      <p:ext uri="{BB962C8B-B14F-4D97-AF65-F5344CB8AC3E}">
        <p14:creationId xmlns:p14="http://schemas.microsoft.com/office/powerpoint/2010/main" val="31061221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Full Width Conte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2BA0D954-5225-045F-26B5-0A16C31D5822}"/>
              </a:ext>
            </a:extLst>
          </p:cNvPr>
          <p:cNvSpPr>
            <a:spLocks noGrp="1"/>
          </p:cNvSpPr>
          <p:nvPr>
            <p:ph type="title"/>
          </p:nvPr>
        </p:nvSpPr>
        <p:spPr/>
        <p:txBody>
          <a:bodyPr/>
          <a:lstStyle/>
          <a:p>
            <a:r>
              <a:rPr lang="en-US"/>
              <a:t>Click to edit Master title style</a:t>
            </a:r>
            <a:endParaRPr lang="en-IN"/>
          </a:p>
        </p:txBody>
      </p:sp>
      <p:sp>
        <p:nvSpPr>
          <p:cNvPr id="4" name="Text Placeholder 2">
            <a:extLst>
              <a:ext uri="{FF2B5EF4-FFF2-40B4-BE49-F238E27FC236}">
                <a16:creationId xmlns:a16="http://schemas.microsoft.com/office/drawing/2014/main" id="{E5AE1208-C6B7-287B-DD96-4E54BB2A8B10}"/>
              </a:ext>
            </a:extLst>
          </p:cNvPr>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ustDataLst>
      <p:tags r:id="rId1"/>
    </p:custDataLst>
    <p:extLst>
      <p:ext uri="{BB962C8B-B14F-4D97-AF65-F5344CB8AC3E}">
        <p14:creationId xmlns:p14="http://schemas.microsoft.com/office/powerpoint/2010/main" val="18160688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11430000" cy="44100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AA4ACF05-52EB-BCC1-FEFA-A3B7609A520D}"/>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583460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85F1CBE-C749-BAE8-58C3-8907FE86D6D0}"/>
              </a:ext>
            </a:extLst>
          </p:cNvPr>
          <p:cNvSpPr>
            <a:spLocks noGrp="1"/>
          </p:cNvSpPr>
          <p:nvPr>
            <p:ph type="title"/>
          </p:nvPr>
        </p:nvSpPr>
        <p:spPr/>
        <p:txBody>
          <a:bodyPr/>
          <a:lstStyle/>
          <a:p>
            <a:r>
              <a:rPr lang="en-US"/>
              <a:t>Click to edit Master title style</a:t>
            </a:r>
            <a:endParaRPr lang="en-IN"/>
          </a:p>
        </p:txBody>
      </p:sp>
      <p:sp>
        <p:nvSpPr>
          <p:cNvPr id="4" name="Text Placeholder 2">
            <a:extLst>
              <a:ext uri="{FF2B5EF4-FFF2-40B4-BE49-F238E27FC236}">
                <a16:creationId xmlns:a16="http://schemas.microsoft.com/office/drawing/2014/main" id="{85DBF7D3-0095-FDF3-B2B3-725C7B872E59}"/>
              </a:ext>
            </a:extLst>
          </p:cNvPr>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9035789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A71D9B11-C747-5E07-B1CE-ED5C2A765894}"/>
              </a:ext>
            </a:extLst>
          </p:cNvPr>
          <p:cNvSpPr>
            <a:spLocks noGrp="1"/>
          </p:cNvSpPr>
          <p:nvPr>
            <p:ph type="title"/>
          </p:nvPr>
        </p:nvSpPr>
        <p:spPr/>
        <p:txBody>
          <a:bodyPr/>
          <a:lstStyle/>
          <a:p>
            <a:r>
              <a:rPr lang="en-US"/>
              <a:t>Click to edit Master title style</a:t>
            </a:r>
            <a:endParaRPr lang="en-IN"/>
          </a:p>
        </p:txBody>
      </p:sp>
      <p:sp>
        <p:nvSpPr>
          <p:cNvPr id="4" name="Text Placeholder 2">
            <a:extLst>
              <a:ext uri="{FF2B5EF4-FFF2-40B4-BE49-F238E27FC236}">
                <a16:creationId xmlns:a16="http://schemas.microsoft.com/office/drawing/2014/main" id="{38CCA51A-BFDD-FB97-F4E7-9847797D5197}"/>
              </a:ext>
            </a:extLst>
          </p:cNvPr>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2897212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6989DCD3-7782-2E0F-4D86-1B85B2980961}"/>
              </a:ext>
            </a:extLst>
          </p:cNvPr>
          <p:cNvSpPr>
            <a:spLocks noGrp="1"/>
          </p:cNvSpPr>
          <p:nvPr>
            <p:ph type="title"/>
          </p:nvPr>
        </p:nvSpPr>
        <p:spPr/>
        <p:txBody>
          <a:bodyPr/>
          <a:lstStyle/>
          <a:p>
            <a:r>
              <a:rPr lang="en-US"/>
              <a:t>Click to edit Master title style</a:t>
            </a:r>
            <a:endParaRPr lang="en-IN"/>
          </a:p>
        </p:txBody>
      </p:sp>
      <p:sp>
        <p:nvSpPr>
          <p:cNvPr id="4" name="Text Placeholder 2">
            <a:extLst>
              <a:ext uri="{FF2B5EF4-FFF2-40B4-BE49-F238E27FC236}">
                <a16:creationId xmlns:a16="http://schemas.microsoft.com/office/drawing/2014/main" id="{108BD4F4-5DB3-7D68-E166-17B5BB94AA4D}"/>
              </a:ext>
            </a:extLst>
          </p:cNvPr>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8638638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Full Width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98B2FC8A-417E-1F89-D7CA-F4F5D2552B0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8FDEEC17-B41C-86B7-7B3C-2C2804DE7BAA}"/>
              </a:ext>
            </a:extLst>
          </p:cNvPr>
          <p:cNvSpPr>
            <a:spLocks noGrp="1"/>
          </p:cNvSpPr>
          <p:nvPr>
            <p:ph type="title"/>
          </p:nvPr>
        </p:nvSpPr>
        <p:spPr/>
        <p:txBody>
          <a:bodyPr/>
          <a:lstStyle/>
          <a:p>
            <a:r>
              <a:rPr lang="en-US"/>
              <a:t>Click to edit Master title style</a:t>
            </a:r>
            <a:endParaRPr lang="en-IN"/>
          </a:p>
        </p:txBody>
      </p:sp>
      <p:sp>
        <p:nvSpPr>
          <p:cNvPr id="4" name="Text Placeholder 2">
            <a:extLst>
              <a:ext uri="{FF2B5EF4-FFF2-40B4-BE49-F238E27FC236}">
                <a16:creationId xmlns:a16="http://schemas.microsoft.com/office/drawing/2014/main" id="{D6B4CA73-68AC-987A-C015-D22088DF0F78}"/>
              </a:ext>
            </a:extLst>
          </p:cNvPr>
          <p:cNvSpPr>
            <a:spLocks noGrp="1"/>
          </p:cNvSpPr>
          <p:nvPr>
            <p:ph idx="1"/>
          </p:nvPr>
        </p:nvSpPr>
        <p:spPr>
          <a:xfrm>
            <a:off x="381000" y="1749425"/>
            <a:ext cx="11430000" cy="4410075"/>
          </a:xfrm>
          <a:prstGeom prst="rect">
            <a:avLst/>
          </a:prstGeom>
        </p:spPr>
        <p:txBody>
          <a:bodyPr vert="horz" lIns="90000" tIns="90000" rIns="90000" bIns="9000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8317594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4" name="Content Placeholder 3">
            <a:extLst>
              <a:ext uri="{FF2B5EF4-FFF2-40B4-BE49-F238E27FC236}">
                <a16:creationId xmlns:a16="http://schemas.microsoft.com/office/drawing/2014/main" id="{397DD4FF-7BBA-F189-9117-A86040E7B1C1}"/>
              </a:ext>
            </a:extLst>
          </p:cNvPr>
          <p:cNvSpPr>
            <a:spLocks noGrp="1"/>
          </p:cNvSpPr>
          <p:nvPr>
            <p:ph sz="half" idx="2"/>
          </p:nvPr>
        </p:nvSpPr>
        <p:spPr>
          <a:xfrm>
            <a:off x="6184632" y="1749425"/>
            <a:ext cx="5626368" cy="4410075"/>
          </a:xfrm>
        </p:spPr>
        <p:txBody>
          <a:bodyPr lIns="90000">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C7F75CB3-3B29-7D02-83C1-CA93F03D37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CC67DF-D3E9-F120-66D8-83C3BD61EE09}"/>
              </a:ext>
            </a:extLst>
          </p:cNvPr>
          <p:cNvSpPr>
            <a:spLocks noGrp="1"/>
          </p:cNvSpPr>
          <p:nvPr>
            <p:ph sz="half" idx="1"/>
          </p:nvPr>
        </p:nvSpPr>
        <p:spPr>
          <a:xfrm>
            <a:off x="383908" y="1749425"/>
            <a:ext cx="5626368" cy="4410075"/>
          </a:xfrm>
        </p:spPr>
        <p:txBody>
          <a:bodyPr lIns="90000">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947669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with Char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5" name="Text Placeholder 14">
            <a:extLst>
              <a:ext uri="{FF2B5EF4-FFF2-40B4-BE49-F238E27FC236}">
                <a16:creationId xmlns:a16="http://schemas.microsoft.com/office/drawing/2014/main" id="{738A748E-34A1-4E46-B7C8-B3C068148C21}"/>
              </a:ext>
            </a:extLst>
          </p:cNvPr>
          <p:cNvSpPr>
            <a:spLocks noGrp="1"/>
          </p:cNvSpPr>
          <p:nvPr>
            <p:ph type="body" sz="quarter" idx="30"/>
          </p:nvPr>
        </p:nvSpPr>
        <p:spPr>
          <a:xfrm>
            <a:off x="381000" y="1749425"/>
            <a:ext cx="11430000" cy="457200"/>
          </a:xfrm>
          <a:prstGeom prst="parallelogram">
            <a:avLst/>
          </a:prstGeom>
          <a:solidFill>
            <a:schemeClr val="bg2"/>
          </a:solidFill>
        </p:spPr>
        <p:txBody>
          <a:bodyPr wrap="none" lIns="0" tIns="45720" rIns="228600" bIns="45720" anchor="ctr">
            <a:noAutofit/>
          </a:bodyPr>
          <a:lstStyle>
            <a:lvl1pPr marL="0" indent="0">
              <a:lnSpc>
                <a:spcPct val="100000"/>
              </a:lnSpc>
              <a:spcBef>
                <a:spcPts val="0"/>
              </a:spcBef>
              <a:buNone/>
              <a:defRPr sz="1400" b="1" baseline="0">
                <a:solidFill>
                  <a:schemeClr val="bg2"/>
                </a:solidFill>
              </a:defRPr>
            </a:lvl1pPr>
          </a:lstStyle>
          <a:p>
            <a:pPr lvl="0"/>
            <a:endParaRPr lang="en-US"/>
          </a:p>
        </p:txBody>
      </p:sp>
      <p:sp>
        <p:nvSpPr>
          <p:cNvPr id="2" name="Title 1">
            <a:extLst>
              <a:ext uri="{FF2B5EF4-FFF2-40B4-BE49-F238E27FC236}">
                <a16:creationId xmlns:a16="http://schemas.microsoft.com/office/drawing/2014/main" id="{10C5B72B-3232-8BD1-A8F9-6A31A5F194BD}"/>
              </a:ext>
            </a:extLst>
          </p:cNvPr>
          <p:cNvSpPr>
            <a:spLocks noGrp="1"/>
          </p:cNvSpPr>
          <p:nvPr>
            <p:ph type="title"/>
          </p:nvPr>
        </p:nvSpPr>
        <p:spPr/>
        <p:txBody>
          <a:bodyPr/>
          <a:lstStyle/>
          <a:p>
            <a:r>
              <a:rPr lang="en-US"/>
              <a:t>Click to edit Master title style</a:t>
            </a:r>
            <a:endParaRPr lang="en-IN"/>
          </a:p>
        </p:txBody>
      </p:sp>
      <p:sp>
        <p:nvSpPr>
          <p:cNvPr id="14" name="Chart Placeholder 13">
            <a:extLst>
              <a:ext uri="{FF2B5EF4-FFF2-40B4-BE49-F238E27FC236}">
                <a16:creationId xmlns:a16="http://schemas.microsoft.com/office/drawing/2014/main" id="{AA837C17-AB25-405F-9D1A-88B85BADF0CF}"/>
              </a:ext>
            </a:extLst>
          </p:cNvPr>
          <p:cNvSpPr>
            <a:spLocks noGrp="1"/>
          </p:cNvSpPr>
          <p:nvPr>
            <p:ph type="chart" sz="quarter" idx="12"/>
          </p:nvPr>
        </p:nvSpPr>
        <p:spPr>
          <a:xfrm>
            <a:off x="381000" y="2305879"/>
            <a:ext cx="11430000" cy="3853622"/>
          </a:xfrm>
        </p:spPr>
        <p:txBody>
          <a:bodyPr anchor="ctr">
            <a:normAutofit/>
          </a:bodyPr>
          <a:lstStyle>
            <a:lvl1pPr marL="0" indent="0" algn="ctr">
              <a:buNone/>
              <a:defRPr sz="1200" baseline="0"/>
            </a:lvl1pPr>
          </a:lstStyle>
          <a:p>
            <a:endParaRPr lang="en-GB"/>
          </a:p>
        </p:txBody>
      </p:sp>
      <p:sp>
        <p:nvSpPr>
          <p:cNvPr id="6" name="Text Placeholder 6">
            <a:extLst>
              <a:ext uri="{FF2B5EF4-FFF2-40B4-BE49-F238E27FC236}">
                <a16:creationId xmlns:a16="http://schemas.microsoft.com/office/drawing/2014/main" id="{550B8CA2-B242-A45A-4C80-C40FED7A5B71}"/>
              </a:ext>
            </a:extLst>
          </p:cNvPr>
          <p:cNvSpPr>
            <a:spLocks noGrp="1"/>
          </p:cNvSpPr>
          <p:nvPr>
            <p:ph type="body" sz="quarter" idx="21"/>
          </p:nvPr>
        </p:nvSpPr>
        <p:spPr>
          <a:xfrm>
            <a:off x="519994" y="1749425"/>
            <a:ext cx="11135977" cy="457200"/>
          </a:xfrm>
          <a:noFill/>
          <a:ln>
            <a:noFill/>
          </a:ln>
        </p:spPr>
        <p:txBody>
          <a:bodyPr anchor="ctr">
            <a:noAutofit/>
          </a:bodyPr>
          <a:lstStyle>
            <a:lvl1pPr marL="0" indent="0" algn="l">
              <a:buNone/>
              <a:defRPr sz="1400" b="1" i="0" baseline="0">
                <a:solidFill>
                  <a:schemeClr val="bg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endParaRPr lang="en-US"/>
          </a:p>
        </p:txBody>
      </p:sp>
    </p:spTree>
    <p:extLst>
      <p:ext uri="{BB962C8B-B14F-4D97-AF65-F5344CB8AC3E}">
        <p14:creationId xmlns:p14="http://schemas.microsoft.com/office/powerpoint/2010/main" val="202730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part proces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89DB572-1BEA-F6CE-5AA8-E2980CD41F2B}"/>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9" name="Text Placeholder 33">
            <a:extLst>
              <a:ext uri="{FF2B5EF4-FFF2-40B4-BE49-F238E27FC236}">
                <a16:creationId xmlns:a16="http://schemas.microsoft.com/office/drawing/2014/main" id="{2D29DC9E-0F32-4CC5-8A57-6F047FD124AF}"/>
              </a:ext>
            </a:extLst>
          </p:cNvPr>
          <p:cNvSpPr>
            <a:spLocks noGrp="1"/>
          </p:cNvSpPr>
          <p:nvPr>
            <p:ph type="body" sz="quarter" idx="17" hasCustomPrompt="1"/>
          </p:nvPr>
        </p:nvSpPr>
        <p:spPr>
          <a:xfrm>
            <a:off x="381000"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0" name="Text Placeholder 7">
            <a:extLst>
              <a:ext uri="{FF2B5EF4-FFF2-40B4-BE49-F238E27FC236}">
                <a16:creationId xmlns:a16="http://schemas.microsoft.com/office/drawing/2014/main" id="{5B116856-F0BC-4944-B5E5-80DAC5BCAD77}"/>
              </a:ext>
            </a:extLst>
          </p:cNvPr>
          <p:cNvSpPr>
            <a:spLocks noGrp="1"/>
          </p:cNvSpPr>
          <p:nvPr>
            <p:ph type="body" sz="quarter" idx="18" hasCustomPrompt="1"/>
          </p:nvPr>
        </p:nvSpPr>
        <p:spPr>
          <a:xfrm>
            <a:off x="952500"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5" name="Text Placeholder 33">
            <a:extLst>
              <a:ext uri="{FF2B5EF4-FFF2-40B4-BE49-F238E27FC236}">
                <a16:creationId xmlns:a16="http://schemas.microsoft.com/office/drawing/2014/main" id="{7D99B4F2-3364-424A-8BD7-EEE0BE410B15}"/>
              </a:ext>
            </a:extLst>
          </p:cNvPr>
          <p:cNvSpPr>
            <a:spLocks noGrp="1"/>
          </p:cNvSpPr>
          <p:nvPr userDrawn="1">
            <p:ph type="body" sz="quarter" idx="19" hasCustomPrompt="1"/>
          </p:nvPr>
        </p:nvSpPr>
        <p:spPr>
          <a:xfrm>
            <a:off x="4338372"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6" name="Text Placeholder 7">
            <a:extLst>
              <a:ext uri="{FF2B5EF4-FFF2-40B4-BE49-F238E27FC236}">
                <a16:creationId xmlns:a16="http://schemas.microsoft.com/office/drawing/2014/main" id="{73EF1D9E-C3FA-40B4-BE61-216DACCD3DE3}"/>
              </a:ext>
            </a:extLst>
          </p:cNvPr>
          <p:cNvSpPr>
            <a:spLocks noGrp="1"/>
          </p:cNvSpPr>
          <p:nvPr userDrawn="1">
            <p:ph type="body" sz="quarter" idx="20" hasCustomPrompt="1"/>
          </p:nvPr>
        </p:nvSpPr>
        <p:spPr>
          <a:xfrm>
            <a:off x="4909872"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17" name="Text Placeholder 33">
            <a:extLst>
              <a:ext uri="{FF2B5EF4-FFF2-40B4-BE49-F238E27FC236}">
                <a16:creationId xmlns:a16="http://schemas.microsoft.com/office/drawing/2014/main" id="{6CD580D2-ACCF-451D-AABB-8DF1E53D3B73}"/>
              </a:ext>
            </a:extLst>
          </p:cNvPr>
          <p:cNvSpPr>
            <a:spLocks noGrp="1"/>
          </p:cNvSpPr>
          <p:nvPr userDrawn="1">
            <p:ph type="body" sz="quarter" idx="21" hasCustomPrompt="1"/>
          </p:nvPr>
        </p:nvSpPr>
        <p:spPr>
          <a:xfrm>
            <a:off x="8295746" y="2402155"/>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18" name="Text Placeholder 7">
            <a:extLst>
              <a:ext uri="{FF2B5EF4-FFF2-40B4-BE49-F238E27FC236}">
                <a16:creationId xmlns:a16="http://schemas.microsoft.com/office/drawing/2014/main" id="{AC072118-4B94-45EC-AA92-8B824DFF3B6E}"/>
              </a:ext>
            </a:extLst>
          </p:cNvPr>
          <p:cNvSpPr>
            <a:spLocks noGrp="1"/>
          </p:cNvSpPr>
          <p:nvPr userDrawn="1">
            <p:ph type="body" sz="quarter" idx="22" hasCustomPrompt="1"/>
          </p:nvPr>
        </p:nvSpPr>
        <p:spPr>
          <a:xfrm>
            <a:off x="8867246" y="2414855"/>
            <a:ext cx="2943754" cy="457200"/>
          </a:xfrm>
          <a:prstGeom prst="parallelogram">
            <a:avLst/>
          </a:prstGeom>
          <a:solidFill>
            <a:schemeClr val="bg1">
              <a:lumMod val="85000"/>
            </a:schemeClr>
          </a:solidFill>
        </p:spPr>
        <p:txBody>
          <a:bodyPr anchor="ctr">
            <a:noAutofit/>
          </a:bodyPr>
          <a:lstStyle>
            <a:lvl1pPr marL="0" indent="0">
              <a:spcBef>
                <a:spcPts val="0"/>
              </a:spcBef>
              <a:buNone/>
              <a:defRPr sz="1400" b="1" baseline="0">
                <a:solidFill>
                  <a:schemeClr val="bg2"/>
                </a:solidFill>
              </a:defRPr>
            </a:lvl1pPr>
          </a:lstStyle>
          <a:p>
            <a:pPr lvl="0"/>
            <a:r>
              <a:rPr lang="en-US"/>
              <a:t>Header</a:t>
            </a:r>
          </a:p>
        </p:txBody>
      </p:sp>
      <p:sp>
        <p:nvSpPr>
          <p:cNvPr id="25" name="Text Placeholder 7">
            <a:extLst>
              <a:ext uri="{FF2B5EF4-FFF2-40B4-BE49-F238E27FC236}">
                <a16:creationId xmlns:a16="http://schemas.microsoft.com/office/drawing/2014/main" id="{04537093-CB2A-43BF-B751-47818D589D4B}"/>
              </a:ext>
            </a:extLst>
          </p:cNvPr>
          <p:cNvSpPr>
            <a:spLocks noGrp="1"/>
          </p:cNvSpPr>
          <p:nvPr>
            <p:ph type="body" sz="quarter" idx="24"/>
          </p:nvPr>
        </p:nvSpPr>
        <p:spPr>
          <a:xfrm>
            <a:off x="411956"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26" name="Text Placeholder 33">
            <a:extLst>
              <a:ext uri="{FF2B5EF4-FFF2-40B4-BE49-F238E27FC236}">
                <a16:creationId xmlns:a16="http://schemas.microsoft.com/office/drawing/2014/main" id="{3C16867A-C60E-43B4-B09F-F311F28C58DB}"/>
              </a:ext>
            </a:extLst>
          </p:cNvPr>
          <p:cNvSpPr>
            <a:spLocks noGrp="1"/>
          </p:cNvSpPr>
          <p:nvPr>
            <p:ph type="body" sz="quarter" idx="25" hasCustomPrompt="1"/>
          </p:nvPr>
        </p:nvSpPr>
        <p:spPr>
          <a:xfrm>
            <a:off x="381000"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1" name="Text Placeholder 7">
            <a:extLst>
              <a:ext uri="{FF2B5EF4-FFF2-40B4-BE49-F238E27FC236}">
                <a16:creationId xmlns:a16="http://schemas.microsoft.com/office/drawing/2014/main" id="{BEFEFEF0-23A5-4EE1-BC9C-F15C3234DCFC}"/>
              </a:ext>
            </a:extLst>
          </p:cNvPr>
          <p:cNvSpPr>
            <a:spLocks noGrp="1"/>
          </p:cNvSpPr>
          <p:nvPr>
            <p:ph type="body" sz="quarter" idx="26"/>
          </p:nvPr>
        </p:nvSpPr>
        <p:spPr>
          <a:xfrm>
            <a:off x="4369328"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2" name="Text Placeholder 33">
            <a:extLst>
              <a:ext uri="{FF2B5EF4-FFF2-40B4-BE49-F238E27FC236}">
                <a16:creationId xmlns:a16="http://schemas.microsoft.com/office/drawing/2014/main" id="{DAB87D3B-8786-44FE-8911-3CC50380320A}"/>
              </a:ext>
            </a:extLst>
          </p:cNvPr>
          <p:cNvSpPr>
            <a:spLocks noGrp="1"/>
          </p:cNvSpPr>
          <p:nvPr>
            <p:ph type="body" sz="quarter" idx="27" hasCustomPrompt="1"/>
          </p:nvPr>
        </p:nvSpPr>
        <p:spPr>
          <a:xfrm>
            <a:off x="4338372"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33" name="Text Placeholder 7">
            <a:extLst>
              <a:ext uri="{FF2B5EF4-FFF2-40B4-BE49-F238E27FC236}">
                <a16:creationId xmlns:a16="http://schemas.microsoft.com/office/drawing/2014/main" id="{2CBD6C4B-7454-4CAA-94A2-346564DBADA9}"/>
              </a:ext>
            </a:extLst>
          </p:cNvPr>
          <p:cNvSpPr>
            <a:spLocks noGrp="1"/>
          </p:cNvSpPr>
          <p:nvPr>
            <p:ph type="body" sz="quarter" idx="28"/>
          </p:nvPr>
        </p:nvSpPr>
        <p:spPr>
          <a:xfrm>
            <a:off x="8326700" y="5316638"/>
            <a:ext cx="3484298" cy="838581"/>
          </a:xfrm>
          <a:prstGeom prst="parallelogram">
            <a:avLst/>
          </a:prstGeom>
          <a:solidFill>
            <a:schemeClr val="bg1">
              <a:lumMod val="85000"/>
            </a:schemeClr>
          </a:solidFill>
        </p:spPr>
        <p:txBody>
          <a:bodyPr anchor="t">
            <a:noAutofit/>
          </a:bodyPr>
          <a:lstStyle>
            <a:lvl1pPr marL="0" indent="0">
              <a:spcBef>
                <a:spcPts val="0"/>
              </a:spcBef>
              <a:buNone/>
              <a:defRPr sz="1200" b="0" baseline="0">
                <a:solidFill>
                  <a:schemeClr val="bg2"/>
                </a:solidFill>
              </a:defRPr>
            </a:lvl1pPr>
          </a:lstStyle>
          <a:p>
            <a:pPr lvl="0"/>
            <a:endParaRPr lang="en-US"/>
          </a:p>
        </p:txBody>
      </p:sp>
      <p:sp>
        <p:nvSpPr>
          <p:cNvPr id="34" name="Text Placeholder 33">
            <a:extLst>
              <a:ext uri="{FF2B5EF4-FFF2-40B4-BE49-F238E27FC236}">
                <a16:creationId xmlns:a16="http://schemas.microsoft.com/office/drawing/2014/main" id="{95F6ACA5-F54D-4926-B176-77EB495C3C9A}"/>
              </a:ext>
            </a:extLst>
          </p:cNvPr>
          <p:cNvSpPr>
            <a:spLocks noGrp="1"/>
          </p:cNvSpPr>
          <p:nvPr>
            <p:ph type="body" sz="quarter" idx="29" hasCustomPrompt="1"/>
          </p:nvPr>
        </p:nvSpPr>
        <p:spPr>
          <a:xfrm>
            <a:off x="8295744" y="5075338"/>
            <a:ext cx="482400" cy="482600"/>
          </a:xfrm>
          <a:prstGeom prst="ellipse">
            <a:avLst/>
          </a:prstGeom>
          <a:solidFill>
            <a:schemeClr val="accent1"/>
          </a:solidFill>
        </p:spPr>
        <p:txBody>
          <a:bodyPr anchor="ctr">
            <a:noAutofit/>
          </a:bodyPr>
          <a:lstStyle>
            <a:lvl1pPr marL="0" indent="0" algn="ctr">
              <a:buNone/>
              <a:defRPr baseline="0">
                <a:solidFill>
                  <a:schemeClr val="bg1"/>
                </a:solidFill>
              </a:defRPr>
            </a:lvl1pPr>
          </a:lstStyle>
          <a:p>
            <a:r>
              <a:rPr lang="en-IN"/>
              <a:t>#</a:t>
            </a:r>
            <a:endParaRPr lang="en-GB"/>
          </a:p>
        </p:txBody>
      </p:sp>
      <p:sp>
        <p:nvSpPr>
          <p:cNvPr id="2" name="Title 1">
            <a:extLst>
              <a:ext uri="{FF2B5EF4-FFF2-40B4-BE49-F238E27FC236}">
                <a16:creationId xmlns:a16="http://schemas.microsoft.com/office/drawing/2014/main" id="{9A786C44-7D06-8B20-4C66-3CD8542D411D}"/>
              </a:ext>
            </a:extLst>
          </p:cNvPr>
          <p:cNvSpPr>
            <a:spLocks noGrp="1"/>
          </p:cNvSpPr>
          <p:nvPr>
            <p:ph type="title"/>
          </p:nvPr>
        </p:nvSpPr>
        <p:spPr/>
        <p:txBody>
          <a:bodyPr>
            <a:noAutofit/>
          </a:bodyPr>
          <a:lstStyle/>
          <a:p>
            <a:r>
              <a:rPr lang="en-US"/>
              <a:t>Click to edit Master title style</a:t>
            </a:r>
            <a:endParaRPr lang="en-IN"/>
          </a:p>
        </p:txBody>
      </p:sp>
      <p:sp>
        <p:nvSpPr>
          <p:cNvPr id="20" name="Text Placeholder 33">
            <a:extLst>
              <a:ext uri="{FF2B5EF4-FFF2-40B4-BE49-F238E27FC236}">
                <a16:creationId xmlns:a16="http://schemas.microsoft.com/office/drawing/2014/main" id="{BB48EF12-FABA-4764-BFE6-5D5C961B2D9C}"/>
              </a:ext>
            </a:extLst>
          </p:cNvPr>
          <p:cNvSpPr>
            <a:spLocks noGrp="1"/>
          </p:cNvSpPr>
          <p:nvPr>
            <p:ph type="body" sz="quarter" idx="32" hasCustomPrompt="1"/>
          </p:nvPr>
        </p:nvSpPr>
        <p:spPr>
          <a:xfrm rot="5400000" flipH="1">
            <a:off x="3834606"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
        <p:nvSpPr>
          <p:cNvPr id="21" name="Text Placeholder 33">
            <a:extLst>
              <a:ext uri="{FF2B5EF4-FFF2-40B4-BE49-F238E27FC236}">
                <a16:creationId xmlns:a16="http://schemas.microsoft.com/office/drawing/2014/main" id="{29DA67F7-9E06-49BD-A8F7-907C889C5102}"/>
              </a:ext>
            </a:extLst>
          </p:cNvPr>
          <p:cNvSpPr>
            <a:spLocks noGrp="1"/>
          </p:cNvSpPr>
          <p:nvPr>
            <p:ph type="body" sz="quarter" idx="33" hasCustomPrompt="1"/>
          </p:nvPr>
        </p:nvSpPr>
        <p:spPr>
          <a:xfrm rot="5400000" flipH="1">
            <a:off x="7791978" y="3562070"/>
            <a:ext cx="565416" cy="146344"/>
          </a:xfrm>
          <a:prstGeom prst="triangle">
            <a:avLst/>
          </a:prstGeom>
          <a:solidFill>
            <a:srgbClr val="FFDFEA"/>
          </a:solidFill>
        </p:spPr>
        <p:txBody>
          <a:bodyPr anchor="ctr">
            <a:noAutofit/>
          </a:bodyPr>
          <a:lstStyle>
            <a:lvl1pPr marL="0" indent="0" algn="ctr">
              <a:buNone/>
              <a:defRPr baseline="0">
                <a:solidFill>
                  <a:schemeClr val="bg1"/>
                </a:solidFill>
              </a:defRPr>
            </a:lvl1pPr>
          </a:lstStyle>
          <a:p>
            <a:r>
              <a:rPr lang="en-IN"/>
              <a:t> </a:t>
            </a:r>
            <a:endParaRPr lang="en-GB"/>
          </a:p>
        </p:txBody>
      </p:sp>
      <p:sp>
        <p:nvSpPr>
          <p:cNvPr id="5" name="Text Placeholder 14">
            <a:extLst>
              <a:ext uri="{FF2B5EF4-FFF2-40B4-BE49-F238E27FC236}">
                <a16:creationId xmlns:a16="http://schemas.microsoft.com/office/drawing/2014/main" id="{6E9D7CF6-C61D-C157-F604-FB5800EF9F9E}"/>
              </a:ext>
            </a:extLst>
          </p:cNvPr>
          <p:cNvSpPr>
            <a:spLocks noGrp="1"/>
          </p:cNvSpPr>
          <p:nvPr>
            <p:ph type="body" sz="quarter" idx="30"/>
          </p:nvPr>
        </p:nvSpPr>
        <p:spPr>
          <a:xfrm>
            <a:off x="381000" y="1749425"/>
            <a:ext cx="11430000" cy="457200"/>
          </a:xfrm>
          <a:prstGeom prst="parallelogram">
            <a:avLst/>
          </a:prstGeom>
          <a:solidFill>
            <a:schemeClr val="bg2"/>
          </a:solidFill>
        </p:spPr>
        <p:txBody>
          <a:bodyPr wrap="none" lIns="0" tIns="45720" rIns="228600" bIns="45720" anchor="ctr">
            <a:noAutofit/>
          </a:bodyPr>
          <a:lstStyle>
            <a:lvl1pPr marL="0" indent="0">
              <a:lnSpc>
                <a:spcPct val="100000"/>
              </a:lnSpc>
              <a:spcBef>
                <a:spcPts val="0"/>
              </a:spcBef>
              <a:buNone/>
              <a:defRPr sz="1400" b="1" baseline="0">
                <a:solidFill>
                  <a:schemeClr val="bg2"/>
                </a:solidFill>
              </a:defRPr>
            </a:lvl1pPr>
          </a:lstStyle>
          <a:p>
            <a:pPr lvl="0"/>
            <a:endParaRPr lang="en-US"/>
          </a:p>
        </p:txBody>
      </p:sp>
      <p:sp>
        <p:nvSpPr>
          <p:cNvPr id="6" name="Text Placeholder 6">
            <a:extLst>
              <a:ext uri="{FF2B5EF4-FFF2-40B4-BE49-F238E27FC236}">
                <a16:creationId xmlns:a16="http://schemas.microsoft.com/office/drawing/2014/main" id="{017EAAE0-5069-4A31-0682-7EC7C51222CC}"/>
              </a:ext>
            </a:extLst>
          </p:cNvPr>
          <p:cNvSpPr>
            <a:spLocks noGrp="1"/>
          </p:cNvSpPr>
          <p:nvPr>
            <p:ph type="body" sz="quarter" idx="34"/>
          </p:nvPr>
        </p:nvSpPr>
        <p:spPr>
          <a:xfrm>
            <a:off x="519994" y="1749425"/>
            <a:ext cx="11135977" cy="457200"/>
          </a:xfrm>
          <a:noFill/>
          <a:ln>
            <a:noFill/>
          </a:ln>
        </p:spPr>
        <p:txBody>
          <a:bodyPr anchor="ctr">
            <a:noAutofit/>
          </a:bodyPr>
          <a:lstStyle>
            <a:lvl1pPr marL="0" indent="0" algn="l">
              <a:buNone/>
              <a:defRPr sz="1400" b="1" i="0" baseline="0">
                <a:solidFill>
                  <a:schemeClr val="bg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endParaRPr lang="en-US"/>
          </a:p>
        </p:txBody>
      </p:sp>
      <p:sp>
        <p:nvSpPr>
          <p:cNvPr id="8" name="Text Placeholder 14">
            <a:extLst>
              <a:ext uri="{FF2B5EF4-FFF2-40B4-BE49-F238E27FC236}">
                <a16:creationId xmlns:a16="http://schemas.microsoft.com/office/drawing/2014/main" id="{6271F511-B06F-1719-0FC4-4979A96C55E9}"/>
              </a:ext>
            </a:extLst>
          </p:cNvPr>
          <p:cNvSpPr>
            <a:spLocks noGrp="1"/>
          </p:cNvSpPr>
          <p:nvPr>
            <p:ph type="body" sz="quarter" idx="35"/>
          </p:nvPr>
        </p:nvSpPr>
        <p:spPr>
          <a:xfrm>
            <a:off x="381000" y="4482204"/>
            <a:ext cx="11430000" cy="457200"/>
          </a:xfrm>
          <a:prstGeom prst="parallelogram">
            <a:avLst/>
          </a:prstGeom>
          <a:solidFill>
            <a:schemeClr val="bg2"/>
          </a:solidFill>
        </p:spPr>
        <p:txBody>
          <a:bodyPr wrap="none" lIns="0" tIns="45720" rIns="228600" bIns="45720" anchor="ctr">
            <a:noAutofit/>
          </a:bodyPr>
          <a:lstStyle>
            <a:lvl1pPr marL="0" indent="0">
              <a:lnSpc>
                <a:spcPct val="100000"/>
              </a:lnSpc>
              <a:spcBef>
                <a:spcPts val="0"/>
              </a:spcBef>
              <a:buNone/>
              <a:defRPr sz="1400" b="1" baseline="0">
                <a:solidFill>
                  <a:schemeClr val="bg2"/>
                </a:solidFill>
              </a:defRPr>
            </a:lvl1pPr>
          </a:lstStyle>
          <a:p>
            <a:pPr lvl="0"/>
            <a:endParaRPr lang="en-US"/>
          </a:p>
        </p:txBody>
      </p:sp>
      <p:sp>
        <p:nvSpPr>
          <p:cNvPr id="11" name="Text Placeholder 6">
            <a:extLst>
              <a:ext uri="{FF2B5EF4-FFF2-40B4-BE49-F238E27FC236}">
                <a16:creationId xmlns:a16="http://schemas.microsoft.com/office/drawing/2014/main" id="{45BF683B-038E-3D3B-FB55-479DB6B0BA1E}"/>
              </a:ext>
            </a:extLst>
          </p:cNvPr>
          <p:cNvSpPr>
            <a:spLocks noGrp="1"/>
          </p:cNvSpPr>
          <p:nvPr>
            <p:ph type="body" sz="quarter" idx="36"/>
          </p:nvPr>
        </p:nvSpPr>
        <p:spPr>
          <a:xfrm>
            <a:off x="519994" y="4482204"/>
            <a:ext cx="11135977" cy="457200"/>
          </a:xfrm>
          <a:noFill/>
          <a:ln>
            <a:noFill/>
          </a:ln>
        </p:spPr>
        <p:txBody>
          <a:bodyPr anchor="ctr">
            <a:noAutofit/>
          </a:bodyPr>
          <a:lstStyle>
            <a:lvl1pPr marL="0" indent="0" algn="l">
              <a:buNone/>
              <a:defRPr sz="1400" b="1" i="0" baseline="0">
                <a:solidFill>
                  <a:schemeClr val="bg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endParaRPr lang="en-US"/>
          </a:p>
        </p:txBody>
      </p:sp>
    </p:spTree>
    <p:extLst>
      <p:ext uri="{BB962C8B-B14F-4D97-AF65-F5344CB8AC3E}">
        <p14:creationId xmlns:p14="http://schemas.microsoft.com/office/powerpoint/2010/main" val="7668446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ird content">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C784EB7-0D22-4F5B-5100-1CBED4089EA5}"/>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3" name="Content Placeholder 2">
            <a:extLst>
              <a:ext uri="{FF2B5EF4-FFF2-40B4-BE49-F238E27FC236}">
                <a16:creationId xmlns:a16="http://schemas.microsoft.com/office/drawing/2014/main" id="{700C0A51-525B-B866-2342-C7CBBC887CB4}"/>
              </a:ext>
            </a:extLst>
          </p:cNvPr>
          <p:cNvSpPr>
            <a:spLocks noGrp="1"/>
          </p:cNvSpPr>
          <p:nvPr>
            <p:ph idx="1"/>
          </p:nvPr>
        </p:nvSpPr>
        <p:spPr>
          <a:xfrm>
            <a:off x="381000" y="1749425"/>
            <a:ext cx="3429809" cy="4410075"/>
          </a:xfrm>
        </p:spPr>
        <p:txBody>
          <a:bodyPr lIns="72000">
            <a:normAutofit/>
          </a:bodyPr>
          <a:lstStyle>
            <a:lvl1pPr marL="0" indent="0">
              <a:buNone/>
              <a:defRPr lang="en-GB" sz="1200" kern="1200" baseline="0" dirty="0">
                <a:solidFill>
                  <a:schemeClr val="bg2"/>
                </a:solidFill>
                <a:latin typeface="+mn-lt"/>
                <a:ea typeface="+mn-ea"/>
                <a:cs typeface="Arial" panose="020B0604020202020204" pitchFamily="34" charset="0"/>
              </a:defRPr>
            </a:lvl1pPr>
            <a:lvl2pPr marL="457200" indent="0">
              <a:buNone/>
              <a:defRPr lang="en-GB" sz="1200" kern="1200" baseline="0" dirty="0">
                <a:solidFill>
                  <a:schemeClr val="bg2"/>
                </a:solidFill>
                <a:latin typeface="+mn-lt"/>
                <a:ea typeface="+mn-ea"/>
                <a:cs typeface="Arial" panose="020B0604020202020204" pitchFamily="34" charset="0"/>
              </a:defRPr>
            </a:lvl2pPr>
            <a:lvl3pPr marL="914400" indent="0">
              <a:buNone/>
              <a:defRPr lang="en-GB" sz="1200" kern="1200" baseline="0" dirty="0">
                <a:solidFill>
                  <a:schemeClr val="bg2"/>
                </a:solidFill>
                <a:latin typeface="+mn-lt"/>
                <a:ea typeface="+mn-ea"/>
                <a:cs typeface="Arial" panose="020B0604020202020204" pitchFamily="34" charset="0"/>
              </a:defRPr>
            </a:lvl3pPr>
            <a:lvl4pPr marL="1371600" indent="0">
              <a:buNone/>
              <a:defRPr lang="en-GB" sz="1200" kern="1200" baseline="0" dirty="0">
                <a:solidFill>
                  <a:schemeClr val="bg2"/>
                </a:solidFill>
                <a:latin typeface="+mn-lt"/>
                <a:ea typeface="+mn-ea"/>
                <a:cs typeface="Arial" panose="020B0604020202020204" pitchFamily="34" charset="0"/>
              </a:defRPr>
            </a:lvl4pPr>
            <a:lvl5pPr marL="1828800" indent="0">
              <a:buNone/>
              <a:defRPr lang="en-US" sz="1200" kern="1200" baseline="0" dirty="0">
                <a:solidFill>
                  <a:schemeClr val="bg2"/>
                </a:solidFill>
                <a:latin typeface="+mn-lt"/>
                <a:ea typeface="+mn-ea"/>
                <a:cs typeface="Arial" panose="020B0604020202020204" pitchFamily="34" charset="0"/>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r>
              <a:rPr lang="en-GB"/>
              <a:t>Click to edit Master text styles</a:t>
            </a:r>
          </a:p>
          <a:p>
            <a:pPr marL="457200" lvl="1" indent="-228600" algn="l" defTabSz="914400" rtl="0" eaLnBrk="1" latinLnBrk="0" hangingPunct="1">
              <a:lnSpc>
                <a:spcPct val="90000"/>
              </a:lnSpc>
              <a:spcBef>
                <a:spcPts val="1000"/>
              </a:spcBef>
              <a:buFont typeface="Arial" panose="020B0604020202020204" pitchFamily="34" charset="0"/>
              <a:buChar char="•"/>
            </a:pPr>
            <a:r>
              <a:rPr lang="en-GB"/>
              <a:t>Second level</a:t>
            </a:r>
          </a:p>
          <a:p>
            <a:pPr marL="685800" lvl="2" indent="-228600" algn="l" defTabSz="914400" rtl="0" eaLnBrk="1" latinLnBrk="0" hangingPunct="1">
              <a:lnSpc>
                <a:spcPct val="90000"/>
              </a:lnSpc>
              <a:spcBef>
                <a:spcPts val="1000"/>
              </a:spcBef>
              <a:buFont typeface="Arial" panose="020B0604020202020204" pitchFamily="34" charset="0"/>
              <a:buChar char="•"/>
            </a:pPr>
            <a:r>
              <a:rPr lang="en-GB"/>
              <a:t>Third level</a:t>
            </a:r>
          </a:p>
          <a:p>
            <a:pPr marL="914400" lvl="3" indent="-228600" algn="l" defTabSz="914400" rtl="0" eaLnBrk="1" latinLnBrk="0" hangingPunct="1">
              <a:lnSpc>
                <a:spcPct val="90000"/>
              </a:lnSpc>
              <a:spcBef>
                <a:spcPts val="1000"/>
              </a:spcBef>
              <a:buFont typeface="Arial" panose="020B0604020202020204" pitchFamily="34" charset="0"/>
              <a:buChar char="•"/>
            </a:pPr>
            <a:r>
              <a:rPr lang="en-GB"/>
              <a:t>Fourth level</a:t>
            </a:r>
          </a:p>
          <a:p>
            <a:pPr marL="1143000" lvl="4" indent="-228600" algn="l" defTabSz="914400" rtl="0" eaLnBrk="1" latinLnBrk="0" hangingPunct="1">
              <a:lnSpc>
                <a:spcPct val="90000"/>
              </a:lnSpc>
              <a:spcBef>
                <a:spcPts val="1000"/>
              </a:spcBef>
              <a:buFont typeface="Arial" panose="020B0604020202020204" pitchFamily="34" charset="0"/>
              <a:buChar char="•"/>
            </a:pPr>
            <a:r>
              <a:rPr lang="en-GB"/>
              <a:t>Fifth level</a:t>
            </a:r>
            <a:endParaRPr lang="en-US"/>
          </a:p>
        </p:txBody>
      </p:sp>
      <p:sp>
        <p:nvSpPr>
          <p:cNvPr id="5" name="Content Placeholder 2">
            <a:extLst>
              <a:ext uri="{FF2B5EF4-FFF2-40B4-BE49-F238E27FC236}">
                <a16:creationId xmlns:a16="http://schemas.microsoft.com/office/drawing/2014/main" id="{DA8D3A63-E32D-AC27-6C75-32269B5E6D88}"/>
              </a:ext>
            </a:extLst>
          </p:cNvPr>
          <p:cNvSpPr>
            <a:spLocks noGrp="1"/>
          </p:cNvSpPr>
          <p:nvPr>
            <p:ph idx="11"/>
          </p:nvPr>
        </p:nvSpPr>
        <p:spPr>
          <a:xfrm>
            <a:off x="3957819" y="1749425"/>
            <a:ext cx="7853181" cy="4410075"/>
          </a:xfrm>
        </p:spPr>
        <p:txBody>
          <a:bodyPr lIns="72000">
            <a:normAutofit/>
          </a:bodyPr>
          <a:lstStyle>
            <a:lvl1pPr>
              <a:defRPr sz="1200"/>
            </a:lvl1pPr>
            <a:lvl2pPr>
              <a:defRPr sz="1200"/>
            </a:lvl2pPr>
            <a:lvl3pPr>
              <a:defRPr sz="12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3CB3D49C-A884-FC35-712A-3A7F137AB674}"/>
              </a:ext>
            </a:extLst>
          </p:cNvPr>
          <p:cNvSpPr>
            <a:spLocks noGrp="1"/>
          </p:cNvSpPr>
          <p:nvPr>
            <p:ph type="title"/>
          </p:nvPr>
        </p:nvSpPr>
        <p:spPr/>
        <p:txBody>
          <a:bodyPr/>
          <a:lstStyle/>
          <a:p>
            <a:r>
              <a:rPr lang="en-US"/>
              <a:t>Click to edit Master title style</a:t>
            </a:r>
            <a:endParaRPr lang="en-IN"/>
          </a:p>
        </p:txBody>
      </p:sp>
    </p:spTree>
    <p:custDataLst>
      <p:tags r:id="rId1"/>
    </p:custDataLst>
    <p:extLst>
      <p:ext uri="{BB962C8B-B14F-4D97-AF65-F5344CB8AC3E}">
        <p14:creationId xmlns:p14="http://schemas.microsoft.com/office/powerpoint/2010/main" val="8654874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0999" y="1749425"/>
            <a:ext cx="3803483" cy="504000"/>
          </a:xfrm>
          <a:prstGeom prst="chevron">
            <a:avLst>
              <a:gd name="adj" fmla="val 26962"/>
            </a:avLst>
          </a:prstGeom>
          <a:solidFill>
            <a:schemeClr val="bg2"/>
          </a:solidFill>
        </p:spPr>
        <p:txBody>
          <a:bodyPr lIns="90000" tIns="90000" rIns="90000" bIns="90000" anchor="ctr">
            <a:noAutofit/>
          </a:bodyPr>
          <a:lstStyle>
            <a:lvl1pPr marL="0" indent="0" algn="ctr">
              <a:buNone/>
              <a:defRPr sz="1400" b="1" i="0" baseline="0">
                <a:solidFill>
                  <a:schemeClr val="bg1"/>
                </a:solidFill>
              </a:defRPr>
            </a:lvl1pPr>
          </a:lstStyle>
          <a:p>
            <a:endParaRPr lang="en-GB"/>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4194258" y="1749425"/>
            <a:ext cx="3803483" cy="504000"/>
          </a:xfrm>
          <a:prstGeom prst="chevron">
            <a:avLst>
              <a:gd name="adj" fmla="val 26962"/>
            </a:avLst>
          </a:prstGeom>
          <a:solidFill>
            <a:schemeClr val="tx2"/>
          </a:solidFill>
        </p:spPr>
        <p:txBody>
          <a:bodyPr lIns="90000" tIns="90000" rIns="90000" bIns="90000" anchor="ctr">
            <a:noAutofit/>
          </a:bodyPr>
          <a:lstStyle>
            <a:lvl1pPr marL="0" indent="0" algn="ctr">
              <a:buNone/>
              <a:defRPr sz="1400" b="1" i="0" baseline="0">
                <a:solidFill>
                  <a:schemeClr val="bg1"/>
                </a:solidFill>
              </a:defRPr>
            </a:lvl1pPr>
          </a:lstStyle>
          <a:p>
            <a:endParaRPr lang="en-GB"/>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8007517" y="1749425"/>
            <a:ext cx="3803483" cy="504000"/>
          </a:xfrm>
          <a:prstGeom prst="chevron">
            <a:avLst>
              <a:gd name="adj" fmla="val 26962"/>
            </a:avLst>
          </a:prstGeom>
          <a:solidFill>
            <a:schemeClr val="accent1"/>
          </a:solidFill>
        </p:spPr>
        <p:txBody>
          <a:bodyPr lIns="90000" tIns="90000" rIns="90000" bIns="90000" anchor="ctr">
            <a:noAutofit/>
          </a:bodyPr>
          <a:lstStyle>
            <a:lvl1pPr marL="0" indent="0" algn="ctr">
              <a:buNone/>
              <a:defRPr sz="1400" b="1" i="0" baseline="0">
                <a:solidFill>
                  <a:schemeClr val="bg1"/>
                </a:solidFill>
              </a:defRPr>
            </a:lvl1pPr>
          </a:lstStyle>
          <a:p>
            <a:endParaRPr lang="en-GB"/>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0999" y="2417977"/>
            <a:ext cx="3667125"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3">
            <a:extLst>
              <a:ext uri="{FF2B5EF4-FFF2-40B4-BE49-F238E27FC236}">
                <a16:creationId xmlns:a16="http://schemas.microsoft.com/office/drawing/2014/main" id="{E4FD5B61-4970-4EDF-A8D3-1142E965C9AF}"/>
              </a:ext>
            </a:extLst>
          </p:cNvPr>
          <p:cNvSpPr>
            <a:spLocks noGrp="1"/>
          </p:cNvSpPr>
          <p:nvPr>
            <p:ph type="body" sz="quarter" idx="25"/>
          </p:nvPr>
        </p:nvSpPr>
        <p:spPr>
          <a:xfrm>
            <a:off x="4194258" y="2417977"/>
            <a:ext cx="3667125"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3">
            <a:extLst>
              <a:ext uri="{FF2B5EF4-FFF2-40B4-BE49-F238E27FC236}">
                <a16:creationId xmlns:a16="http://schemas.microsoft.com/office/drawing/2014/main" id="{73517E32-367A-4F58-B9B2-4BBA9810B22A}"/>
              </a:ext>
            </a:extLst>
          </p:cNvPr>
          <p:cNvSpPr>
            <a:spLocks noGrp="1"/>
          </p:cNvSpPr>
          <p:nvPr>
            <p:ph type="body" sz="quarter" idx="26"/>
          </p:nvPr>
        </p:nvSpPr>
        <p:spPr>
          <a:xfrm>
            <a:off x="8007517" y="2417977"/>
            <a:ext cx="3667125"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a:xfrm>
            <a:off x="381000" y="180520"/>
            <a:ext cx="11430000" cy="958265"/>
          </a:xfrm>
        </p:spPr>
        <p:txBody>
          <a:bodyPr>
            <a:noAutofit/>
          </a:bodyPr>
          <a:lstStyle/>
          <a:p>
            <a:r>
              <a:rPr lang="en-US"/>
              <a:t>Click to edit Master title style</a:t>
            </a:r>
            <a:endParaRPr lang="en-IN"/>
          </a:p>
        </p:txBody>
      </p:sp>
    </p:spTree>
    <p:extLst>
      <p:ext uri="{BB962C8B-B14F-4D97-AF65-F5344CB8AC3E}">
        <p14:creationId xmlns:p14="http://schemas.microsoft.com/office/powerpoint/2010/main" val="29583713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our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2857500" cy="516700"/>
          </a:xfrm>
          <a:prstGeom prst="chevron">
            <a:avLst>
              <a:gd name="adj" fmla="val 26962"/>
            </a:avLst>
          </a:prstGeom>
          <a:solidFill>
            <a:schemeClr val="bg2"/>
          </a:solidFill>
        </p:spPr>
        <p:txBody>
          <a:bodyPr anchor="ctr">
            <a:noAutofit/>
          </a:bodyPr>
          <a:lstStyle>
            <a:lvl1pPr marL="0" indent="0" algn="ctr">
              <a:buNone/>
              <a:defRPr sz="1400" b="1" i="0" baseline="0">
                <a:solidFill>
                  <a:schemeClr val="bg1"/>
                </a:solidFill>
              </a:defRPr>
            </a:lvl1pPr>
          </a:lstStyle>
          <a:p>
            <a:endParaRPr lang="en-GB"/>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3238500" y="1749425"/>
            <a:ext cx="2857500" cy="516700"/>
          </a:xfrm>
          <a:prstGeom prst="chevron">
            <a:avLst>
              <a:gd name="adj" fmla="val 26962"/>
            </a:avLst>
          </a:prstGeom>
          <a:solidFill>
            <a:schemeClr val="tx2"/>
          </a:solidFill>
        </p:spPr>
        <p:txBody>
          <a:bodyPr anchor="ctr">
            <a:noAutofit/>
          </a:bodyPr>
          <a:lstStyle>
            <a:lvl1pPr marL="0" indent="0" algn="ctr">
              <a:buNone/>
              <a:defRPr sz="1400" b="1" i="0" baseline="0">
                <a:solidFill>
                  <a:schemeClr val="bg1"/>
                </a:solidFill>
              </a:defRPr>
            </a:lvl1pPr>
          </a:lstStyle>
          <a:p>
            <a:endParaRPr lang="en-GB"/>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6096000" y="1749425"/>
            <a:ext cx="2857500" cy="516700"/>
          </a:xfrm>
          <a:prstGeom prst="chevron">
            <a:avLst>
              <a:gd name="adj" fmla="val 26962"/>
            </a:avLst>
          </a:prstGeom>
          <a:solidFill>
            <a:schemeClr val="accent1"/>
          </a:solidFill>
        </p:spPr>
        <p:txBody>
          <a:bodyPr anchor="ctr">
            <a:noAutofit/>
          </a:bodyPr>
          <a:lstStyle>
            <a:lvl1pPr marL="0" indent="0" algn="ctr">
              <a:buNone/>
              <a:defRPr sz="1400" b="1" i="0" baseline="0">
                <a:solidFill>
                  <a:schemeClr val="bg1"/>
                </a:solidFill>
              </a:defRPr>
            </a:lvl1pPr>
          </a:lstStyle>
          <a:p>
            <a:endParaRPr lang="en-GB"/>
          </a:p>
        </p:txBody>
      </p:sp>
      <p:sp>
        <p:nvSpPr>
          <p:cNvPr id="25" name="Text Placeholder 7">
            <a:extLst>
              <a:ext uri="{FF2B5EF4-FFF2-40B4-BE49-F238E27FC236}">
                <a16:creationId xmlns:a16="http://schemas.microsoft.com/office/drawing/2014/main" id="{0E2F756F-AF03-4556-9289-CDB256A92958}"/>
              </a:ext>
            </a:extLst>
          </p:cNvPr>
          <p:cNvSpPr>
            <a:spLocks noGrp="1"/>
          </p:cNvSpPr>
          <p:nvPr>
            <p:ph type="body" sz="quarter" idx="20"/>
          </p:nvPr>
        </p:nvSpPr>
        <p:spPr>
          <a:xfrm>
            <a:off x="8953500" y="1749425"/>
            <a:ext cx="2857500" cy="516700"/>
          </a:xfrm>
          <a:prstGeom prst="chevron">
            <a:avLst>
              <a:gd name="adj" fmla="val 26962"/>
            </a:avLst>
          </a:prstGeom>
          <a:solidFill>
            <a:schemeClr val="accent2"/>
          </a:solidFill>
        </p:spPr>
        <p:txBody>
          <a:bodyPr anchor="ctr">
            <a:noAutofit/>
          </a:bodyPr>
          <a:lstStyle>
            <a:lvl1pPr marL="0" indent="0" algn="ctr">
              <a:buNone/>
              <a:defRPr sz="1400" b="1" i="0" baseline="0">
                <a:solidFill>
                  <a:schemeClr val="tx1"/>
                </a:solidFill>
              </a:defRPr>
            </a:lvl1pPr>
          </a:lstStyle>
          <a:p>
            <a:endParaRPr lang="en-GB"/>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1001" y="2417977"/>
            <a:ext cx="2719388"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3">
            <a:extLst>
              <a:ext uri="{FF2B5EF4-FFF2-40B4-BE49-F238E27FC236}">
                <a16:creationId xmlns:a16="http://schemas.microsoft.com/office/drawing/2014/main" id="{E4FD5B61-4970-4EDF-A8D3-1142E965C9AF}"/>
              </a:ext>
            </a:extLst>
          </p:cNvPr>
          <p:cNvSpPr>
            <a:spLocks noGrp="1"/>
          </p:cNvSpPr>
          <p:nvPr>
            <p:ph type="body" sz="quarter" idx="25"/>
          </p:nvPr>
        </p:nvSpPr>
        <p:spPr>
          <a:xfrm>
            <a:off x="3238501" y="2417977"/>
            <a:ext cx="2719388"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3">
            <a:extLst>
              <a:ext uri="{FF2B5EF4-FFF2-40B4-BE49-F238E27FC236}">
                <a16:creationId xmlns:a16="http://schemas.microsoft.com/office/drawing/2014/main" id="{73517E32-367A-4F58-B9B2-4BBA9810B22A}"/>
              </a:ext>
            </a:extLst>
          </p:cNvPr>
          <p:cNvSpPr>
            <a:spLocks noGrp="1"/>
          </p:cNvSpPr>
          <p:nvPr>
            <p:ph type="body" sz="quarter" idx="26"/>
          </p:nvPr>
        </p:nvSpPr>
        <p:spPr>
          <a:xfrm>
            <a:off x="6096001" y="2417977"/>
            <a:ext cx="2719388"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3">
            <a:extLst>
              <a:ext uri="{FF2B5EF4-FFF2-40B4-BE49-F238E27FC236}">
                <a16:creationId xmlns:a16="http://schemas.microsoft.com/office/drawing/2014/main" id="{27CFCDD1-7300-49D4-B6A4-17076059AC61}"/>
              </a:ext>
            </a:extLst>
          </p:cNvPr>
          <p:cNvSpPr>
            <a:spLocks noGrp="1"/>
          </p:cNvSpPr>
          <p:nvPr>
            <p:ph type="body" sz="quarter" idx="27"/>
          </p:nvPr>
        </p:nvSpPr>
        <p:spPr>
          <a:xfrm>
            <a:off x="8953500" y="2417977"/>
            <a:ext cx="2719388"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25732054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ive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2271469" cy="504000"/>
          </a:xfrm>
          <a:prstGeom prst="chevron">
            <a:avLst>
              <a:gd name="adj" fmla="val 26962"/>
            </a:avLst>
          </a:prstGeom>
          <a:solidFill>
            <a:schemeClr val="bg2"/>
          </a:solidFill>
        </p:spPr>
        <p:txBody>
          <a:bodyPr anchor="ctr">
            <a:noAutofit/>
          </a:bodyPr>
          <a:lstStyle>
            <a:lvl1pPr marL="0" indent="0" algn="ctr">
              <a:buNone/>
              <a:defRPr sz="1400" b="1" i="0" baseline="0">
                <a:solidFill>
                  <a:schemeClr val="bg1"/>
                </a:solidFill>
              </a:defRPr>
            </a:lvl1pPr>
          </a:lstStyle>
          <a:p>
            <a:endParaRPr lang="en-GB"/>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2670633" y="1749425"/>
            <a:ext cx="2271469" cy="504000"/>
          </a:xfrm>
          <a:prstGeom prst="chevron">
            <a:avLst>
              <a:gd name="adj" fmla="val 26962"/>
            </a:avLst>
          </a:prstGeom>
          <a:solidFill>
            <a:schemeClr val="tx2"/>
          </a:solidFill>
        </p:spPr>
        <p:txBody>
          <a:bodyPr anchor="ctr">
            <a:noAutofit/>
          </a:bodyPr>
          <a:lstStyle>
            <a:lvl1pPr marL="0" indent="0" algn="ctr">
              <a:buNone/>
              <a:defRPr sz="1400" b="1" i="0" baseline="0">
                <a:solidFill>
                  <a:schemeClr val="bg1"/>
                </a:solidFill>
              </a:defRPr>
            </a:lvl1pPr>
          </a:lstStyle>
          <a:p>
            <a:endParaRPr lang="en-GB"/>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4960266" y="1749425"/>
            <a:ext cx="2271469" cy="504000"/>
          </a:xfrm>
          <a:prstGeom prst="chevron">
            <a:avLst>
              <a:gd name="adj" fmla="val 26962"/>
            </a:avLst>
          </a:prstGeom>
          <a:solidFill>
            <a:schemeClr val="accent1"/>
          </a:solidFill>
        </p:spPr>
        <p:txBody>
          <a:bodyPr anchor="ctr">
            <a:noAutofit/>
          </a:bodyPr>
          <a:lstStyle>
            <a:lvl1pPr marL="0" indent="0" algn="ctr">
              <a:buNone/>
              <a:defRPr sz="1400" b="1" i="0" baseline="0">
                <a:solidFill>
                  <a:schemeClr val="bg1"/>
                </a:solidFill>
              </a:defRPr>
            </a:lvl1pPr>
          </a:lstStyle>
          <a:p>
            <a:endParaRPr lang="en-GB"/>
          </a:p>
        </p:txBody>
      </p:sp>
      <p:sp>
        <p:nvSpPr>
          <p:cNvPr id="25" name="Text Placeholder 7">
            <a:extLst>
              <a:ext uri="{FF2B5EF4-FFF2-40B4-BE49-F238E27FC236}">
                <a16:creationId xmlns:a16="http://schemas.microsoft.com/office/drawing/2014/main" id="{0E2F756F-AF03-4556-9289-CDB256A92958}"/>
              </a:ext>
            </a:extLst>
          </p:cNvPr>
          <p:cNvSpPr>
            <a:spLocks noGrp="1"/>
          </p:cNvSpPr>
          <p:nvPr>
            <p:ph type="body" sz="quarter" idx="20"/>
          </p:nvPr>
        </p:nvSpPr>
        <p:spPr>
          <a:xfrm>
            <a:off x="7249899" y="1749425"/>
            <a:ext cx="2271469" cy="504000"/>
          </a:xfrm>
          <a:prstGeom prst="chevron">
            <a:avLst>
              <a:gd name="adj" fmla="val 26962"/>
            </a:avLst>
          </a:prstGeom>
          <a:solidFill>
            <a:schemeClr val="accent2"/>
          </a:solidFill>
        </p:spPr>
        <p:txBody>
          <a:bodyPr anchor="ctr">
            <a:noAutofit/>
          </a:bodyPr>
          <a:lstStyle>
            <a:lvl1pPr marL="0" indent="0" algn="ctr">
              <a:buNone/>
              <a:defRPr sz="1400" b="1" i="0" baseline="0">
                <a:solidFill>
                  <a:schemeClr val="tx1"/>
                </a:solidFill>
              </a:defRPr>
            </a:lvl1pPr>
          </a:lstStyle>
          <a:p>
            <a:endParaRPr lang="en-GB"/>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1001"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3">
            <a:extLst>
              <a:ext uri="{FF2B5EF4-FFF2-40B4-BE49-F238E27FC236}">
                <a16:creationId xmlns:a16="http://schemas.microsoft.com/office/drawing/2014/main" id="{E4FD5B61-4970-4EDF-A8D3-1142E965C9AF}"/>
              </a:ext>
            </a:extLst>
          </p:cNvPr>
          <p:cNvSpPr>
            <a:spLocks noGrp="1"/>
          </p:cNvSpPr>
          <p:nvPr>
            <p:ph type="body" sz="quarter" idx="25"/>
          </p:nvPr>
        </p:nvSpPr>
        <p:spPr>
          <a:xfrm>
            <a:off x="2670633"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3">
            <a:extLst>
              <a:ext uri="{FF2B5EF4-FFF2-40B4-BE49-F238E27FC236}">
                <a16:creationId xmlns:a16="http://schemas.microsoft.com/office/drawing/2014/main" id="{73517E32-367A-4F58-B9B2-4BBA9810B22A}"/>
              </a:ext>
            </a:extLst>
          </p:cNvPr>
          <p:cNvSpPr>
            <a:spLocks noGrp="1"/>
          </p:cNvSpPr>
          <p:nvPr>
            <p:ph type="body" sz="quarter" idx="26"/>
          </p:nvPr>
        </p:nvSpPr>
        <p:spPr>
          <a:xfrm>
            <a:off x="4960265"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2" name="Text Placeholder 3">
            <a:extLst>
              <a:ext uri="{FF2B5EF4-FFF2-40B4-BE49-F238E27FC236}">
                <a16:creationId xmlns:a16="http://schemas.microsoft.com/office/drawing/2014/main" id="{27CFCDD1-7300-49D4-B6A4-17076059AC61}"/>
              </a:ext>
            </a:extLst>
          </p:cNvPr>
          <p:cNvSpPr>
            <a:spLocks noGrp="1"/>
          </p:cNvSpPr>
          <p:nvPr>
            <p:ph type="body" sz="quarter" idx="27"/>
          </p:nvPr>
        </p:nvSpPr>
        <p:spPr>
          <a:xfrm>
            <a:off x="7249897"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p:txBody>
          <a:bodyPr>
            <a:noAutofit/>
          </a:bodyPr>
          <a:lstStyle/>
          <a:p>
            <a:r>
              <a:rPr lang="en-US"/>
              <a:t>Click to edit Master title style</a:t>
            </a:r>
            <a:endParaRPr lang="en-IN"/>
          </a:p>
        </p:txBody>
      </p:sp>
      <p:sp>
        <p:nvSpPr>
          <p:cNvPr id="3" name="Text Placeholder 7">
            <a:extLst>
              <a:ext uri="{FF2B5EF4-FFF2-40B4-BE49-F238E27FC236}">
                <a16:creationId xmlns:a16="http://schemas.microsoft.com/office/drawing/2014/main" id="{38464CEC-1C7A-8E0B-F258-D087CBCFF63E}"/>
              </a:ext>
            </a:extLst>
          </p:cNvPr>
          <p:cNvSpPr>
            <a:spLocks noGrp="1"/>
          </p:cNvSpPr>
          <p:nvPr>
            <p:ph type="body" sz="quarter" idx="28"/>
          </p:nvPr>
        </p:nvSpPr>
        <p:spPr>
          <a:xfrm>
            <a:off x="9539531" y="1749425"/>
            <a:ext cx="2271469" cy="504000"/>
          </a:xfrm>
          <a:prstGeom prst="chevron">
            <a:avLst>
              <a:gd name="adj" fmla="val 26962"/>
            </a:avLst>
          </a:prstGeom>
          <a:solidFill>
            <a:schemeClr val="accent4"/>
          </a:solidFill>
        </p:spPr>
        <p:txBody>
          <a:bodyPr anchor="ctr">
            <a:noAutofit/>
          </a:bodyPr>
          <a:lstStyle>
            <a:lvl1pPr marL="0" indent="0" algn="ctr">
              <a:buNone/>
              <a:defRPr sz="1400" b="1" i="0" baseline="0">
                <a:solidFill>
                  <a:schemeClr val="bg1"/>
                </a:solidFill>
              </a:defRPr>
            </a:lvl1pPr>
          </a:lstStyle>
          <a:p>
            <a:endParaRPr lang="en-GB"/>
          </a:p>
        </p:txBody>
      </p:sp>
      <p:sp>
        <p:nvSpPr>
          <p:cNvPr id="5" name="Text Placeholder 3">
            <a:extLst>
              <a:ext uri="{FF2B5EF4-FFF2-40B4-BE49-F238E27FC236}">
                <a16:creationId xmlns:a16="http://schemas.microsoft.com/office/drawing/2014/main" id="{2DCB5F0D-C136-0E07-F651-2F5233B7F4F1}"/>
              </a:ext>
            </a:extLst>
          </p:cNvPr>
          <p:cNvSpPr>
            <a:spLocks noGrp="1"/>
          </p:cNvSpPr>
          <p:nvPr>
            <p:ph type="body" sz="quarter" idx="29"/>
          </p:nvPr>
        </p:nvSpPr>
        <p:spPr>
          <a:xfrm>
            <a:off x="9539531" y="2417977"/>
            <a:ext cx="2152649" cy="3741523"/>
          </a:xfrm>
        </p:spPr>
        <p:txBody>
          <a:bodyPr lIns="90000" tIns="90000" rIns="90000" bIns="90000">
            <a:noAutofit/>
          </a:bodyPr>
          <a:lstStyle>
            <a:lvl1pPr marL="228600">
              <a:defRPr sz="1200" baseline="0"/>
            </a:lvl1pPr>
            <a:lvl2pPr marL="457200">
              <a:defRPr sz="1200" baseline="0"/>
            </a:lvl2pPr>
            <a:lvl3pPr marL="685800">
              <a:defRPr sz="1200" baseline="0"/>
            </a:lvl3pPr>
            <a:lvl4pPr marL="914400">
              <a:defRPr sz="1200" baseline="0"/>
            </a:lvl4pPr>
            <a:lvl5pPr marL="1143000">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090279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ix part chevrons">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7" name="Text Placeholder 7">
            <a:extLst>
              <a:ext uri="{FF2B5EF4-FFF2-40B4-BE49-F238E27FC236}">
                <a16:creationId xmlns:a16="http://schemas.microsoft.com/office/drawing/2014/main" id="{0770FB51-6B1D-43B0-AAAF-B8BCEABF3643}"/>
              </a:ext>
            </a:extLst>
          </p:cNvPr>
          <p:cNvSpPr>
            <a:spLocks noGrp="1"/>
          </p:cNvSpPr>
          <p:nvPr>
            <p:ph type="body" sz="quarter" idx="17"/>
          </p:nvPr>
        </p:nvSpPr>
        <p:spPr>
          <a:xfrm>
            <a:off x="381000" y="1749425"/>
            <a:ext cx="1966629" cy="504000"/>
          </a:xfrm>
          <a:prstGeom prst="chevron">
            <a:avLst>
              <a:gd name="adj" fmla="val 26962"/>
            </a:avLst>
          </a:prstGeom>
          <a:solidFill>
            <a:schemeClr val="bg2"/>
          </a:solidFill>
        </p:spPr>
        <p:txBody>
          <a:bodyPr anchor="ctr">
            <a:noAutofit/>
          </a:bodyPr>
          <a:lstStyle>
            <a:lvl1pPr marL="0" indent="0" algn="ctr">
              <a:buNone/>
              <a:defRPr sz="1200" b="1" i="0" baseline="0">
                <a:solidFill>
                  <a:schemeClr val="bg1"/>
                </a:solidFill>
              </a:defRPr>
            </a:lvl1pPr>
          </a:lstStyle>
          <a:p>
            <a:endParaRPr lang="en-GB"/>
          </a:p>
        </p:txBody>
      </p:sp>
      <p:sp>
        <p:nvSpPr>
          <p:cNvPr id="23" name="Text Placeholder 7">
            <a:extLst>
              <a:ext uri="{FF2B5EF4-FFF2-40B4-BE49-F238E27FC236}">
                <a16:creationId xmlns:a16="http://schemas.microsoft.com/office/drawing/2014/main" id="{82DA3F1F-56DE-4787-86A2-2B94AD7C77F5}"/>
              </a:ext>
            </a:extLst>
          </p:cNvPr>
          <p:cNvSpPr>
            <a:spLocks noGrp="1"/>
          </p:cNvSpPr>
          <p:nvPr>
            <p:ph type="body" sz="quarter" idx="18"/>
          </p:nvPr>
        </p:nvSpPr>
        <p:spPr>
          <a:xfrm>
            <a:off x="2283135" y="1749425"/>
            <a:ext cx="1966629" cy="504000"/>
          </a:xfrm>
          <a:prstGeom prst="chevron">
            <a:avLst>
              <a:gd name="adj" fmla="val 26962"/>
            </a:avLst>
          </a:prstGeom>
          <a:solidFill>
            <a:schemeClr val="tx2"/>
          </a:solidFill>
        </p:spPr>
        <p:txBody>
          <a:bodyPr anchor="ctr">
            <a:noAutofit/>
          </a:bodyPr>
          <a:lstStyle>
            <a:lvl1pPr marL="0" indent="0" algn="ctr">
              <a:buNone/>
              <a:defRPr sz="1200" b="1" i="0" baseline="0">
                <a:solidFill>
                  <a:schemeClr val="bg1"/>
                </a:solidFill>
              </a:defRPr>
            </a:lvl1pPr>
          </a:lstStyle>
          <a:p>
            <a:endParaRPr lang="en-GB"/>
          </a:p>
        </p:txBody>
      </p:sp>
      <p:sp>
        <p:nvSpPr>
          <p:cNvPr id="24" name="Text Placeholder 7">
            <a:extLst>
              <a:ext uri="{FF2B5EF4-FFF2-40B4-BE49-F238E27FC236}">
                <a16:creationId xmlns:a16="http://schemas.microsoft.com/office/drawing/2014/main" id="{3271F74A-8499-4B2F-8285-329F39903DF9}"/>
              </a:ext>
            </a:extLst>
          </p:cNvPr>
          <p:cNvSpPr>
            <a:spLocks noGrp="1"/>
          </p:cNvSpPr>
          <p:nvPr>
            <p:ph type="body" sz="quarter" idx="19"/>
          </p:nvPr>
        </p:nvSpPr>
        <p:spPr>
          <a:xfrm>
            <a:off x="4185270" y="1749425"/>
            <a:ext cx="1966629" cy="504000"/>
          </a:xfrm>
          <a:prstGeom prst="chevron">
            <a:avLst>
              <a:gd name="adj" fmla="val 26962"/>
            </a:avLst>
          </a:prstGeom>
          <a:solidFill>
            <a:schemeClr val="accent1"/>
          </a:solidFill>
        </p:spPr>
        <p:txBody>
          <a:bodyPr anchor="ctr">
            <a:noAutofit/>
          </a:bodyPr>
          <a:lstStyle>
            <a:lvl1pPr marL="0" indent="0" algn="ctr">
              <a:buNone/>
              <a:defRPr sz="1200" b="1" i="0" baseline="0">
                <a:solidFill>
                  <a:schemeClr val="bg1"/>
                </a:solidFill>
              </a:defRPr>
            </a:lvl1pPr>
          </a:lstStyle>
          <a:p>
            <a:endParaRPr lang="en-GB"/>
          </a:p>
        </p:txBody>
      </p:sp>
      <p:sp>
        <p:nvSpPr>
          <p:cNvPr id="25" name="Text Placeholder 7">
            <a:extLst>
              <a:ext uri="{FF2B5EF4-FFF2-40B4-BE49-F238E27FC236}">
                <a16:creationId xmlns:a16="http://schemas.microsoft.com/office/drawing/2014/main" id="{0E2F756F-AF03-4556-9289-CDB256A92958}"/>
              </a:ext>
            </a:extLst>
          </p:cNvPr>
          <p:cNvSpPr>
            <a:spLocks noGrp="1"/>
          </p:cNvSpPr>
          <p:nvPr>
            <p:ph type="body" sz="quarter" idx="20"/>
          </p:nvPr>
        </p:nvSpPr>
        <p:spPr>
          <a:xfrm>
            <a:off x="6087405" y="1749425"/>
            <a:ext cx="1966629" cy="504000"/>
          </a:xfrm>
          <a:prstGeom prst="chevron">
            <a:avLst>
              <a:gd name="adj" fmla="val 26962"/>
            </a:avLst>
          </a:prstGeom>
          <a:solidFill>
            <a:schemeClr val="accent2"/>
          </a:solidFill>
        </p:spPr>
        <p:txBody>
          <a:bodyPr anchor="ctr">
            <a:noAutofit/>
          </a:bodyPr>
          <a:lstStyle>
            <a:lvl1pPr marL="0" indent="0" algn="ctr">
              <a:buNone/>
              <a:defRPr sz="1200" b="1" i="0" baseline="0">
                <a:solidFill>
                  <a:schemeClr val="tx1"/>
                </a:solidFill>
              </a:defRPr>
            </a:lvl1pPr>
          </a:lstStyle>
          <a:p>
            <a:endParaRPr lang="en-GB"/>
          </a:p>
        </p:txBody>
      </p:sp>
      <p:sp>
        <p:nvSpPr>
          <p:cNvPr id="4" name="Text Placeholder 3">
            <a:extLst>
              <a:ext uri="{FF2B5EF4-FFF2-40B4-BE49-F238E27FC236}">
                <a16:creationId xmlns:a16="http://schemas.microsoft.com/office/drawing/2014/main" id="{BB0447A8-4907-468D-99F0-24075958AA7B}"/>
              </a:ext>
            </a:extLst>
          </p:cNvPr>
          <p:cNvSpPr>
            <a:spLocks noGrp="1"/>
          </p:cNvSpPr>
          <p:nvPr>
            <p:ph type="body" sz="quarter" idx="24"/>
          </p:nvPr>
        </p:nvSpPr>
        <p:spPr>
          <a:xfrm>
            <a:off x="38100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22A2933A-2DB0-ED61-A572-3A59CD197D87}"/>
              </a:ext>
            </a:extLst>
          </p:cNvPr>
          <p:cNvSpPr>
            <a:spLocks noGrp="1"/>
          </p:cNvSpPr>
          <p:nvPr>
            <p:ph type="title"/>
          </p:nvPr>
        </p:nvSpPr>
        <p:spPr/>
        <p:txBody>
          <a:bodyPr>
            <a:noAutofit/>
          </a:bodyPr>
          <a:lstStyle/>
          <a:p>
            <a:r>
              <a:rPr lang="en-US"/>
              <a:t>Click to edit Master title style</a:t>
            </a:r>
            <a:endParaRPr lang="en-IN"/>
          </a:p>
        </p:txBody>
      </p:sp>
      <p:sp>
        <p:nvSpPr>
          <p:cNvPr id="3" name="Text Placeholder 7">
            <a:extLst>
              <a:ext uri="{FF2B5EF4-FFF2-40B4-BE49-F238E27FC236}">
                <a16:creationId xmlns:a16="http://schemas.microsoft.com/office/drawing/2014/main" id="{38464CEC-1C7A-8E0B-F258-D087CBCFF63E}"/>
              </a:ext>
            </a:extLst>
          </p:cNvPr>
          <p:cNvSpPr>
            <a:spLocks noGrp="1"/>
          </p:cNvSpPr>
          <p:nvPr>
            <p:ph type="body" sz="quarter" idx="28"/>
          </p:nvPr>
        </p:nvSpPr>
        <p:spPr>
          <a:xfrm>
            <a:off x="7989540" y="1749425"/>
            <a:ext cx="1966629" cy="504000"/>
          </a:xfrm>
          <a:prstGeom prst="chevron">
            <a:avLst>
              <a:gd name="adj" fmla="val 26962"/>
            </a:avLst>
          </a:prstGeom>
          <a:solidFill>
            <a:schemeClr val="accent4"/>
          </a:solidFill>
        </p:spPr>
        <p:txBody>
          <a:bodyPr anchor="ctr">
            <a:noAutofit/>
          </a:bodyPr>
          <a:lstStyle>
            <a:lvl1pPr marL="0" indent="0" algn="ctr">
              <a:buNone/>
              <a:defRPr sz="1200" b="1" i="0" baseline="0">
                <a:solidFill>
                  <a:schemeClr val="bg1"/>
                </a:solidFill>
              </a:defRPr>
            </a:lvl1pPr>
          </a:lstStyle>
          <a:p>
            <a:endParaRPr lang="en-GB"/>
          </a:p>
        </p:txBody>
      </p:sp>
      <p:sp>
        <p:nvSpPr>
          <p:cNvPr id="8" name="Text Placeholder 7">
            <a:extLst>
              <a:ext uri="{FF2B5EF4-FFF2-40B4-BE49-F238E27FC236}">
                <a16:creationId xmlns:a16="http://schemas.microsoft.com/office/drawing/2014/main" id="{FA8640A1-3AA7-1A1B-BD34-F5F0771095E9}"/>
              </a:ext>
            </a:extLst>
          </p:cNvPr>
          <p:cNvSpPr>
            <a:spLocks noGrp="1"/>
          </p:cNvSpPr>
          <p:nvPr>
            <p:ph type="body" sz="quarter" idx="30"/>
          </p:nvPr>
        </p:nvSpPr>
        <p:spPr>
          <a:xfrm>
            <a:off x="9891677" y="1749425"/>
            <a:ext cx="1966629" cy="504000"/>
          </a:xfrm>
          <a:prstGeom prst="chevron">
            <a:avLst>
              <a:gd name="adj" fmla="val 26962"/>
            </a:avLst>
          </a:prstGeom>
          <a:solidFill>
            <a:schemeClr val="accent5"/>
          </a:solidFill>
        </p:spPr>
        <p:txBody>
          <a:bodyPr anchor="ctr">
            <a:noAutofit/>
          </a:bodyPr>
          <a:lstStyle>
            <a:lvl1pPr marL="0" indent="0" algn="ctr">
              <a:buNone/>
              <a:defRPr sz="1200" b="1" i="0" baseline="0">
                <a:solidFill>
                  <a:schemeClr val="bg1"/>
                </a:solidFill>
              </a:defRPr>
            </a:lvl1pPr>
          </a:lstStyle>
          <a:p>
            <a:endParaRPr lang="en-GB"/>
          </a:p>
        </p:txBody>
      </p:sp>
      <p:sp>
        <p:nvSpPr>
          <p:cNvPr id="6" name="Text Placeholder 3">
            <a:extLst>
              <a:ext uri="{FF2B5EF4-FFF2-40B4-BE49-F238E27FC236}">
                <a16:creationId xmlns:a16="http://schemas.microsoft.com/office/drawing/2014/main" id="{E9FE6158-DCB2-D7B3-CEEA-A4289F73E29C}"/>
              </a:ext>
            </a:extLst>
          </p:cNvPr>
          <p:cNvSpPr>
            <a:spLocks noGrp="1"/>
          </p:cNvSpPr>
          <p:nvPr>
            <p:ph type="body" sz="quarter" idx="32"/>
          </p:nvPr>
        </p:nvSpPr>
        <p:spPr>
          <a:xfrm>
            <a:off x="9891677"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3">
            <a:extLst>
              <a:ext uri="{FF2B5EF4-FFF2-40B4-BE49-F238E27FC236}">
                <a16:creationId xmlns:a16="http://schemas.microsoft.com/office/drawing/2014/main" id="{C68B6803-2A05-CA78-5E00-151F31089C43}"/>
              </a:ext>
            </a:extLst>
          </p:cNvPr>
          <p:cNvSpPr>
            <a:spLocks noGrp="1"/>
          </p:cNvSpPr>
          <p:nvPr>
            <p:ph type="body" sz="quarter" idx="33"/>
          </p:nvPr>
        </p:nvSpPr>
        <p:spPr>
          <a:xfrm>
            <a:off x="798954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3">
            <a:extLst>
              <a:ext uri="{FF2B5EF4-FFF2-40B4-BE49-F238E27FC236}">
                <a16:creationId xmlns:a16="http://schemas.microsoft.com/office/drawing/2014/main" id="{9023E06C-0384-91B3-3759-82771AD57451}"/>
              </a:ext>
            </a:extLst>
          </p:cNvPr>
          <p:cNvSpPr>
            <a:spLocks noGrp="1"/>
          </p:cNvSpPr>
          <p:nvPr>
            <p:ph type="body" sz="quarter" idx="34"/>
          </p:nvPr>
        </p:nvSpPr>
        <p:spPr>
          <a:xfrm>
            <a:off x="6087406"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Text Placeholder 3">
            <a:extLst>
              <a:ext uri="{FF2B5EF4-FFF2-40B4-BE49-F238E27FC236}">
                <a16:creationId xmlns:a16="http://schemas.microsoft.com/office/drawing/2014/main" id="{3FAF9E9C-5A31-0F33-B687-8650F8F134A3}"/>
              </a:ext>
            </a:extLst>
          </p:cNvPr>
          <p:cNvSpPr>
            <a:spLocks noGrp="1"/>
          </p:cNvSpPr>
          <p:nvPr>
            <p:ph type="body" sz="quarter" idx="35"/>
          </p:nvPr>
        </p:nvSpPr>
        <p:spPr>
          <a:xfrm>
            <a:off x="4185271"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3">
            <a:extLst>
              <a:ext uri="{FF2B5EF4-FFF2-40B4-BE49-F238E27FC236}">
                <a16:creationId xmlns:a16="http://schemas.microsoft.com/office/drawing/2014/main" id="{41DF44C8-1B8A-6FC8-4267-1E100202D942}"/>
              </a:ext>
            </a:extLst>
          </p:cNvPr>
          <p:cNvSpPr>
            <a:spLocks noGrp="1"/>
          </p:cNvSpPr>
          <p:nvPr>
            <p:ph type="body" sz="quarter" idx="36"/>
          </p:nvPr>
        </p:nvSpPr>
        <p:spPr>
          <a:xfrm>
            <a:off x="2283136" y="2417977"/>
            <a:ext cx="1828800" cy="3741523"/>
          </a:xfrm>
        </p:spPr>
        <p:txBody>
          <a:bodyPr lIns="72000" tIns="72000" rIns="72000" bIns="72000">
            <a:noAutofit/>
          </a:bodyPr>
          <a:lstStyle>
            <a:lvl1pPr marL="180000" indent="-180000">
              <a:defRPr sz="1000" baseline="0"/>
            </a:lvl1pPr>
            <a:lvl2pPr marL="360000" indent="-180000">
              <a:defRPr sz="1000" baseline="0"/>
            </a:lvl2pPr>
            <a:lvl3pPr marL="540000" indent="-180000">
              <a:defRPr sz="1000" baseline="0"/>
            </a:lvl3pPr>
            <a:lvl4pPr marL="720000" indent="-180000">
              <a:defRPr sz="1000" baseline="0"/>
            </a:lvl4pPr>
            <a:lvl5pPr marL="900000" indent="-180000">
              <a:defRPr sz="10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3313536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able style 2">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7" name="Text Placeholder 6">
            <a:extLst>
              <a:ext uri="{FF2B5EF4-FFF2-40B4-BE49-F238E27FC236}">
                <a16:creationId xmlns:a16="http://schemas.microsoft.com/office/drawing/2014/main" id="{2ED6BD6F-3D42-44DD-B3DF-271B085640E4}"/>
              </a:ext>
            </a:extLst>
          </p:cNvPr>
          <p:cNvSpPr>
            <a:spLocks noGrp="1"/>
          </p:cNvSpPr>
          <p:nvPr>
            <p:ph type="body" sz="quarter" idx="19"/>
          </p:nvPr>
        </p:nvSpPr>
        <p:spPr>
          <a:xfrm>
            <a:off x="381000" y="2350632"/>
            <a:ext cx="2743200" cy="806407"/>
          </a:xfrm>
        </p:spPr>
        <p:txBody>
          <a:bodyPr lIns="90000"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18" name="Text Placeholder 17">
            <a:extLst>
              <a:ext uri="{FF2B5EF4-FFF2-40B4-BE49-F238E27FC236}">
                <a16:creationId xmlns:a16="http://schemas.microsoft.com/office/drawing/2014/main" id="{CAE43DB4-051C-4304-9631-9084EA035E83}"/>
              </a:ext>
            </a:extLst>
          </p:cNvPr>
          <p:cNvSpPr>
            <a:spLocks noGrp="1"/>
          </p:cNvSpPr>
          <p:nvPr>
            <p:ph type="body" sz="quarter" idx="26"/>
          </p:nvPr>
        </p:nvSpPr>
        <p:spPr>
          <a:xfrm>
            <a:off x="3210262" y="2350632"/>
            <a:ext cx="8472803" cy="806407"/>
          </a:xfrm>
        </p:spPr>
        <p:txBody>
          <a:bodyPr lIns="90000"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0" name="Text Placeholder 6">
            <a:extLst>
              <a:ext uri="{FF2B5EF4-FFF2-40B4-BE49-F238E27FC236}">
                <a16:creationId xmlns:a16="http://schemas.microsoft.com/office/drawing/2014/main" id="{90544517-A048-40DF-932A-B75E18619A69}"/>
              </a:ext>
            </a:extLst>
          </p:cNvPr>
          <p:cNvSpPr>
            <a:spLocks noGrp="1"/>
          </p:cNvSpPr>
          <p:nvPr>
            <p:ph type="body" sz="quarter" idx="21"/>
          </p:nvPr>
        </p:nvSpPr>
        <p:spPr>
          <a:xfrm>
            <a:off x="381000" y="3351453"/>
            <a:ext cx="2743200" cy="806407"/>
          </a:xfrm>
        </p:spPr>
        <p:txBody>
          <a:bodyPr lIns="90000"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2" name="Text Placeholder 17">
            <a:extLst>
              <a:ext uri="{FF2B5EF4-FFF2-40B4-BE49-F238E27FC236}">
                <a16:creationId xmlns:a16="http://schemas.microsoft.com/office/drawing/2014/main" id="{9347B8D2-A3BC-46D3-B7D9-A5AB1CA5E6F3}"/>
              </a:ext>
            </a:extLst>
          </p:cNvPr>
          <p:cNvSpPr>
            <a:spLocks noGrp="1"/>
          </p:cNvSpPr>
          <p:nvPr>
            <p:ph type="body" sz="quarter" idx="27"/>
          </p:nvPr>
        </p:nvSpPr>
        <p:spPr>
          <a:xfrm>
            <a:off x="3210262" y="3351453"/>
            <a:ext cx="8472803" cy="806407"/>
          </a:xfrm>
        </p:spPr>
        <p:txBody>
          <a:bodyPr lIns="90000"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2" name="Text Placeholder 6">
            <a:extLst>
              <a:ext uri="{FF2B5EF4-FFF2-40B4-BE49-F238E27FC236}">
                <a16:creationId xmlns:a16="http://schemas.microsoft.com/office/drawing/2014/main" id="{7C0B73FD-94B8-46D0-A27E-A927E824AF71}"/>
              </a:ext>
            </a:extLst>
          </p:cNvPr>
          <p:cNvSpPr>
            <a:spLocks noGrp="1"/>
          </p:cNvSpPr>
          <p:nvPr>
            <p:ph type="body" sz="quarter" idx="23"/>
          </p:nvPr>
        </p:nvSpPr>
        <p:spPr>
          <a:xfrm>
            <a:off x="381000" y="4352274"/>
            <a:ext cx="2743200" cy="806407"/>
          </a:xfrm>
        </p:spPr>
        <p:txBody>
          <a:bodyPr lIns="90000"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3" name="Text Placeholder 17">
            <a:extLst>
              <a:ext uri="{FF2B5EF4-FFF2-40B4-BE49-F238E27FC236}">
                <a16:creationId xmlns:a16="http://schemas.microsoft.com/office/drawing/2014/main" id="{3C71A331-AA90-4DD1-A4A6-8BB65ADFF2C2}"/>
              </a:ext>
            </a:extLst>
          </p:cNvPr>
          <p:cNvSpPr>
            <a:spLocks noGrp="1"/>
          </p:cNvSpPr>
          <p:nvPr>
            <p:ph type="body" sz="quarter" idx="28"/>
          </p:nvPr>
        </p:nvSpPr>
        <p:spPr>
          <a:xfrm>
            <a:off x="3210262" y="4352274"/>
            <a:ext cx="8472803" cy="806407"/>
          </a:xfrm>
        </p:spPr>
        <p:txBody>
          <a:bodyPr lIns="90000"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sp>
        <p:nvSpPr>
          <p:cNvPr id="28" name="Text Placeholder 6">
            <a:extLst>
              <a:ext uri="{FF2B5EF4-FFF2-40B4-BE49-F238E27FC236}">
                <a16:creationId xmlns:a16="http://schemas.microsoft.com/office/drawing/2014/main" id="{A14452FE-099F-4196-9B11-FB7762D34F2E}"/>
              </a:ext>
            </a:extLst>
          </p:cNvPr>
          <p:cNvSpPr>
            <a:spLocks noGrp="1"/>
          </p:cNvSpPr>
          <p:nvPr>
            <p:ph type="body" sz="quarter" idx="25"/>
          </p:nvPr>
        </p:nvSpPr>
        <p:spPr>
          <a:xfrm>
            <a:off x="381000" y="5353093"/>
            <a:ext cx="2743200" cy="806407"/>
          </a:xfrm>
        </p:spPr>
        <p:txBody>
          <a:bodyPr lIns="90000" anchor="ctr">
            <a:noAutofit/>
          </a:bodyPr>
          <a:lstStyle>
            <a:lvl1pPr>
              <a:defRPr lang="en-GB" sz="1200" b="1" kern="1200" baseline="0" dirty="0">
                <a:solidFill>
                  <a:schemeClr val="bg2"/>
                </a:solidFill>
                <a:latin typeface="Arial" panose="020B0604020202020204" pitchFamily="34" charset="0"/>
                <a:ea typeface="+mn-ea"/>
                <a:cs typeface="Arial" panose="020B0604020202020204" pitchFamily="34" charset="0"/>
              </a:defRPr>
            </a:lvl1pPr>
            <a:lvl2pPr>
              <a:defRPr/>
            </a:lvl2pPr>
            <a:lvl3pPr>
              <a:defRPr/>
            </a:lvl3pPr>
            <a:lvl4pPr>
              <a:defRPr/>
            </a:lvl4pPr>
            <a:lvl5pPr>
              <a:defRPr/>
            </a:lvl5pPr>
          </a:lstStyle>
          <a:p>
            <a:pPr marL="0" lvl="0" indent="0" algn="ctr"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4" name="Text Placeholder 17">
            <a:extLst>
              <a:ext uri="{FF2B5EF4-FFF2-40B4-BE49-F238E27FC236}">
                <a16:creationId xmlns:a16="http://schemas.microsoft.com/office/drawing/2014/main" id="{AEA2D9F8-B0E3-41C4-8EFC-C18EDA4454FB}"/>
              </a:ext>
            </a:extLst>
          </p:cNvPr>
          <p:cNvSpPr>
            <a:spLocks noGrp="1"/>
          </p:cNvSpPr>
          <p:nvPr>
            <p:ph type="body" sz="quarter" idx="29"/>
          </p:nvPr>
        </p:nvSpPr>
        <p:spPr>
          <a:xfrm>
            <a:off x="3210262" y="5353093"/>
            <a:ext cx="8472803" cy="806407"/>
          </a:xfrm>
        </p:spPr>
        <p:txBody>
          <a:bodyPr lIns="90000" anchor="ctr">
            <a:noAutofit/>
          </a:bodyPr>
          <a:lstStyle>
            <a:lvl1pPr marL="228600" indent="-228600">
              <a:defRPr lang="en-GB" sz="1200" kern="1200" baseline="0" dirty="0">
                <a:solidFill>
                  <a:schemeClr val="bg2"/>
                </a:solidFill>
                <a:latin typeface="Arial" panose="020B0604020202020204" pitchFamily="34" charset="0"/>
                <a:ea typeface="+mn-ea"/>
                <a:cs typeface="Arial" panose="020B0604020202020204" pitchFamily="34" charset="0"/>
              </a:defRPr>
            </a:lvl1pPr>
            <a:lvl2pPr marL="228600" indent="-228600">
              <a:defRPr/>
            </a:lvl2pPr>
            <a:lvl3pPr marL="228600" indent="-228600">
              <a:defRPr/>
            </a:lvl3pPr>
            <a:lvl4pPr marL="228600" indent="-228600">
              <a:defRPr/>
            </a:lvl4pPr>
            <a:lvl5pPr marL="228600" indent="-228600">
              <a:defRPr/>
            </a:lvl5pPr>
          </a:lstStyle>
          <a:p>
            <a:pPr marL="228600" lvl="0" indent="-228600" algn="l" defTabSz="914400" rtl="0" eaLnBrk="1" latinLnBrk="0" hangingPunct="1">
              <a:lnSpc>
                <a:spcPct val="90000"/>
              </a:lnSpc>
              <a:spcBef>
                <a:spcPts val="1000"/>
              </a:spcBef>
              <a:buFont typeface="Arial" panose="020B0604020202020204" pitchFamily="34" charset="0"/>
              <a:buChar char="•"/>
            </a:pPr>
            <a:r>
              <a:rPr lang="en-US"/>
              <a:t>Click to edit Master text styles</a:t>
            </a:r>
          </a:p>
        </p:txBody>
      </p:sp>
      <p:cxnSp>
        <p:nvCxnSpPr>
          <p:cNvPr id="36" name="Straight Connector 35">
            <a:extLst>
              <a:ext uri="{FF2B5EF4-FFF2-40B4-BE49-F238E27FC236}">
                <a16:creationId xmlns:a16="http://schemas.microsoft.com/office/drawing/2014/main" id="{2AA6A895-2040-4C3E-9A1B-8C415045D378}"/>
              </a:ext>
            </a:extLst>
          </p:cNvPr>
          <p:cNvCxnSpPr>
            <a:cxnSpLocks/>
          </p:cNvCxnSpPr>
          <p:nvPr userDrawn="1"/>
        </p:nvCxnSpPr>
        <p:spPr>
          <a:xfrm>
            <a:off x="381000" y="3254246"/>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EBF287A-0B2E-4BAB-B9FC-B2A7EB6D6166}"/>
              </a:ext>
            </a:extLst>
          </p:cNvPr>
          <p:cNvCxnSpPr>
            <a:cxnSpLocks/>
          </p:cNvCxnSpPr>
          <p:nvPr userDrawn="1"/>
        </p:nvCxnSpPr>
        <p:spPr>
          <a:xfrm>
            <a:off x="381000" y="4255067"/>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B68DB3D-437D-438E-8167-4A133275C366}"/>
              </a:ext>
            </a:extLst>
          </p:cNvPr>
          <p:cNvCxnSpPr>
            <a:cxnSpLocks/>
          </p:cNvCxnSpPr>
          <p:nvPr userDrawn="1"/>
        </p:nvCxnSpPr>
        <p:spPr>
          <a:xfrm>
            <a:off x="381000" y="5255888"/>
            <a:ext cx="1143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8E31A0D-2EED-DF92-2B80-3CF38A89ABF8}"/>
              </a:ext>
            </a:extLst>
          </p:cNvPr>
          <p:cNvSpPr>
            <a:spLocks noGrp="1"/>
          </p:cNvSpPr>
          <p:nvPr>
            <p:ph type="title"/>
          </p:nvPr>
        </p:nvSpPr>
        <p:spPr/>
        <p:txBody>
          <a:bodyPr/>
          <a:lstStyle/>
          <a:p>
            <a:r>
              <a:rPr lang="en-US"/>
              <a:t>Click to edit Master title style</a:t>
            </a:r>
            <a:endParaRPr lang="en-IN"/>
          </a:p>
        </p:txBody>
      </p:sp>
      <p:sp>
        <p:nvSpPr>
          <p:cNvPr id="5" name="Text Placeholder 14">
            <a:extLst>
              <a:ext uri="{FF2B5EF4-FFF2-40B4-BE49-F238E27FC236}">
                <a16:creationId xmlns:a16="http://schemas.microsoft.com/office/drawing/2014/main" id="{B7820746-DCA6-3F9A-E3B3-FEB9F7347C38}"/>
              </a:ext>
            </a:extLst>
          </p:cNvPr>
          <p:cNvSpPr>
            <a:spLocks noGrp="1"/>
          </p:cNvSpPr>
          <p:nvPr>
            <p:ph type="body" sz="quarter" idx="30"/>
          </p:nvPr>
        </p:nvSpPr>
        <p:spPr>
          <a:xfrm>
            <a:off x="381000" y="1749425"/>
            <a:ext cx="2880000" cy="504000"/>
          </a:xfrm>
          <a:prstGeom prst="parallelogram">
            <a:avLst/>
          </a:prstGeom>
          <a:solidFill>
            <a:schemeClr val="bg2"/>
          </a:solidFill>
        </p:spPr>
        <p:txBody>
          <a:bodyPr wrap="none" lIns="0" tIns="45720" rIns="228600" bIns="45720" anchor="ctr">
            <a:noAutofit/>
          </a:bodyPr>
          <a:lstStyle>
            <a:lvl1pPr marL="0" indent="0" algn="ctr">
              <a:lnSpc>
                <a:spcPct val="100000"/>
              </a:lnSpc>
              <a:spcBef>
                <a:spcPts val="0"/>
              </a:spcBef>
              <a:buNone/>
              <a:defRPr sz="1400" b="1" baseline="0">
                <a:solidFill>
                  <a:schemeClr val="bg1"/>
                </a:solidFill>
              </a:defRPr>
            </a:lvl1pPr>
          </a:lstStyle>
          <a:p>
            <a:pPr lvl="0"/>
            <a:endParaRPr lang="en-US"/>
          </a:p>
        </p:txBody>
      </p:sp>
      <p:sp>
        <p:nvSpPr>
          <p:cNvPr id="8" name="Text Placeholder 14">
            <a:extLst>
              <a:ext uri="{FF2B5EF4-FFF2-40B4-BE49-F238E27FC236}">
                <a16:creationId xmlns:a16="http://schemas.microsoft.com/office/drawing/2014/main" id="{6EEF0640-51B7-331B-C0BA-9E9AD074713F}"/>
              </a:ext>
            </a:extLst>
          </p:cNvPr>
          <p:cNvSpPr>
            <a:spLocks noGrp="1"/>
          </p:cNvSpPr>
          <p:nvPr>
            <p:ph type="body" sz="quarter" idx="31"/>
          </p:nvPr>
        </p:nvSpPr>
        <p:spPr>
          <a:xfrm>
            <a:off x="3210262" y="1749425"/>
            <a:ext cx="8600738" cy="504000"/>
          </a:xfrm>
          <a:prstGeom prst="parallelogram">
            <a:avLst/>
          </a:prstGeom>
          <a:solidFill>
            <a:schemeClr val="bg2"/>
          </a:solidFill>
        </p:spPr>
        <p:txBody>
          <a:bodyPr wrap="none" lIns="0" tIns="45720" rIns="228600" bIns="45720" anchor="ctr">
            <a:noAutofit/>
          </a:bodyPr>
          <a:lstStyle>
            <a:lvl1pPr marL="0" indent="0" algn="ctr">
              <a:lnSpc>
                <a:spcPct val="100000"/>
              </a:lnSpc>
              <a:spcBef>
                <a:spcPts val="0"/>
              </a:spcBef>
              <a:buNone/>
              <a:defRPr sz="1400" b="1" baseline="0">
                <a:solidFill>
                  <a:schemeClr val="bg1"/>
                </a:solidFill>
              </a:defRPr>
            </a:lvl1pPr>
          </a:lstStyle>
          <a:p>
            <a:pPr lvl="0"/>
            <a:endParaRPr lang="en-US"/>
          </a:p>
        </p:txBody>
      </p:sp>
    </p:spTree>
    <p:extLst>
      <p:ext uri="{BB962C8B-B14F-4D97-AF65-F5344CB8AC3E}">
        <p14:creationId xmlns:p14="http://schemas.microsoft.com/office/powerpoint/2010/main" val="37698342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Split">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16" name="Text Placeholder 15">
            <a:extLst>
              <a:ext uri="{FF2B5EF4-FFF2-40B4-BE49-F238E27FC236}">
                <a16:creationId xmlns:a16="http://schemas.microsoft.com/office/drawing/2014/main" id="{6E1AA924-420F-3F2E-AD54-8F437A89B111}"/>
              </a:ext>
            </a:extLst>
          </p:cNvPr>
          <p:cNvSpPr>
            <a:spLocks noGrp="1"/>
          </p:cNvSpPr>
          <p:nvPr>
            <p:ph type="body" sz="quarter" idx="13" hasCustomPrompt="1"/>
          </p:nvPr>
        </p:nvSpPr>
        <p:spPr>
          <a:xfrm>
            <a:off x="381000"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a:extLst>
              <a:ext uri="{FF2B5EF4-FFF2-40B4-BE49-F238E27FC236}">
                <a16:creationId xmlns:a16="http://schemas.microsoft.com/office/drawing/2014/main" id="{07DFCC3D-79B1-B2C2-E5FE-DBB8CCD7D526}"/>
              </a:ext>
            </a:extLst>
          </p:cNvPr>
          <p:cNvSpPr>
            <a:spLocks noGrp="1"/>
          </p:cNvSpPr>
          <p:nvPr>
            <p:ph type="body" sz="quarter" idx="14" hasCustomPrompt="1"/>
          </p:nvPr>
        </p:nvSpPr>
        <p:spPr>
          <a:xfrm>
            <a:off x="4252912"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a:extLst>
              <a:ext uri="{FF2B5EF4-FFF2-40B4-BE49-F238E27FC236}">
                <a16:creationId xmlns:a16="http://schemas.microsoft.com/office/drawing/2014/main" id="{79B55756-003A-46FE-BC73-669E725E1109}"/>
              </a:ext>
            </a:extLst>
          </p:cNvPr>
          <p:cNvSpPr>
            <a:spLocks noGrp="1"/>
          </p:cNvSpPr>
          <p:nvPr>
            <p:ph type="body" sz="quarter" idx="15" hasCustomPrompt="1"/>
          </p:nvPr>
        </p:nvSpPr>
        <p:spPr>
          <a:xfrm>
            <a:off x="8124825" y="1749425"/>
            <a:ext cx="3686175" cy="504000"/>
          </a:xfrm>
          <a:prstGeom prst="parallelogram">
            <a:avLst/>
          </a:prstGeom>
          <a:solidFill>
            <a:schemeClr val="accent1"/>
          </a:solidFill>
        </p:spPr>
        <p:txBody>
          <a:bodyPr anchor="ctr">
            <a:noAutofit/>
          </a:bodyPr>
          <a:lstStyle>
            <a:lvl1pPr marL="0" indent="0" algn="ctr">
              <a:lnSpc>
                <a:spcPct val="100000"/>
              </a:lnSpc>
              <a:spcBef>
                <a:spcPts val="0"/>
              </a:spcBef>
              <a:buNone/>
              <a:defRPr sz="1400" b="1" i="0"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a:extLst>
              <a:ext uri="{FF2B5EF4-FFF2-40B4-BE49-F238E27FC236}">
                <a16:creationId xmlns:a16="http://schemas.microsoft.com/office/drawing/2014/main" id="{C318CB7F-C49D-47F1-87E2-FE511F833271}"/>
              </a:ext>
            </a:extLst>
          </p:cNvPr>
          <p:cNvSpPr>
            <a:spLocks noGrp="1"/>
          </p:cNvSpPr>
          <p:nvPr>
            <p:ph type="body" sz="quarter" idx="17"/>
          </p:nvPr>
        </p:nvSpPr>
        <p:spPr>
          <a:xfrm>
            <a:off x="381000" y="2417977"/>
            <a:ext cx="3541321" cy="3741523"/>
          </a:xfrm>
        </p:spPr>
        <p:txBody>
          <a:bodyPr lIns="90000" tIns="90000" rIns="90000" b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3">
            <a:extLst>
              <a:ext uri="{FF2B5EF4-FFF2-40B4-BE49-F238E27FC236}">
                <a16:creationId xmlns:a16="http://schemas.microsoft.com/office/drawing/2014/main" id="{C7DB576C-7497-43FD-8CA9-9BB41AA91466}"/>
              </a:ext>
            </a:extLst>
          </p:cNvPr>
          <p:cNvSpPr>
            <a:spLocks noGrp="1"/>
          </p:cNvSpPr>
          <p:nvPr>
            <p:ph type="body" sz="quarter" idx="18"/>
          </p:nvPr>
        </p:nvSpPr>
        <p:spPr>
          <a:xfrm>
            <a:off x="4252912" y="2417977"/>
            <a:ext cx="3541321" cy="3741523"/>
          </a:xfrm>
        </p:spPr>
        <p:txBody>
          <a:bodyPr lIns="90000" tIns="90000" rIns="90000" b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a:extLst>
              <a:ext uri="{FF2B5EF4-FFF2-40B4-BE49-F238E27FC236}">
                <a16:creationId xmlns:a16="http://schemas.microsoft.com/office/drawing/2014/main" id="{05D5D8F4-49EB-4ED6-A86D-7ACD625444D5}"/>
              </a:ext>
            </a:extLst>
          </p:cNvPr>
          <p:cNvSpPr>
            <a:spLocks noGrp="1"/>
          </p:cNvSpPr>
          <p:nvPr>
            <p:ph type="body" sz="quarter" idx="19"/>
          </p:nvPr>
        </p:nvSpPr>
        <p:spPr>
          <a:xfrm>
            <a:off x="8124825" y="2417977"/>
            <a:ext cx="3541321" cy="3741523"/>
          </a:xfrm>
        </p:spPr>
        <p:txBody>
          <a:bodyPr lIns="90000" tIns="90000" rIns="90000" b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9853CAFF-F64F-99F3-1C15-2943F43BCDD2}"/>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33207624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text three parts v2">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5" name="Text Placeholder 4">
            <a:extLst>
              <a:ext uri="{FF2B5EF4-FFF2-40B4-BE49-F238E27FC236}">
                <a16:creationId xmlns:a16="http://schemas.microsoft.com/office/drawing/2014/main" id="{4C8178B9-9CAB-4111-AFE4-FCD91FCB3423}"/>
              </a:ext>
            </a:extLst>
          </p:cNvPr>
          <p:cNvSpPr>
            <a:spLocks noGrp="1"/>
          </p:cNvSpPr>
          <p:nvPr>
            <p:ph type="body" sz="quarter" idx="20"/>
          </p:nvPr>
        </p:nvSpPr>
        <p:spPr>
          <a:xfrm>
            <a:off x="381000" y="1755073"/>
            <a:ext cx="3749261" cy="595140"/>
          </a:xfrm>
          <a:prstGeom prst="homePlate">
            <a:avLst>
              <a:gd name="adj" fmla="val 27594"/>
            </a:avLst>
          </a:prstGeom>
          <a:solidFill>
            <a:schemeClr val="bg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8E43C7D5-1AE2-4969-8D61-6E81FFDA495F}"/>
              </a:ext>
            </a:extLst>
          </p:cNvPr>
          <p:cNvSpPr>
            <a:spLocks noGrp="1"/>
          </p:cNvSpPr>
          <p:nvPr>
            <p:ph type="body" sz="quarter" idx="21" hasCustomPrompt="1"/>
          </p:nvPr>
        </p:nvSpPr>
        <p:spPr>
          <a:xfrm>
            <a:off x="439565" y="1813638"/>
            <a:ext cx="478010" cy="478010"/>
          </a:xfrm>
          <a:solidFill>
            <a:schemeClr val="bg1"/>
          </a:solidFill>
        </p:spPr>
        <p:txBody>
          <a:bodyPr anchor="ctr">
            <a:noAutofit/>
          </a:bodyPr>
          <a:lstStyle>
            <a:lvl1pPr marL="0" indent="0" algn="ctr">
              <a:buNone/>
              <a:defRPr sz="1400" b="1" i="0" baseline="0">
                <a:solidFill>
                  <a:schemeClr val="bg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29" name="Text Placeholder 4">
            <a:extLst>
              <a:ext uri="{FF2B5EF4-FFF2-40B4-BE49-F238E27FC236}">
                <a16:creationId xmlns:a16="http://schemas.microsoft.com/office/drawing/2014/main" id="{3C12ACDB-7F6E-4D69-AC7C-B8CB4866B410}"/>
              </a:ext>
            </a:extLst>
          </p:cNvPr>
          <p:cNvSpPr>
            <a:spLocks noGrp="1"/>
          </p:cNvSpPr>
          <p:nvPr>
            <p:ph type="body" sz="quarter" idx="22"/>
          </p:nvPr>
        </p:nvSpPr>
        <p:spPr>
          <a:xfrm>
            <a:off x="4221370" y="1755073"/>
            <a:ext cx="3749261" cy="595140"/>
          </a:xfrm>
          <a:prstGeom prst="homePlate">
            <a:avLst>
              <a:gd name="adj" fmla="val 27594"/>
            </a:avLst>
          </a:prstGeom>
          <a:solidFill>
            <a:schemeClr val="tx2"/>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0" name="Text Placeholder 6">
            <a:extLst>
              <a:ext uri="{FF2B5EF4-FFF2-40B4-BE49-F238E27FC236}">
                <a16:creationId xmlns:a16="http://schemas.microsoft.com/office/drawing/2014/main" id="{382F72FC-E817-4134-991D-E5C6F62508B5}"/>
              </a:ext>
            </a:extLst>
          </p:cNvPr>
          <p:cNvSpPr>
            <a:spLocks noGrp="1"/>
          </p:cNvSpPr>
          <p:nvPr>
            <p:ph type="body" sz="quarter" idx="23" hasCustomPrompt="1"/>
          </p:nvPr>
        </p:nvSpPr>
        <p:spPr>
          <a:xfrm>
            <a:off x="4279935" y="1813638"/>
            <a:ext cx="478010" cy="478010"/>
          </a:xfrm>
          <a:solidFill>
            <a:schemeClr val="bg1"/>
          </a:solidFill>
        </p:spPr>
        <p:txBody>
          <a:bodyPr anchor="ctr">
            <a:noAutofit/>
          </a:bodyPr>
          <a:lstStyle>
            <a:lvl1pPr marL="0" indent="0" algn="ctr">
              <a:buNone/>
              <a:defRPr sz="1400" b="1" i="0" baseline="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31" name="Text Placeholder 4">
            <a:extLst>
              <a:ext uri="{FF2B5EF4-FFF2-40B4-BE49-F238E27FC236}">
                <a16:creationId xmlns:a16="http://schemas.microsoft.com/office/drawing/2014/main" id="{4718546A-E34E-48A7-97E3-DA30E04D45C6}"/>
              </a:ext>
            </a:extLst>
          </p:cNvPr>
          <p:cNvSpPr>
            <a:spLocks noGrp="1"/>
          </p:cNvSpPr>
          <p:nvPr>
            <p:ph type="body" sz="quarter" idx="24"/>
          </p:nvPr>
        </p:nvSpPr>
        <p:spPr>
          <a:xfrm>
            <a:off x="8061739" y="1755073"/>
            <a:ext cx="3749261" cy="595140"/>
          </a:xfrm>
          <a:prstGeom prst="homePlate">
            <a:avLst>
              <a:gd name="adj" fmla="val 27594"/>
            </a:avLst>
          </a:prstGeom>
          <a:solidFill>
            <a:schemeClr val="accent1"/>
          </a:solidFill>
          <a:ln w="3175">
            <a:noFill/>
          </a:ln>
        </p:spPr>
        <p:txBody>
          <a:bodyPr lIns="640080" anchor="ctr">
            <a:noAutofit/>
          </a:bodyPr>
          <a:lstStyle>
            <a:lvl1pPr marL="0" indent="0" algn="l">
              <a:buNone/>
              <a:defRPr sz="1400" b="1" baseline="0">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p:txBody>
      </p:sp>
      <p:sp>
        <p:nvSpPr>
          <p:cNvPr id="32" name="Text Placeholder 6">
            <a:extLst>
              <a:ext uri="{FF2B5EF4-FFF2-40B4-BE49-F238E27FC236}">
                <a16:creationId xmlns:a16="http://schemas.microsoft.com/office/drawing/2014/main" id="{C416119A-9667-46B0-9AAA-E60DFF5910ED}"/>
              </a:ext>
            </a:extLst>
          </p:cNvPr>
          <p:cNvSpPr>
            <a:spLocks noGrp="1"/>
          </p:cNvSpPr>
          <p:nvPr>
            <p:ph type="body" sz="quarter" idx="25" hasCustomPrompt="1"/>
          </p:nvPr>
        </p:nvSpPr>
        <p:spPr>
          <a:xfrm>
            <a:off x="8120304" y="1813638"/>
            <a:ext cx="478010" cy="478010"/>
          </a:xfrm>
          <a:solidFill>
            <a:schemeClr val="bg1"/>
          </a:solidFill>
        </p:spPr>
        <p:txBody>
          <a:bodyPr anchor="ctr">
            <a:noAutofit/>
          </a:bodyPr>
          <a:lstStyle>
            <a:lvl1pPr marL="0" indent="0" algn="ctr">
              <a:buNone/>
              <a:defRPr sz="1400" b="1" i="0" baseline="0">
                <a:solidFill>
                  <a:schemeClr val="accent1"/>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a:t>
            </a:r>
          </a:p>
        </p:txBody>
      </p:sp>
      <p:sp>
        <p:nvSpPr>
          <p:cNvPr id="4" name="Text Placeholder 3">
            <a:extLst>
              <a:ext uri="{FF2B5EF4-FFF2-40B4-BE49-F238E27FC236}">
                <a16:creationId xmlns:a16="http://schemas.microsoft.com/office/drawing/2014/main" id="{C318CB7F-C49D-47F1-87E2-FE511F833271}"/>
              </a:ext>
            </a:extLst>
          </p:cNvPr>
          <p:cNvSpPr>
            <a:spLocks noGrp="1"/>
          </p:cNvSpPr>
          <p:nvPr>
            <p:ph type="body" sz="quarter" idx="17"/>
          </p:nvPr>
        </p:nvSpPr>
        <p:spPr>
          <a:xfrm>
            <a:off x="381000" y="2417977"/>
            <a:ext cx="3578493" cy="3741523"/>
          </a:xfrm>
        </p:spPr>
        <p:txBody>
          <a:bodyPr l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3">
            <a:extLst>
              <a:ext uri="{FF2B5EF4-FFF2-40B4-BE49-F238E27FC236}">
                <a16:creationId xmlns:a16="http://schemas.microsoft.com/office/drawing/2014/main" id="{C7DB576C-7497-43FD-8CA9-9BB41AA91466}"/>
              </a:ext>
            </a:extLst>
          </p:cNvPr>
          <p:cNvSpPr>
            <a:spLocks noGrp="1"/>
          </p:cNvSpPr>
          <p:nvPr>
            <p:ph type="body" sz="quarter" idx="18"/>
          </p:nvPr>
        </p:nvSpPr>
        <p:spPr>
          <a:xfrm>
            <a:off x="4221370" y="2417977"/>
            <a:ext cx="3578493" cy="3741523"/>
          </a:xfrm>
        </p:spPr>
        <p:txBody>
          <a:bodyPr l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3">
            <a:extLst>
              <a:ext uri="{FF2B5EF4-FFF2-40B4-BE49-F238E27FC236}">
                <a16:creationId xmlns:a16="http://schemas.microsoft.com/office/drawing/2014/main" id="{05D5D8F4-49EB-4ED6-A86D-7ACD625444D5}"/>
              </a:ext>
            </a:extLst>
          </p:cNvPr>
          <p:cNvSpPr>
            <a:spLocks noGrp="1"/>
          </p:cNvSpPr>
          <p:nvPr>
            <p:ph type="body" sz="quarter" idx="19"/>
          </p:nvPr>
        </p:nvSpPr>
        <p:spPr>
          <a:xfrm>
            <a:off x="8061739" y="2417977"/>
            <a:ext cx="3578493" cy="3741523"/>
          </a:xfrm>
        </p:spPr>
        <p:txBody>
          <a:bodyPr lIns="90000">
            <a:no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AD172E33-86F4-7F47-E721-D74AD614F6D2}"/>
              </a:ext>
            </a:extLst>
          </p:cNvPr>
          <p:cNvSpPr>
            <a:spLocks noGrp="1"/>
          </p:cNvSpPr>
          <p:nvPr>
            <p:ph type="title"/>
          </p:nvPr>
        </p:nvSpPr>
        <p:spPr/>
        <p:txBody>
          <a:bodyPr>
            <a:noAutofit/>
          </a:bodyPr>
          <a:lstStyle/>
          <a:p>
            <a:r>
              <a:rPr lang="en-US"/>
              <a:t>Click to edit Master title style</a:t>
            </a:r>
            <a:endParaRPr lang="en-IN"/>
          </a:p>
        </p:txBody>
      </p:sp>
    </p:spTree>
    <p:extLst>
      <p:ext uri="{BB962C8B-B14F-4D97-AF65-F5344CB8AC3E}">
        <p14:creationId xmlns:p14="http://schemas.microsoft.com/office/powerpoint/2010/main" val="20478515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Title and text three parts v3 Horizontal">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4" name="Text Placeholder 5">
            <a:extLst>
              <a:ext uri="{FF2B5EF4-FFF2-40B4-BE49-F238E27FC236}">
                <a16:creationId xmlns:a16="http://schemas.microsoft.com/office/drawing/2014/main" id="{9B318FCF-7489-8375-35A6-A98945A34F8E}"/>
              </a:ext>
            </a:extLst>
          </p:cNvPr>
          <p:cNvSpPr>
            <a:spLocks noGrp="1"/>
          </p:cNvSpPr>
          <p:nvPr>
            <p:ph type="body" sz="quarter" idx="17"/>
          </p:nvPr>
        </p:nvSpPr>
        <p:spPr>
          <a:xfrm>
            <a:off x="381000"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9">
            <a:extLst>
              <a:ext uri="{FF2B5EF4-FFF2-40B4-BE49-F238E27FC236}">
                <a16:creationId xmlns:a16="http://schemas.microsoft.com/office/drawing/2014/main" id="{30EB2423-B41D-3C94-04F2-9092D0613BBC}"/>
              </a:ext>
            </a:extLst>
          </p:cNvPr>
          <p:cNvSpPr>
            <a:spLocks noGrp="1"/>
          </p:cNvSpPr>
          <p:nvPr>
            <p:ph type="body" sz="quarter" idx="18"/>
          </p:nvPr>
        </p:nvSpPr>
        <p:spPr>
          <a:xfrm>
            <a:off x="4252914"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Text Placeholder 17">
            <a:extLst>
              <a:ext uri="{FF2B5EF4-FFF2-40B4-BE49-F238E27FC236}">
                <a16:creationId xmlns:a16="http://schemas.microsoft.com/office/drawing/2014/main" id="{8B6DF26C-F1B7-F178-5867-9BC9A16A6682}"/>
              </a:ext>
            </a:extLst>
          </p:cNvPr>
          <p:cNvSpPr>
            <a:spLocks noGrp="1"/>
          </p:cNvSpPr>
          <p:nvPr>
            <p:ph type="body" sz="quarter" idx="19"/>
          </p:nvPr>
        </p:nvSpPr>
        <p:spPr>
          <a:xfrm>
            <a:off x="8124829"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Text Placeholder 33">
            <a:extLst>
              <a:ext uri="{FF2B5EF4-FFF2-40B4-BE49-F238E27FC236}">
                <a16:creationId xmlns:a16="http://schemas.microsoft.com/office/drawing/2014/main" id="{C52984A1-1010-4A2E-A163-00FE56218E9C}"/>
              </a:ext>
            </a:extLst>
          </p:cNvPr>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1" name="Text Placeholder 33">
            <a:extLst>
              <a:ext uri="{FF2B5EF4-FFF2-40B4-BE49-F238E27FC236}">
                <a16:creationId xmlns:a16="http://schemas.microsoft.com/office/drawing/2014/main" id="{1C2A04E1-F1A7-4E26-B64E-64699EDF58E9}"/>
              </a:ext>
            </a:extLst>
          </p:cNvPr>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2" name="Text Placeholder 33">
            <a:extLst>
              <a:ext uri="{FF2B5EF4-FFF2-40B4-BE49-F238E27FC236}">
                <a16:creationId xmlns:a16="http://schemas.microsoft.com/office/drawing/2014/main" id="{C13C4474-FFB3-4752-8C38-E108CE01360D}"/>
              </a:ext>
            </a:extLst>
          </p:cNvPr>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14209781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text three parts v3 Horizontal">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5">
            <a:extLst>
              <a:ext uri="{FF2B5EF4-FFF2-40B4-BE49-F238E27FC236}">
                <a16:creationId xmlns:a16="http://schemas.microsoft.com/office/drawing/2014/main" id="{5C1B5B8F-8F7F-4A26-BA85-D4BA4E0DD80B}"/>
              </a:ext>
            </a:extLst>
          </p:cNvPr>
          <p:cNvSpPr>
            <a:spLocks noGrp="1"/>
          </p:cNvSpPr>
          <p:nvPr>
            <p:ph type="body" sz="quarter" idx="13" hasCustomPrompt="1"/>
          </p:nvPr>
        </p:nvSpPr>
        <p:spPr>
          <a:xfrm>
            <a:off x="381000"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3" name="Text Placeholder 22">
            <a:extLst>
              <a:ext uri="{FF2B5EF4-FFF2-40B4-BE49-F238E27FC236}">
                <a16:creationId xmlns:a16="http://schemas.microsoft.com/office/drawing/2014/main" id="{D5696695-91BA-4DC5-8AD3-6D6316100058}"/>
              </a:ext>
            </a:extLst>
          </p:cNvPr>
          <p:cNvSpPr>
            <a:spLocks noGrp="1"/>
          </p:cNvSpPr>
          <p:nvPr>
            <p:ph type="body" sz="quarter" idx="20" hasCustomPrompt="1"/>
          </p:nvPr>
        </p:nvSpPr>
        <p:spPr>
          <a:xfrm>
            <a:off x="466725"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6" name="Text Placeholder 15">
            <a:extLst>
              <a:ext uri="{FF2B5EF4-FFF2-40B4-BE49-F238E27FC236}">
                <a16:creationId xmlns:a16="http://schemas.microsoft.com/office/drawing/2014/main" id="{93437A52-D8B5-4EC5-893E-8E9C14C9782A}"/>
              </a:ext>
            </a:extLst>
          </p:cNvPr>
          <p:cNvSpPr>
            <a:spLocks noGrp="1"/>
          </p:cNvSpPr>
          <p:nvPr>
            <p:ph type="body" sz="quarter" idx="14" hasCustomPrompt="1"/>
          </p:nvPr>
        </p:nvSpPr>
        <p:spPr>
          <a:xfrm>
            <a:off x="4252914"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4" name="Text Placeholder 22">
            <a:extLst>
              <a:ext uri="{FF2B5EF4-FFF2-40B4-BE49-F238E27FC236}">
                <a16:creationId xmlns:a16="http://schemas.microsoft.com/office/drawing/2014/main" id="{AD406D3A-5C08-4C2E-95C7-B4F54419389D}"/>
              </a:ext>
            </a:extLst>
          </p:cNvPr>
          <p:cNvSpPr>
            <a:spLocks noGrp="1"/>
          </p:cNvSpPr>
          <p:nvPr>
            <p:ph type="body" sz="quarter" idx="21" hasCustomPrompt="1"/>
          </p:nvPr>
        </p:nvSpPr>
        <p:spPr>
          <a:xfrm>
            <a:off x="4338639"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19" name="Text Placeholder 15">
            <a:extLst>
              <a:ext uri="{FF2B5EF4-FFF2-40B4-BE49-F238E27FC236}">
                <a16:creationId xmlns:a16="http://schemas.microsoft.com/office/drawing/2014/main" id="{754A8B8C-8F54-4392-A714-5B1F21C6F90D}"/>
              </a:ext>
            </a:extLst>
          </p:cNvPr>
          <p:cNvSpPr>
            <a:spLocks noGrp="1"/>
          </p:cNvSpPr>
          <p:nvPr>
            <p:ph type="body" sz="quarter" idx="15" hasCustomPrompt="1"/>
          </p:nvPr>
        </p:nvSpPr>
        <p:spPr>
          <a:xfrm>
            <a:off x="8124829" y="1896171"/>
            <a:ext cx="3686171" cy="914400"/>
          </a:xfrm>
          <a:prstGeom prst="parallelogram">
            <a:avLst/>
          </a:prstGeom>
          <a:solidFill>
            <a:schemeClr val="bg2"/>
          </a:solidFill>
        </p:spPr>
        <p:txBody>
          <a:bodyPr anchor="ctr">
            <a:noAutofit/>
          </a:bodyPr>
          <a:lstStyle>
            <a:lvl1pPr marL="0" indent="0" algn="ctr">
              <a:buNone/>
              <a:defRPr sz="1400" b="1">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5" name="Text Placeholder 22">
            <a:extLst>
              <a:ext uri="{FF2B5EF4-FFF2-40B4-BE49-F238E27FC236}">
                <a16:creationId xmlns:a16="http://schemas.microsoft.com/office/drawing/2014/main" id="{5A82B1AE-89C0-4198-9AA9-402DB3406A54}"/>
              </a:ext>
            </a:extLst>
          </p:cNvPr>
          <p:cNvSpPr>
            <a:spLocks noGrp="1"/>
          </p:cNvSpPr>
          <p:nvPr>
            <p:ph type="body" sz="quarter" idx="22" hasCustomPrompt="1"/>
          </p:nvPr>
        </p:nvSpPr>
        <p:spPr>
          <a:xfrm>
            <a:off x="8210554" y="1744665"/>
            <a:ext cx="274320" cy="274320"/>
          </a:xfrm>
          <a:prstGeom prst="ellipse">
            <a:avLst/>
          </a:prstGeom>
          <a:solidFill>
            <a:schemeClr val="accent1"/>
          </a:solidFill>
          <a:ln>
            <a:noFill/>
          </a:ln>
        </p:spPr>
        <p:txBody>
          <a:bodyPr lIns="0" tIns="0" rIns="0" bIns="0" anchor="ctr">
            <a:noAutofit/>
          </a:bodyPr>
          <a:lstStyle>
            <a:lvl1pPr marL="0" indent="0" algn="ctr">
              <a:lnSpc>
                <a:spcPct val="100000"/>
              </a:lnSpc>
              <a:spcBef>
                <a:spcPts val="0"/>
              </a:spcBef>
              <a:buNone/>
              <a:defRPr sz="1000">
                <a:solidFill>
                  <a:schemeClr val="bg1"/>
                </a:solidFill>
              </a:defRPr>
            </a:lvl1pPr>
          </a:lstStyle>
          <a:p>
            <a:pPr lvl="0"/>
            <a:r>
              <a:rPr lang="en-US"/>
              <a:t>#</a:t>
            </a:r>
          </a:p>
        </p:txBody>
      </p:sp>
      <p:sp>
        <p:nvSpPr>
          <p:cNvPr id="20" name="Text Placeholder 5">
            <a:extLst>
              <a:ext uri="{FF2B5EF4-FFF2-40B4-BE49-F238E27FC236}">
                <a16:creationId xmlns:a16="http://schemas.microsoft.com/office/drawing/2014/main" id="{83BEE76C-FDC0-4E76-8723-9E9D8A5D989F}"/>
              </a:ext>
            </a:extLst>
          </p:cNvPr>
          <p:cNvSpPr>
            <a:spLocks noGrp="1"/>
          </p:cNvSpPr>
          <p:nvPr>
            <p:ph type="body" sz="quarter" idx="17"/>
          </p:nvPr>
        </p:nvSpPr>
        <p:spPr>
          <a:xfrm>
            <a:off x="381000"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Text Placeholder 9">
            <a:extLst>
              <a:ext uri="{FF2B5EF4-FFF2-40B4-BE49-F238E27FC236}">
                <a16:creationId xmlns:a16="http://schemas.microsoft.com/office/drawing/2014/main" id="{5278850B-74B2-4F43-8452-FEE8AEA3003C}"/>
              </a:ext>
            </a:extLst>
          </p:cNvPr>
          <p:cNvSpPr>
            <a:spLocks noGrp="1"/>
          </p:cNvSpPr>
          <p:nvPr>
            <p:ph type="body" sz="quarter" idx="18"/>
          </p:nvPr>
        </p:nvSpPr>
        <p:spPr>
          <a:xfrm>
            <a:off x="4252914"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2" name="Text Placeholder 17">
            <a:extLst>
              <a:ext uri="{FF2B5EF4-FFF2-40B4-BE49-F238E27FC236}">
                <a16:creationId xmlns:a16="http://schemas.microsoft.com/office/drawing/2014/main" id="{43C9F12F-ED06-41E8-99FD-389F9E094854}"/>
              </a:ext>
            </a:extLst>
          </p:cNvPr>
          <p:cNvSpPr>
            <a:spLocks noGrp="1"/>
          </p:cNvSpPr>
          <p:nvPr>
            <p:ph type="body" sz="quarter" idx="19"/>
          </p:nvPr>
        </p:nvSpPr>
        <p:spPr>
          <a:xfrm>
            <a:off x="8124829" y="3235895"/>
            <a:ext cx="3461353" cy="2923605"/>
          </a:xfrm>
        </p:spPr>
        <p:txBody>
          <a:bodyPr lIns="90000" tIns="90000" rIns="90000" bIns="90000">
            <a:noAutofit/>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 name="Title 1">
            <a:extLst>
              <a:ext uri="{FF2B5EF4-FFF2-40B4-BE49-F238E27FC236}">
                <a16:creationId xmlns:a16="http://schemas.microsoft.com/office/drawing/2014/main" id="{32BFFA38-4355-040C-6637-C75BBF684907}"/>
              </a:ext>
            </a:extLst>
          </p:cNvPr>
          <p:cNvSpPr>
            <a:spLocks noGrp="1"/>
          </p:cNvSpPr>
          <p:nvPr>
            <p:ph type="title"/>
          </p:nvPr>
        </p:nvSpPr>
        <p:spPr/>
        <p:txBody>
          <a:bodyPr/>
          <a:lstStyle/>
          <a:p>
            <a:r>
              <a:rPr lang="en-US"/>
              <a:t>Click to edit Master title style</a:t>
            </a:r>
            <a:endParaRPr lang="en-IN"/>
          </a:p>
        </p:txBody>
      </p:sp>
      <p:sp>
        <p:nvSpPr>
          <p:cNvPr id="17" name="Text Placeholder 33">
            <a:extLst>
              <a:ext uri="{FF2B5EF4-FFF2-40B4-BE49-F238E27FC236}">
                <a16:creationId xmlns:a16="http://schemas.microsoft.com/office/drawing/2014/main" id="{581B735E-0A7D-404F-AF50-ECD0DF6C38EF}"/>
              </a:ext>
            </a:extLst>
          </p:cNvPr>
          <p:cNvSpPr>
            <a:spLocks noGrp="1"/>
          </p:cNvSpPr>
          <p:nvPr>
            <p:ph type="body" sz="quarter" idx="32" hasCustomPrompt="1"/>
          </p:nvPr>
        </p:nvSpPr>
        <p:spPr>
          <a:xfrm rot="10800000" flipH="1">
            <a:off x="968676"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a:extLst>
              <a:ext uri="{FF2B5EF4-FFF2-40B4-BE49-F238E27FC236}">
                <a16:creationId xmlns:a16="http://schemas.microsoft.com/office/drawing/2014/main" id="{FA067AC5-AD8D-44E6-8C58-DC1EFE6D56B8}"/>
              </a:ext>
            </a:extLst>
          </p:cNvPr>
          <p:cNvSpPr>
            <a:spLocks noGrp="1"/>
          </p:cNvSpPr>
          <p:nvPr>
            <p:ph type="body" sz="quarter" idx="33" hasCustomPrompt="1"/>
          </p:nvPr>
        </p:nvSpPr>
        <p:spPr>
          <a:xfrm rot="10800000" flipH="1">
            <a:off x="4840591"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9" name="Text Placeholder 33">
            <a:extLst>
              <a:ext uri="{FF2B5EF4-FFF2-40B4-BE49-F238E27FC236}">
                <a16:creationId xmlns:a16="http://schemas.microsoft.com/office/drawing/2014/main" id="{CC3191A3-6685-4D82-8271-A0BD93145843}"/>
              </a:ext>
            </a:extLst>
          </p:cNvPr>
          <p:cNvSpPr>
            <a:spLocks noGrp="1"/>
          </p:cNvSpPr>
          <p:nvPr>
            <p:ph type="body" sz="quarter" idx="34" hasCustomPrompt="1"/>
          </p:nvPr>
        </p:nvSpPr>
        <p:spPr>
          <a:xfrm rot="10800000" flipH="1">
            <a:off x="8712505" y="2955299"/>
            <a:ext cx="2286000" cy="13586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524486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wo part action and results slid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7" name="Text Placeholder 2">
            <a:extLst>
              <a:ext uri="{FF2B5EF4-FFF2-40B4-BE49-F238E27FC236}">
                <a16:creationId xmlns:a16="http://schemas.microsoft.com/office/drawing/2014/main" id="{358B9C44-67A1-F19A-2F90-8D163C4BCE39}"/>
              </a:ext>
            </a:extLst>
          </p:cNvPr>
          <p:cNvSpPr>
            <a:spLocks noGrp="1"/>
          </p:cNvSpPr>
          <p:nvPr>
            <p:ph type="body" sz="quarter" idx="18"/>
          </p:nvPr>
        </p:nvSpPr>
        <p:spPr>
          <a:xfrm>
            <a:off x="381000" y="1749425"/>
            <a:ext cx="6858000" cy="274320"/>
          </a:xfrm>
        </p:spPr>
        <p:txBody>
          <a:bodyPr tIns="46800" anchor="t">
            <a:noAutofit/>
          </a:bodyPr>
          <a:lstStyle>
            <a:lvl1pPr marL="0" indent="0">
              <a:buNone/>
              <a:defRPr sz="1400" b="1">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F33E1813-119B-F20B-6245-2B1293AEBFA2}"/>
              </a:ext>
            </a:extLst>
          </p:cNvPr>
          <p:cNvSpPr>
            <a:spLocks noGrp="1"/>
          </p:cNvSpPr>
          <p:nvPr>
            <p:ph type="body" sz="quarter" idx="19"/>
          </p:nvPr>
        </p:nvSpPr>
        <p:spPr>
          <a:xfrm>
            <a:off x="7696200" y="1749425"/>
            <a:ext cx="4114800" cy="274320"/>
          </a:xfrm>
        </p:spPr>
        <p:txBody>
          <a:bodyPr tIns="46800" anchor="t">
            <a:noAutofit/>
          </a:bodyPr>
          <a:lstStyle>
            <a:lvl1pPr marL="0" indent="0">
              <a:buNone/>
              <a:defRPr sz="1400" b="1">
                <a:latin typeface="+mn-lt"/>
              </a:defRPr>
            </a:lvl1pPr>
          </a:lstStyle>
          <a:p>
            <a:pPr lvl="0"/>
            <a:r>
              <a:rPr lang="en-US"/>
              <a:t>Click to edit Master text styles</a:t>
            </a:r>
          </a:p>
        </p:txBody>
      </p:sp>
      <p:sp>
        <p:nvSpPr>
          <p:cNvPr id="9" name="Text Placeholder 2">
            <a:extLst>
              <a:ext uri="{FF2B5EF4-FFF2-40B4-BE49-F238E27FC236}">
                <a16:creationId xmlns:a16="http://schemas.microsoft.com/office/drawing/2014/main" id="{C6052DD7-6318-B41C-E822-0A9B0261D4B8}"/>
              </a:ext>
            </a:extLst>
          </p:cNvPr>
          <p:cNvSpPr>
            <a:spLocks noGrp="1"/>
          </p:cNvSpPr>
          <p:nvPr>
            <p:ph type="body" sz="quarter" idx="20"/>
          </p:nvPr>
        </p:nvSpPr>
        <p:spPr>
          <a:xfrm>
            <a:off x="381000" y="2181637"/>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0" name="Text Placeholder 2">
            <a:extLst>
              <a:ext uri="{FF2B5EF4-FFF2-40B4-BE49-F238E27FC236}">
                <a16:creationId xmlns:a16="http://schemas.microsoft.com/office/drawing/2014/main" id="{C2DA6305-14EF-58A7-D4A9-53DF9F80464B}"/>
              </a:ext>
            </a:extLst>
          </p:cNvPr>
          <p:cNvSpPr>
            <a:spLocks noGrp="1"/>
          </p:cNvSpPr>
          <p:nvPr>
            <p:ph type="body" sz="quarter" idx="29"/>
          </p:nvPr>
        </p:nvSpPr>
        <p:spPr>
          <a:xfrm>
            <a:off x="7696200" y="2181637"/>
            <a:ext cx="4114800" cy="685800"/>
          </a:xfrm>
        </p:spPr>
        <p:txBody>
          <a:bodyPr tIns="90000" anchor="ctr"/>
          <a:lstStyle>
            <a:lvl1pPr marL="0" indent="0">
              <a:buNone/>
              <a:defRPr sz="1200" b="0"/>
            </a:lvl1pPr>
          </a:lstStyle>
          <a:p>
            <a:pPr lvl="0"/>
            <a:r>
              <a:rPr lang="en-US"/>
              <a:t>Click to edit Master text styles</a:t>
            </a:r>
          </a:p>
        </p:txBody>
      </p:sp>
      <p:sp>
        <p:nvSpPr>
          <p:cNvPr id="11" name="Text Placeholder 2">
            <a:extLst>
              <a:ext uri="{FF2B5EF4-FFF2-40B4-BE49-F238E27FC236}">
                <a16:creationId xmlns:a16="http://schemas.microsoft.com/office/drawing/2014/main" id="{0B295A86-55EA-E45B-DE4B-3A4F945641B0}"/>
              </a:ext>
            </a:extLst>
          </p:cNvPr>
          <p:cNvSpPr>
            <a:spLocks noGrp="1"/>
          </p:cNvSpPr>
          <p:nvPr>
            <p:ph type="body" sz="quarter" idx="21"/>
          </p:nvPr>
        </p:nvSpPr>
        <p:spPr>
          <a:xfrm>
            <a:off x="381000" y="3004653"/>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2" name="Text Placeholder 2">
            <a:extLst>
              <a:ext uri="{FF2B5EF4-FFF2-40B4-BE49-F238E27FC236}">
                <a16:creationId xmlns:a16="http://schemas.microsoft.com/office/drawing/2014/main" id="{32A1CD0D-D016-7206-D06A-2F07D0C45755}"/>
              </a:ext>
            </a:extLst>
          </p:cNvPr>
          <p:cNvSpPr>
            <a:spLocks noGrp="1"/>
          </p:cNvSpPr>
          <p:nvPr>
            <p:ph type="body" sz="quarter" idx="30"/>
          </p:nvPr>
        </p:nvSpPr>
        <p:spPr>
          <a:xfrm>
            <a:off x="7696200" y="3004653"/>
            <a:ext cx="4114800" cy="685800"/>
          </a:xfrm>
        </p:spPr>
        <p:txBody>
          <a:bodyPr tIns="90000" anchor="ctr"/>
          <a:lstStyle>
            <a:lvl1pPr marL="0" indent="0">
              <a:buNone/>
              <a:defRPr sz="1200" b="0"/>
            </a:lvl1pPr>
          </a:lstStyle>
          <a:p>
            <a:pPr lvl="0"/>
            <a:r>
              <a:rPr lang="en-US"/>
              <a:t>Click to edit Master text styles</a:t>
            </a:r>
          </a:p>
        </p:txBody>
      </p:sp>
      <p:sp>
        <p:nvSpPr>
          <p:cNvPr id="13" name="Text Placeholder 2">
            <a:extLst>
              <a:ext uri="{FF2B5EF4-FFF2-40B4-BE49-F238E27FC236}">
                <a16:creationId xmlns:a16="http://schemas.microsoft.com/office/drawing/2014/main" id="{36C08BA1-17A1-DE85-A338-38E67AB59160}"/>
              </a:ext>
            </a:extLst>
          </p:cNvPr>
          <p:cNvSpPr>
            <a:spLocks noGrp="1"/>
          </p:cNvSpPr>
          <p:nvPr>
            <p:ph type="body" sz="quarter" idx="22"/>
          </p:nvPr>
        </p:nvSpPr>
        <p:spPr>
          <a:xfrm>
            <a:off x="381000" y="3827669"/>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5" name="Text Placeholder 2">
            <a:extLst>
              <a:ext uri="{FF2B5EF4-FFF2-40B4-BE49-F238E27FC236}">
                <a16:creationId xmlns:a16="http://schemas.microsoft.com/office/drawing/2014/main" id="{A6910E45-C528-843E-E68C-96381B332C87}"/>
              </a:ext>
            </a:extLst>
          </p:cNvPr>
          <p:cNvSpPr>
            <a:spLocks noGrp="1"/>
          </p:cNvSpPr>
          <p:nvPr>
            <p:ph type="body" sz="quarter" idx="31"/>
          </p:nvPr>
        </p:nvSpPr>
        <p:spPr>
          <a:xfrm>
            <a:off x="7696200" y="3827669"/>
            <a:ext cx="4114800" cy="685800"/>
          </a:xfrm>
        </p:spPr>
        <p:txBody>
          <a:bodyPr tIns="90000" anchor="ctr"/>
          <a:lstStyle>
            <a:lvl1pPr marL="0" indent="0">
              <a:buNone/>
              <a:defRPr sz="1200" b="0"/>
            </a:lvl1pPr>
          </a:lstStyle>
          <a:p>
            <a:pPr lvl="0"/>
            <a:r>
              <a:rPr lang="en-US"/>
              <a:t>Click to edit Master text styles</a:t>
            </a:r>
          </a:p>
        </p:txBody>
      </p:sp>
      <p:sp>
        <p:nvSpPr>
          <p:cNvPr id="16" name="Text Placeholder 2">
            <a:extLst>
              <a:ext uri="{FF2B5EF4-FFF2-40B4-BE49-F238E27FC236}">
                <a16:creationId xmlns:a16="http://schemas.microsoft.com/office/drawing/2014/main" id="{C146AFD0-EB4E-19A1-2B98-AF43D3C42456}"/>
              </a:ext>
            </a:extLst>
          </p:cNvPr>
          <p:cNvSpPr>
            <a:spLocks noGrp="1"/>
          </p:cNvSpPr>
          <p:nvPr>
            <p:ph type="body" sz="quarter" idx="23"/>
          </p:nvPr>
        </p:nvSpPr>
        <p:spPr>
          <a:xfrm>
            <a:off x="381000" y="4650685"/>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7" name="Text Placeholder 2">
            <a:extLst>
              <a:ext uri="{FF2B5EF4-FFF2-40B4-BE49-F238E27FC236}">
                <a16:creationId xmlns:a16="http://schemas.microsoft.com/office/drawing/2014/main" id="{74EAEBFB-1FC7-20E0-2AF9-DF1DE42449B2}"/>
              </a:ext>
            </a:extLst>
          </p:cNvPr>
          <p:cNvSpPr>
            <a:spLocks noGrp="1"/>
          </p:cNvSpPr>
          <p:nvPr>
            <p:ph type="body" sz="quarter" idx="32"/>
          </p:nvPr>
        </p:nvSpPr>
        <p:spPr>
          <a:xfrm>
            <a:off x="7696200" y="4650685"/>
            <a:ext cx="4114800" cy="685800"/>
          </a:xfrm>
        </p:spPr>
        <p:txBody>
          <a:bodyPr tIns="90000" anchor="ctr"/>
          <a:lstStyle>
            <a:lvl1pPr marL="0" indent="0">
              <a:buNone/>
              <a:defRPr sz="1200" b="0"/>
            </a:lvl1pPr>
          </a:lstStyle>
          <a:p>
            <a:pPr lvl="0"/>
            <a:r>
              <a:rPr lang="en-US"/>
              <a:t>Click to edit Master text styles</a:t>
            </a:r>
          </a:p>
        </p:txBody>
      </p:sp>
      <p:sp>
        <p:nvSpPr>
          <p:cNvPr id="18" name="Text Placeholder 2">
            <a:extLst>
              <a:ext uri="{FF2B5EF4-FFF2-40B4-BE49-F238E27FC236}">
                <a16:creationId xmlns:a16="http://schemas.microsoft.com/office/drawing/2014/main" id="{249BE5BE-1B8E-A14C-8514-E56E51B79317}"/>
              </a:ext>
            </a:extLst>
          </p:cNvPr>
          <p:cNvSpPr>
            <a:spLocks noGrp="1"/>
          </p:cNvSpPr>
          <p:nvPr>
            <p:ph type="body" sz="quarter" idx="24"/>
          </p:nvPr>
        </p:nvSpPr>
        <p:spPr>
          <a:xfrm>
            <a:off x="381000" y="5473700"/>
            <a:ext cx="1168400" cy="685800"/>
          </a:xfrm>
        </p:spPr>
        <p:txBody>
          <a:bodyPr tIns="45720" anchor="ctr"/>
          <a:lstStyle>
            <a:lvl1pPr marL="0" indent="0">
              <a:spcBef>
                <a:spcPts val="0"/>
              </a:spcBef>
              <a:buNone/>
              <a:defRPr sz="1200" b="0"/>
            </a:lvl1pPr>
          </a:lstStyle>
          <a:p>
            <a:pPr lvl="0"/>
            <a:r>
              <a:rPr lang="en-US"/>
              <a:t>Click to edit Master text styles</a:t>
            </a:r>
          </a:p>
        </p:txBody>
      </p:sp>
      <p:sp>
        <p:nvSpPr>
          <p:cNvPr id="19" name="Text Placeholder 2">
            <a:extLst>
              <a:ext uri="{FF2B5EF4-FFF2-40B4-BE49-F238E27FC236}">
                <a16:creationId xmlns:a16="http://schemas.microsoft.com/office/drawing/2014/main" id="{F51EDD64-FBB9-AC9B-0D49-1C0778F2764F}"/>
              </a:ext>
            </a:extLst>
          </p:cNvPr>
          <p:cNvSpPr>
            <a:spLocks noGrp="1"/>
          </p:cNvSpPr>
          <p:nvPr>
            <p:ph type="body" sz="quarter" idx="33"/>
          </p:nvPr>
        </p:nvSpPr>
        <p:spPr>
          <a:xfrm>
            <a:off x="7696200" y="5473700"/>
            <a:ext cx="4114800" cy="685800"/>
          </a:xfrm>
        </p:spPr>
        <p:txBody>
          <a:bodyPr tIns="90000" anchor="ctr"/>
          <a:lstStyle>
            <a:lvl1pPr marL="0" indent="0">
              <a:buNone/>
              <a:defRPr sz="1200" b="0"/>
            </a:lvl1pPr>
          </a:lstStyle>
          <a:p>
            <a:pPr lvl="0"/>
            <a:r>
              <a:rPr lang="en-US"/>
              <a:t>Click to edit Master text styles</a:t>
            </a:r>
          </a:p>
        </p:txBody>
      </p:sp>
      <p:sp>
        <p:nvSpPr>
          <p:cNvPr id="20" name="Text Placeholder 33">
            <a:extLst>
              <a:ext uri="{FF2B5EF4-FFF2-40B4-BE49-F238E27FC236}">
                <a16:creationId xmlns:a16="http://schemas.microsoft.com/office/drawing/2014/main" id="{D0FA5101-23ED-4274-8DE4-4D15014FC2FA}"/>
              </a:ext>
            </a:extLst>
          </p:cNvPr>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1" name="Text Placeholder 33">
            <a:extLst>
              <a:ext uri="{FF2B5EF4-FFF2-40B4-BE49-F238E27FC236}">
                <a16:creationId xmlns:a16="http://schemas.microsoft.com/office/drawing/2014/main" id="{C8AB2199-85DF-43D2-9C91-C454A629DC2B}"/>
              </a:ext>
            </a:extLst>
          </p:cNvPr>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2" name="Text Placeholder 33">
            <a:extLst>
              <a:ext uri="{FF2B5EF4-FFF2-40B4-BE49-F238E27FC236}">
                <a16:creationId xmlns:a16="http://schemas.microsoft.com/office/drawing/2014/main" id="{31187B0D-2526-43B5-9BA9-02DDEAC64A15}"/>
              </a:ext>
            </a:extLst>
          </p:cNvPr>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3" name="Text Placeholder 33">
            <a:extLst>
              <a:ext uri="{FF2B5EF4-FFF2-40B4-BE49-F238E27FC236}">
                <a16:creationId xmlns:a16="http://schemas.microsoft.com/office/drawing/2014/main" id="{FA307AD5-7634-4142-A822-22527C29404B}"/>
              </a:ext>
            </a:extLst>
          </p:cNvPr>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4" name="Text Placeholder 33">
            <a:extLst>
              <a:ext uri="{FF2B5EF4-FFF2-40B4-BE49-F238E27FC236}">
                <a16:creationId xmlns:a16="http://schemas.microsoft.com/office/drawing/2014/main" id="{A906489B-C890-41CB-99F1-DC3F60AFDE6D}"/>
              </a:ext>
            </a:extLst>
          </p:cNvPr>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22957223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part action and results slide">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a:extLst>
              <a:ext uri="{FF2B5EF4-FFF2-40B4-BE49-F238E27FC236}">
                <a16:creationId xmlns:a16="http://schemas.microsoft.com/office/drawing/2014/main" id="{C512CF03-D66D-4D74-84B4-1EA1A76822BB}"/>
              </a:ext>
            </a:extLst>
          </p:cNvPr>
          <p:cNvSpPr>
            <a:spLocks noGrp="1"/>
          </p:cNvSpPr>
          <p:nvPr>
            <p:ph type="body" sz="quarter" idx="18"/>
          </p:nvPr>
        </p:nvSpPr>
        <p:spPr>
          <a:xfrm>
            <a:off x="381000" y="1749425"/>
            <a:ext cx="6858000" cy="274320"/>
          </a:xfrm>
        </p:spPr>
        <p:txBody>
          <a:bodyPr lIns="90000" tIns="46800" rIns="90000" anchor="t">
            <a:noAutofit/>
          </a:bodyPr>
          <a:lstStyle>
            <a:lvl1pPr marL="0" indent="0">
              <a:buNone/>
              <a:defRPr sz="1400" b="1">
                <a:latin typeface="+mn-lt"/>
              </a:defRPr>
            </a:lvl1pPr>
          </a:lstStyle>
          <a:p>
            <a:pPr lvl="0"/>
            <a:r>
              <a:rPr lang="en-US"/>
              <a:t>Click to edit Master text styles</a:t>
            </a:r>
          </a:p>
        </p:txBody>
      </p:sp>
      <p:sp>
        <p:nvSpPr>
          <p:cNvPr id="30" name="Text Placeholder 2">
            <a:extLst>
              <a:ext uri="{FF2B5EF4-FFF2-40B4-BE49-F238E27FC236}">
                <a16:creationId xmlns:a16="http://schemas.microsoft.com/office/drawing/2014/main" id="{6A796000-C557-4E7F-995F-76BEDD8AC992}"/>
              </a:ext>
            </a:extLst>
          </p:cNvPr>
          <p:cNvSpPr>
            <a:spLocks noGrp="1"/>
          </p:cNvSpPr>
          <p:nvPr>
            <p:ph type="body" sz="quarter" idx="19"/>
          </p:nvPr>
        </p:nvSpPr>
        <p:spPr>
          <a:xfrm>
            <a:off x="7696200" y="1749425"/>
            <a:ext cx="4114800" cy="274320"/>
          </a:xfrm>
        </p:spPr>
        <p:txBody>
          <a:bodyPr lIns="90000" tIns="46800" rIns="90000" anchor="t">
            <a:noAutofit/>
          </a:bodyPr>
          <a:lstStyle>
            <a:lvl1pPr marL="0" indent="0">
              <a:buNone/>
              <a:defRPr sz="1400" b="1">
                <a:latin typeface="+mn-lt"/>
              </a:defRPr>
            </a:lvl1pPr>
          </a:lstStyle>
          <a:p>
            <a:pPr lvl="0"/>
            <a:r>
              <a:rPr lang="en-US"/>
              <a:t>Click to edit Master text styles</a:t>
            </a:r>
          </a:p>
        </p:txBody>
      </p:sp>
      <p:sp>
        <p:nvSpPr>
          <p:cNvPr id="31" name="Text Placeholder 2">
            <a:extLst>
              <a:ext uri="{FF2B5EF4-FFF2-40B4-BE49-F238E27FC236}">
                <a16:creationId xmlns:a16="http://schemas.microsoft.com/office/drawing/2014/main" id="{A6F900C4-405C-454A-81EA-4FC1885A6314}"/>
              </a:ext>
            </a:extLst>
          </p:cNvPr>
          <p:cNvSpPr>
            <a:spLocks noGrp="1"/>
          </p:cNvSpPr>
          <p:nvPr>
            <p:ph type="body" sz="quarter" idx="20"/>
          </p:nvPr>
        </p:nvSpPr>
        <p:spPr>
          <a:xfrm>
            <a:off x="381000" y="2181637"/>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9" name="Text Placeholder 48">
            <a:extLst>
              <a:ext uri="{FF2B5EF4-FFF2-40B4-BE49-F238E27FC236}">
                <a16:creationId xmlns:a16="http://schemas.microsoft.com/office/drawing/2014/main" id="{62643F1E-76F9-442A-B8AD-BE6A6EB42079}"/>
              </a:ext>
            </a:extLst>
          </p:cNvPr>
          <p:cNvSpPr>
            <a:spLocks noGrp="1"/>
          </p:cNvSpPr>
          <p:nvPr>
            <p:ph type="body" sz="quarter" idx="34"/>
          </p:nvPr>
        </p:nvSpPr>
        <p:spPr>
          <a:xfrm>
            <a:off x="1641207" y="2181637"/>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a:t>Click to edit Master text styles</a:t>
            </a:r>
          </a:p>
        </p:txBody>
      </p:sp>
      <p:sp>
        <p:nvSpPr>
          <p:cNvPr id="40" name="Text Placeholder 2">
            <a:extLst>
              <a:ext uri="{FF2B5EF4-FFF2-40B4-BE49-F238E27FC236}">
                <a16:creationId xmlns:a16="http://schemas.microsoft.com/office/drawing/2014/main" id="{E927C6C5-504D-432A-9BD7-45C613B85F79}"/>
              </a:ext>
            </a:extLst>
          </p:cNvPr>
          <p:cNvSpPr>
            <a:spLocks noGrp="1"/>
          </p:cNvSpPr>
          <p:nvPr>
            <p:ph type="body" sz="quarter" idx="29"/>
          </p:nvPr>
        </p:nvSpPr>
        <p:spPr>
          <a:xfrm>
            <a:off x="7696200" y="2181637"/>
            <a:ext cx="4114800" cy="685800"/>
          </a:xfrm>
        </p:spPr>
        <p:txBody>
          <a:bodyPr lIns="90000" tIns="90000" rIns="90000" anchor="ctr"/>
          <a:lstStyle>
            <a:lvl1pPr marL="0" indent="0">
              <a:buNone/>
              <a:defRPr sz="1200" b="0"/>
            </a:lvl1pPr>
          </a:lstStyle>
          <a:p>
            <a:pPr lvl="0"/>
            <a:r>
              <a:rPr lang="en-US"/>
              <a:t>Click to edit Master text styles</a:t>
            </a:r>
          </a:p>
        </p:txBody>
      </p:sp>
      <p:sp>
        <p:nvSpPr>
          <p:cNvPr id="32" name="Text Placeholder 2">
            <a:extLst>
              <a:ext uri="{FF2B5EF4-FFF2-40B4-BE49-F238E27FC236}">
                <a16:creationId xmlns:a16="http://schemas.microsoft.com/office/drawing/2014/main" id="{997A4ED5-09F6-4AC5-B3A5-FD24DC74614B}"/>
              </a:ext>
            </a:extLst>
          </p:cNvPr>
          <p:cNvSpPr>
            <a:spLocks noGrp="1"/>
          </p:cNvSpPr>
          <p:nvPr>
            <p:ph type="body" sz="quarter" idx="21"/>
          </p:nvPr>
        </p:nvSpPr>
        <p:spPr>
          <a:xfrm>
            <a:off x="381000" y="3004653"/>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1" name="Text Placeholder 2">
            <a:extLst>
              <a:ext uri="{FF2B5EF4-FFF2-40B4-BE49-F238E27FC236}">
                <a16:creationId xmlns:a16="http://schemas.microsoft.com/office/drawing/2014/main" id="{D77DC317-11BF-486F-A388-FAD12B1AE213}"/>
              </a:ext>
            </a:extLst>
          </p:cNvPr>
          <p:cNvSpPr>
            <a:spLocks noGrp="1"/>
          </p:cNvSpPr>
          <p:nvPr>
            <p:ph type="body" sz="quarter" idx="30"/>
          </p:nvPr>
        </p:nvSpPr>
        <p:spPr>
          <a:xfrm>
            <a:off x="7696200" y="3004653"/>
            <a:ext cx="4114800" cy="685800"/>
          </a:xfrm>
        </p:spPr>
        <p:txBody>
          <a:bodyPr lIns="90000" tIns="90000" rIns="90000" anchor="ctr"/>
          <a:lstStyle>
            <a:lvl1pPr marL="0" indent="0">
              <a:buNone/>
              <a:defRPr sz="1200" b="0"/>
            </a:lvl1pPr>
          </a:lstStyle>
          <a:p>
            <a:pPr lvl="0"/>
            <a:r>
              <a:rPr lang="en-US"/>
              <a:t>Click to edit Master text styles</a:t>
            </a:r>
          </a:p>
        </p:txBody>
      </p:sp>
      <p:sp>
        <p:nvSpPr>
          <p:cNvPr id="33" name="Text Placeholder 2">
            <a:extLst>
              <a:ext uri="{FF2B5EF4-FFF2-40B4-BE49-F238E27FC236}">
                <a16:creationId xmlns:a16="http://schemas.microsoft.com/office/drawing/2014/main" id="{79396707-D59D-4E31-8254-C1705CE2FA24}"/>
              </a:ext>
            </a:extLst>
          </p:cNvPr>
          <p:cNvSpPr>
            <a:spLocks noGrp="1"/>
          </p:cNvSpPr>
          <p:nvPr>
            <p:ph type="body" sz="quarter" idx="22"/>
          </p:nvPr>
        </p:nvSpPr>
        <p:spPr>
          <a:xfrm>
            <a:off x="381000" y="3827669"/>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2" name="Text Placeholder 2">
            <a:extLst>
              <a:ext uri="{FF2B5EF4-FFF2-40B4-BE49-F238E27FC236}">
                <a16:creationId xmlns:a16="http://schemas.microsoft.com/office/drawing/2014/main" id="{97EDA6C5-4C2D-4BB8-9876-4D833AC8E943}"/>
              </a:ext>
            </a:extLst>
          </p:cNvPr>
          <p:cNvSpPr>
            <a:spLocks noGrp="1"/>
          </p:cNvSpPr>
          <p:nvPr>
            <p:ph type="body" sz="quarter" idx="31"/>
          </p:nvPr>
        </p:nvSpPr>
        <p:spPr>
          <a:xfrm>
            <a:off x="7696200" y="3827669"/>
            <a:ext cx="4114800" cy="685800"/>
          </a:xfrm>
        </p:spPr>
        <p:txBody>
          <a:bodyPr lIns="90000" tIns="90000" rIns="90000" anchor="ctr"/>
          <a:lstStyle>
            <a:lvl1pPr marL="0" indent="0">
              <a:buNone/>
              <a:defRPr sz="1200" b="0"/>
            </a:lvl1pPr>
          </a:lstStyle>
          <a:p>
            <a:pPr lvl="0"/>
            <a:r>
              <a:rPr lang="en-US"/>
              <a:t>Click to edit Master text styles</a:t>
            </a:r>
          </a:p>
        </p:txBody>
      </p:sp>
      <p:sp>
        <p:nvSpPr>
          <p:cNvPr id="34" name="Text Placeholder 2">
            <a:extLst>
              <a:ext uri="{FF2B5EF4-FFF2-40B4-BE49-F238E27FC236}">
                <a16:creationId xmlns:a16="http://schemas.microsoft.com/office/drawing/2014/main" id="{89C41724-B810-40DF-B21C-7339CC94BC91}"/>
              </a:ext>
            </a:extLst>
          </p:cNvPr>
          <p:cNvSpPr>
            <a:spLocks noGrp="1"/>
          </p:cNvSpPr>
          <p:nvPr>
            <p:ph type="body" sz="quarter" idx="23"/>
          </p:nvPr>
        </p:nvSpPr>
        <p:spPr>
          <a:xfrm>
            <a:off x="381000" y="4650685"/>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3" name="Text Placeholder 2">
            <a:extLst>
              <a:ext uri="{FF2B5EF4-FFF2-40B4-BE49-F238E27FC236}">
                <a16:creationId xmlns:a16="http://schemas.microsoft.com/office/drawing/2014/main" id="{40CB098D-5E0D-4A19-BC00-AE505E3DB7C7}"/>
              </a:ext>
            </a:extLst>
          </p:cNvPr>
          <p:cNvSpPr>
            <a:spLocks noGrp="1"/>
          </p:cNvSpPr>
          <p:nvPr>
            <p:ph type="body" sz="quarter" idx="32"/>
          </p:nvPr>
        </p:nvSpPr>
        <p:spPr>
          <a:xfrm>
            <a:off x="7696200" y="4650685"/>
            <a:ext cx="4114800" cy="685800"/>
          </a:xfrm>
        </p:spPr>
        <p:txBody>
          <a:bodyPr lIns="90000" tIns="90000" rIns="90000" anchor="ctr"/>
          <a:lstStyle>
            <a:lvl1pPr marL="0" indent="0">
              <a:buNone/>
              <a:defRPr sz="1200" b="0"/>
            </a:lvl1pPr>
          </a:lstStyle>
          <a:p>
            <a:pPr lvl="0"/>
            <a:r>
              <a:rPr lang="en-US"/>
              <a:t>Click to edit Master text styles</a:t>
            </a:r>
          </a:p>
        </p:txBody>
      </p:sp>
      <p:sp>
        <p:nvSpPr>
          <p:cNvPr id="35" name="Text Placeholder 2">
            <a:extLst>
              <a:ext uri="{FF2B5EF4-FFF2-40B4-BE49-F238E27FC236}">
                <a16:creationId xmlns:a16="http://schemas.microsoft.com/office/drawing/2014/main" id="{D0FB2364-CFBD-4EE3-BDB9-9EEFA34847CA}"/>
              </a:ext>
            </a:extLst>
          </p:cNvPr>
          <p:cNvSpPr>
            <a:spLocks noGrp="1"/>
          </p:cNvSpPr>
          <p:nvPr>
            <p:ph type="body" sz="quarter" idx="24"/>
          </p:nvPr>
        </p:nvSpPr>
        <p:spPr>
          <a:xfrm>
            <a:off x="381000" y="5473700"/>
            <a:ext cx="1168400" cy="685800"/>
          </a:xfrm>
        </p:spPr>
        <p:txBody>
          <a:bodyPr lIns="72000" tIns="46800" rIns="72000" anchor="ctr"/>
          <a:lstStyle>
            <a:lvl1pPr marL="0" indent="0">
              <a:spcBef>
                <a:spcPts val="0"/>
              </a:spcBef>
              <a:buNone/>
              <a:defRPr sz="1200" b="0"/>
            </a:lvl1pPr>
          </a:lstStyle>
          <a:p>
            <a:pPr lvl="0"/>
            <a:r>
              <a:rPr lang="en-US"/>
              <a:t>Click to edit Master text styles</a:t>
            </a:r>
          </a:p>
        </p:txBody>
      </p:sp>
      <p:sp>
        <p:nvSpPr>
          <p:cNvPr id="44" name="Text Placeholder 2">
            <a:extLst>
              <a:ext uri="{FF2B5EF4-FFF2-40B4-BE49-F238E27FC236}">
                <a16:creationId xmlns:a16="http://schemas.microsoft.com/office/drawing/2014/main" id="{676491DB-0C2E-4812-9D5C-6BCA7723FD78}"/>
              </a:ext>
            </a:extLst>
          </p:cNvPr>
          <p:cNvSpPr>
            <a:spLocks noGrp="1"/>
          </p:cNvSpPr>
          <p:nvPr>
            <p:ph type="body" sz="quarter" idx="33"/>
          </p:nvPr>
        </p:nvSpPr>
        <p:spPr>
          <a:xfrm>
            <a:off x="7696200" y="5473700"/>
            <a:ext cx="4114800" cy="685800"/>
          </a:xfrm>
        </p:spPr>
        <p:txBody>
          <a:bodyPr lIns="90000" tIns="90000" rIns="90000" anchor="ctr"/>
          <a:lstStyle>
            <a:lvl1pPr marL="0" indent="0">
              <a:buNone/>
              <a:defRPr sz="1200" b="0"/>
            </a:lvl1pPr>
          </a:lstStyle>
          <a:p>
            <a:pPr lvl="0"/>
            <a:r>
              <a:rPr lang="en-US"/>
              <a:t>Click to edit Master text styles</a:t>
            </a:r>
          </a:p>
        </p:txBody>
      </p:sp>
      <p:sp>
        <p:nvSpPr>
          <p:cNvPr id="2" name="Title 1">
            <a:extLst>
              <a:ext uri="{FF2B5EF4-FFF2-40B4-BE49-F238E27FC236}">
                <a16:creationId xmlns:a16="http://schemas.microsoft.com/office/drawing/2014/main" id="{7D018A2A-AA09-8E73-1A10-68723CDBF6C0}"/>
              </a:ext>
            </a:extLst>
          </p:cNvPr>
          <p:cNvSpPr>
            <a:spLocks noGrp="1"/>
          </p:cNvSpPr>
          <p:nvPr>
            <p:ph type="title"/>
          </p:nvPr>
        </p:nvSpPr>
        <p:spPr/>
        <p:txBody>
          <a:bodyPr/>
          <a:lstStyle/>
          <a:p>
            <a:r>
              <a:rPr lang="en-US"/>
              <a:t>Click to edit Master title style</a:t>
            </a:r>
            <a:endParaRPr lang="en-IN"/>
          </a:p>
        </p:txBody>
      </p:sp>
      <p:sp>
        <p:nvSpPr>
          <p:cNvPr id="26" name="Text Placeholder 33">
            <a:extLst>
              <a:ext uri="{FF2B5EF4-FFF2-40B4-BE49-F238E27FC236}">
                <a16:creationId xmlns:a16="http://schemas.microsoft.com/office/drawing/2014/main" id="{7B373DA1-EE0E-40AC-A266-BBB7F53A396B}"/>
              </a:ext>
            </a:extLst>
          </p:cNvPr>
          <p:cNvSpPr>
            <a:spLocks noGrp="1"/>
          </p:cNvSpPr>
          <p:nvPr>
            <p:ph type="body" sz="quarter" idx="39"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6" name="Text Placeholder 33">
            <a:extLst>
              <a:ext uri="{FF2B5EF4-FFF2-40B4-BE49-F238E27FC236}">
                <a16:creationId xmlns:a16="http://schemas.microsoft.com/office/drawing/2014/main" id="{4A2A1A34-D52D-48FF-AD62-A25E52FB122E}"/>
              </a:ext>
            </a:extLst>
          </p:cNvPr>
          <p:cNvSpPr>
            <a:spLocks noGrp="1"/>
          </p:cNvSpPr>
          <p:nvPr>
            <p:ph type="body" sz="quarter" idx="40"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7" name="Text Placeholder 33">
            <a:extLst>
              <a:ext uri="{FF2B5EF4-FFF2-40B4-BE49-F238E27FC236}">
                <a16:creationId xmlns:a16="http://schemas.microsoft.com/office/drawing/2014/main" id="{D19256F3-2F9A-4BB4-9D4E-F4875722DB45}"/>
              </a:ext>
            </a:extLst>
          </p:cNvPr>
          <p:cNvSpPr>
            <a:spLocks noGrp="1"/>
          </p:cNvSpPr>
          <p:nvPr>
            <p:ph type="body" sz="quarter" idx="41"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8" name="Text Placeholder 33">
            <a:extLst>
              <a:ext uri="{FF2B5EF4-FFF2-40B4-BE49-F238E27FC236}">
                <a16:creationId xmlns:a16="http://schemas.microsoft.com/office/drawing/2014/main" id="{337D84D3-3CB5-488A-ACEF-978A1569D8DF}"/>
              </a:ext>
            </a:extLst>
          </p:cNvPr>
          <p:cNvSpPr>
            <a:spLocks noGrp="1"/>
          </p:cNvSpPr>
          <p:nvPr>
            <p:ph type="body" sz="quarter" idx="42"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39" name="Text Placeholder 33">
            <a:extLst>
              <a:ext uri="{FF2B5EF4-FFF2-40B4-BE49-F238E27FC236}">
                <a16:creationId xmlns:a16="http://schemas.microsoft.com/office/drawing/2014/main" id="{EEA7829B-5B85-4045-9F1C-B7C185E2DF45}"/>
              </a:ext>
            </a:extLst>
          </p:cNvPr>
          <p:cNvSpPr>
            <a:spLocks noGrp="1"/>
          </p:cNvSpPr>
          <p:nvPr>
            <p:ph type="body" sz="quarter" idx="43"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4" name="Text Placeholder 6">
            <a:extLst>
              <a:ext uri="{FF2B5EF4-FFF2-40B4-BE49-F238E27FC236}">
                <a16:creationId xmlns:a16="http://schemas.microsoft.com/office/drawing/2014/main" id="{893EF91E-0F25-7463-0E57-E925F75A3AA8}"/>
              </a:ext>
            </a:extLst>
          </p:cNvPr>
          <p:cNvSpPr>
            <a:spLocks noGrp="1"/>
          </p:cNvSpPr>
          <p:nvPr>
            <p:ph type="body" sz="quarter" idx="44"/>
          </p:nvPr>
        </p:nvSpPr>
        <p:spPr>
          <a:xfrm>
            <a:off x="1825357" y="2181637"/>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a:p>
        </p:txBody>
      </p:sp>
      <p:sp>
        <p:nvSpPr>
          <p:cNvPr id="6" name="Text Placeholder 48">
            <a:extLst>
              <a:ext uri="{FF2B5EF4-FFF2-40B4-BE49-F238E27FC236}">
                <a16:creationId xmlns:a16="http://schemas.microsoft.com/office/drawing/2014/main" id="{EE562151-B88E-11D5-6DDC-644CEA3BC039}"/>
              </a:ext>
            </a:extLst>
          </p:cNvPr>
          <p:cNvSpPr>
            <a:spLocks noGrp="1"/>
          </p:cNvSpPr>
          <p:nvPr>
            <p:ph type="body" sz="quarter" idx="45"/>
          </p:nvPr>
        </p:nvSpPr>
        <p:spPr>
          <a:xfrm>
            <a:off x="1641207" y="3004653"/>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C9DD9896-BF00-FC38-9E58-749F6EE99685}"/>
              </a:ext>
            </a:extLst>
          </p:cNvPr>
          <p:cNvSpPr>
            <a:spLocks noGrp="1"/>
          </p:cNvSpPr>
          <p:nvPr>
            <p:ph type="body" sz="quarter" idx="46"/>
          </p:nvPr>
        </p:nvSpPr>
        <p:spPr>
          <a:xfrm>
            <a:off x="1825357" y="3004653"/>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a:p>
        </p:txBody>
      </p:sp>
      <p:sp>
        <p:nvSpPr>
          <p:cNvPr id="8" name="Text Placeholder 48">
            <a:extLst>
              <a:ext uri="{FF2B5EF4-FFF2-40B4-BE49-F238E27FC236}">
                <a16:creationId xmlns:a16="http://schemas.microsoft.com/office/drawing/2014/main" id="{78C5E6EA-B261-6D17-1653-58D2D20AC51B}"/>
              </a:ext>
            </a:extLst>
          </p:cNvPr>
          <p:cNvSpPr>
            <a:spLocks noGrp="1"/>
          </p:cNvSpPr>
          <p:nvPr>
            <p:ph type="body" sz="quarter" idx="47"/>
          </p:nvPr>
        </p:nvSpPr>
        <p:spPr>
          <a:xfrm>
            <a:off x="1641207" y="3807877"/>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a:t>Click to edit Master text styles</a:t>
            </a:r>
          </a:p>
        </p:txBody>
      </p:sp>
      <p:sp>
        <p:nvSpPr>
          <p:cNvPr id="9" name="Text Placeholder 6">
            <a:extLst>
              <a:ext uri="{FF2B5EF4-FFF2-40B4-BE49-F238E27FC236}">
                <a16:creationId xmlns:a16="http://schemas.microsoft.com/office/drawing/2014/main" id="{CF43852E-C3F8-2105-E9DF-E147CA2F117C}"/>
              </a:ext>
            </a:extLst>
          </p:cNvPr>
          <p:cNvSpPr>
            <a:spLocks noGrp="1"/>
          </p:cNvSpPr>
          <p:nvPr>
            <p:ph type="body" sz="quarter" idx="48"/>
          </p:nvPr>
        </p:nvSpPr>
        <p:spPr>
          <a:xfrm>
            <a:off x="1825357" y="3807877"/>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a:p>
        </p:txBody>
      </p:sp>
      <p:sp>
        <p:nvSpPr>
          <p:cNvPr id="10" name="Text Placeholder 48">
            <a:extLst>
              <a:ext uri="{FF2B5EF4-FFF2-40B4-BE49-F238E27FC236}">
                <a16:creationId xmlns:a16="http://schemas.microsoft.com/office/drawing/2014/main" id="{F97B36C0-9503-EA34-D9A6-4D2873B967B4}"/>
              </a:ext>
            </a:extLst>
          </p:cNvPr>
          <p:cNvSpPr>
            <a:spLocks noGrp="1"/>
          </p:cNvSpPr>
          <p:nvPr>
            <p:ph type="body" sz="quarter" idx="49"/>
          </p:nvPr>
        </p:nvSpPr>
        <p:spPr>
          <a:xfrm>
            <a:off x="1641207" y="4650685"/>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a:t>Click to edit Master text styles</a:t>
            </a:r>
          </a:p>
        </p:txBody>
      </p:sp>
      <p:sp>
        <p:nvSpPr>
          <p:cNvPr id="11" name="Text Placeholder 6">
            <a:extLst>
              <a:ext uri="{FF2B5EF4-FFF2-40B4-BE49-F238E27FC236}">
                <a16:creationId xmlns:a16="http://schemas.microsoft.com/office/drawing/2014/main" id="{23E4116C-DAFA-DE4A-333A-D42F8B2578E3}"/>
              </a:ext>
            </a:extLst>
          </p:cNvPr>
          <p:cNvSpPr>
            <a:spLocks noGrp="1"/>
          </p:cNvSpPr>
          <p:nvPr>
            <p:ph type="body" sz="quarter" idx="50"/>
          </p:nvPr>
        </p:nvSpPr>
        <p:spPr>
          <a:xfrm>
            <a:off x="1825357" y="4650685"/>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a:p>
        </p:txBody>
      </p:sp>
      <p:sp>
        <p:nvSpPr>
          <p:cNvPr id="12" name="Text Placeholder 48">
            <a:extLst>
              <a:ext uri="{FF2B5EF4-FFF2-40B4-BE49-F238E27FC236}">
                <a16:creationId xmlns:a16="http://schemas.microsoft.com/office/drawing/2014/main" id="{EAD9CE87-92D8-9C15-C954-C99CED644007}"/>
              </a:ext>
            </a:extLst>
          </p:cNvPr>
          <p:cNvSpPr>
            <a:spLocks noGrp="1"/>
          </p:cNvSpPr>
          <p:nvPr>
            <p:ph type="body" sz="quarter" idx="51"/>
          </p:nvPr>
        </p:nvSpPr>
        <p:spPr>
          <a:xfrm>
            <a:off x="1641207" y="5447312"/>
            <a:ext cx="5597793" cy="685800"/>
          </a:xfrm>
          <a:prstGeom prst="parallelogram">
            <a:avLst/>
          </a:prstGeom>
          <a:solidFill>
            <a:schemeClr val="bg2"/>
          </a:solidFill>
        </p:spPr>
        <p:txBody>
          <a:bodyPr wrap="square" lIns="72000" tIns="46800" rIns="72000" bIns="45720" anchor="ctr">
            <a:noAutofit/>
          </a:bodyPr>
          <a:lstStyle>
            <a:lvl1pPr>
              <a:defRPr sz="1200" baseline="0">
                <a:solidFill>
                  <a:schemeClr val="bg2"/>
                </a:solidFill>
              </a:defRPr>
            </a:lvl1pPr>
          </a:lstStyle>
          <a:p>
            <a:pPr lvl="0"/>
            <a:r>
              <a:rPr lang="en-US"/>
              <a:t>Click to edit Master text styles</a:t>
            </a:r>
          </a:p>
        </p:txBody>
      </p:sp>
      <p:sp>
        <p:nvSpPr>
          <p:cNvPr id="13" name="Text Placeholder 6">
            <a:extLst>
              <a:ext uri="{FF2B5EF4-FFF2-40B4-BE49-F238E27FC236}">
                <a16:creationId xmlns:a16="http://schemas.microsoft.com/office/drawing/2014/main" id="{CC08B94E-DEE1-D22B-71AE-DCDADAC72341}"/>
              </a:ext>
            </a:extLst>
          </p:cNvPr>
          <p:cNvSpPr>
            <a:spLocks noGrp="1"/>
          </p:cNvSpPr>
          <p:nvPr>
            <p:ph type="body" sz="quarter" idx="52"/>
          </p:nvPr>
        </p:nvSpPr>
        <p:spPr>
          <a:xfrm>
            <a:off x="1825357" y="5447312"/>
            <a:ext cx="5248543" cy="685800"/>
          </a:xfrm>
          <a:noFill/>
          <a:ln>
            <a:noFill/>
          </a:ln>
        </p:spPr>
        <p:txBody>
          <a:bodyPr lIns="90000" tIns="46800" rIns="90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228600" lvl="0" indent="-228600" algn="l" defTabSz="914400" rtl="0" eaLnBrk="1" latinLnBrk="0" hangingPunct="1">
              <a:lnSpc>
                <a:spcPct val="90000"/>
              </a:lnSpc>
              <a:spcBef>
                <a:spcPts val="1200"/>
              </a:spcBef>
              <a:buFont typeface="Arial" panose="020B0604020202020204" pitchFamily="34" charset="0"/>
              <a:buChar char="•"/>
            </a:pPr>
            <a:endParaRPr lang="en-US"/>
          </a:p>
        </p:txBody>
      </p:sp>
    </p:spTree>
    <p:extLst>
      <p:ext uri="{BB962C8B-B14F-4D97-AF65-F5344CB8AC3E}">
        <p14:creationId xmlns:p14="http://schemas.microsoft.com/office/powerpoint/2010/main" val="35176105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14_Two part action and results slid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C52CABD9-F1FB-1BB2-1626-0C1DFA7770C4}"/>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
        <p:nvSpPr>
          <p:cNvPr id="14" name="Title 13">
            <a:extLst>
              <a:ext uri="{FF2B5EF4-FFF2-40B4-BE49-F238E27FC236}">
                <a16:creationId xmlns:a16="http://schemas.microsoft.com/office/drawing/2014/main" id="{89613993-9D9F-5289-7DF2-83E3549ED6AF}"/>
              </a:ext>
            </a:extLst>
          </p:cNvPr>
          <p:cNvSpPr>
            <a:spLocks noGrp="1"/>
          </p:cNvSpPr>
          <p:nvPr>
            <p:ph type="title"/>
          </p:nvPr>
        </p:nvSpPr>
        <p:spPr/>
        <p:txBody>
          <a:bodyPr/>
          <a:lstStyle/>
          <a:p>
            <a:r>
              <a:rPr lang="en-US"/>
              <a:t>Click to edit Master title style</a:t>
            </a:r>
            <a:endParaRPr lang="en-IN"/>
          </a:p>
        </p:txBody>
      </p:sp>
      <p:sp>
        <p:nvSpPr>
          <p:cNvPr id="7" name="Text Placeholder 2">
            <a:extLst>
              <a:ext uri="{FF2B5EF4-FFF2-40B4-BE49-F238E27FC236}">
                <a16:creationId xmlns:a16="http://schemas.microsoft.com/office/drawing/2014/main" id="{358B9C44-67A1-F19A-2F90-8D163C4BCE39}"/>
              </a:ext>
            </a:extLst>
          </p:cNvPr>
          <p:cNvSpPr>
            <a:spLocks noGrp="1"/>
          </p:cNvSpPr>
          <p:nvPr>
            <p:ph type="body" sz="quarter" idx="18"/>
          </p:nvPr>
        </p:nvSpPr>
        <p:spPr>
          <a:xfrm>
            <a:off x="381000" y="1749425"/>
            <a:ext cx="68580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8" name="Text Placeholder 2">
            <a:extLst>
              <a:ext uri="{FF2B5EF4-FFF2-40B4-BE49-F238E27FC236}">
                <a16:creationId xmlns:a16="http://schemas.microsoft.com/office/drawing/2014/main" id="{F33E1813-119B-F20B-6245-2B1293AEBFA2}"/>
              </a:ext>
            </a:extLst>
          </p:cNvPr>
          <p:cNvSpPr>
            <a:spLocks noGrp="1"/>
          </p:cNvSpPr>
          <p:nvPr>
            <p:ph type="body" sz="quarter" idx="19"/>
          </p:nvPr>
        </p:nvSpPr>
        <p:spPr>
          <a:xfrm>
            <a:off x="7696200" y="1749425"/>
            <a:ext cx="4114800" cy="274320"/>
          </a:xfrm>
        </p:spPr>
        <p:txBody>
          <a:bodyPr tIns="45720" anchor="t">
            <a:noAutofit/>
          </a:bodyPr>
          <a:lstStyle>
            <a:lvl1pPr marL="0" indent="0">
              <a:buNone/>
              <a:defRPr sz="1400" b="1">
                <a:latin typeface="+mn-lt"/>
              </a:defRPr>
            </a:lvl1pPr>
          </a:lstStyle>
          <a:p>
            <a:pPr lvl="0"/>
            <a:r>
              <a:rPr lang="en-US"/>
              <a:t>Click to edit Master text styles</a:t>
            </a:r>
          </a:p>
        </p:txBody>
      </p:sp>
      <p:sp>
        <p:nvSpPr>
          <p:cNvPr id="10" name="Text Placeholder 2">
            <a:extLst>
              <a:ext uri="{FF2B5EF4-FFF2-40B4-BE49-F238E27FC236}">
                <a16:creationId xmlns:a16="http://schemas.microsoft.com/office/drawing/2014/main" id="{C2DA6305-14EF-58A7-D4A9-53DF9F80464B}"/>
              </a:ext>
            </a:extLst>
          </p:cNvPr>
          <p:cNvSpPr>
            <a:spLocks noGrp="1"/>
          </p:cNvSpPr>
          <p:nvPr>
            <p:ph type="body" sz="quarter" idx="29"/>
          </p:nvPr>
        </p:nvSpPr>
        <p:spPr>
          <a:xfrm>
            <a:off x="7696200" y="2181637"/>
            <a:ext cx="4114800" cy="685800"/>
          </a:xfrm>
        </p:spPr>
        <p:txBody>
          <a:bodyPr tIns="90000" anchor="ctr"/>
          <a:lstStyle>
            <a:lvl1pPr marL="0" indent="0">
              <a:buNone/>
              <a:defRPr sz="1200" b="0"/>
            </a:lvl1pPr>
          </a:lstStyle>
          <a:p>
            <a:pPr lvl="0"/>
            <a:r>
              <a:rPr lang="en-US"/>
              <a:t>Click to edit Master text styles</a:t>
            </a:r>
          </a:p>
        </p:txBody>
      </p:sp>
      <p:sp>
        <p:nvSpPr>
          <p:cNvPr id="12" name="Text Placeholder 2">
            <a:extLst>
              <a:ext uri="{FF2B5EF4-FFF2-40B4-BE49-F238E27FC236}">
                <a16:creationId xmlns:a16="http://schemas.microsoft.com/office/drawing/2014/main" id="{32A1CD0D-D016-7206-D06A-2F07D0C45755}"/>
              </a:ext>
            </a:extLst>
          </p:cNvPr>
          <p:cNvSpPr>
            <a:spLocks noGrp="1"/>
          </p:cNvSpPr>
          <p:nvPr>
            <p:ph type="body" sz="quarter" idx="30"/>
          </p:nvPr>
        </p:nvSpPr>
        <p:spPr>
          <a:xfrm>
            <a:off x="7696200" y="3004653"/>
            <a:ext cx="4114800" cy="685800"/>
          </a:xfrm>
        </p:spPr>
        <p:txBody>
          <a:bodyPr tIns="90000" anchor="ctr"/>
          <a:lstStyle>
            <a:lvl1pPr marL="0" indent="0">
              <a:buNone/>
              <a:defRPr sz="1200" b="0"/>
            </a:lvl1pPr>
          </a:lstStyle>
          <a:p>
            <a:pPr lvl="0"/>
            <a:r>
              <a:rPr lang="en-US"/>
              <a:t>Click to edit Master text styles</a:t>
            </a:r>
          </a:p>
        </p:txBody>
      </p:sp>
      <p:sp>
        <p:nvSpPr>
          <p:cNvPr id="15" name="Text Placeholder 2">
            <a:extLst>
              <a:ext uri="{FF2B5EF4-FFF2-40B4-BE49-F238E27FC236}">
                <a16:creationId xmlns:a16="http://schemas.microsoft.com/office/drawing/2014/main" id="{A6910E45-C528-843E-E68C-96381B332C87}"/>
              </a:ext>
            </a:extLst>
          </p:cNvPr>
          <p:cNvSpPr>
            <a:spLocks noGrp="1"/>
          </p:cNvSpPr>
          <p:nvPr>
            <p:ph type="body" sz="quarter" idx="31"/>
          </p:nvPr>
        </p:nvSpPr>
        <p:spPr>
          <a:xfrm>
            <a:off x="7696200" y="3827669"/>
            <a:ext cx="4114800" cy="685800"/>
          </a:xfrm>
        </p:spPr>
        <p:txBody>
          <a:bodyPr tIns="90000" anchor="ctr"/>
          <a:lstStyle>
            <a:lvl1pPr marL="0" indent="0">
              <a:buNone/>
              <a:defRPr sz="1200" b="0"/>
            </a:lvl1pPr>
          </a:lstStyle>
          <a:p>
            <a:pPr lvl="0"/>
            <a:r>
              <a:rPr lang="en-US"/>
              <a:t>Click to edit Master text styles</a:t>
            </a:r>
          </a:p>
        </p:txBody>
      </p:sp>
      <p:sp>
        <p:nvSpPr>
          <p:cNvPr id="17" name="Text Placeholder 2">
            <a:extLst>
              <a:ext uri="{FF2B5EF4-FFF2-40B4-BE49-F238E27FC236}">
                <a16:creationId xmlns:a16="http://schemas.microsoft.com/office/drawing/2014/main" id="{74EAEBFB-1FC7-20E0-2AF9-DF1DE42449B2}"/>
              </a:ext>
            </a:extLst>
          </p:cNvPr>
          <p:cNvSpPr>
            <a:spLocks noGrp="1"/>
          </p:cNvSpPr>
          <p:nvPr>
            <p:ph type="body" sz="quarter" idx="32"/>
          </p:nvPr>
        </p:nvSpPr>
        <p:spPr>
          <a:xfrm>
            <a:off x="7696200" y="4650685"/>
            <a:ext cx="4114800" cy="685800"/>
          </a:xfrm>
        </p:spPr>
        <p:txBody>
          <a:bodyPr tIns="90000" anchor="ctr"/>
          <a:lstStyle>
            <a:lvl1pPr marL="0" indent="0">
              <a:buNone/>
              <a:defRPr sz="1200" b="0"/>
            </a:lvl1pPr>
          </a:lstStyle>
          <a:p>
            <a:pPr lvl="0"/>
            <a:r>
              <a:rPr lang="en-US"/>
              <a:t>Click to edit Master text styles</a:t>
            </a:r>
          </a:p>
        </p:txBody>
      </p:sp>
      <p:sp>
        <p:nvSpPr>
          <p:cNvPr id="19" name="Text Placeholder 2">
            <a:extLst>
              <a:ext uri="{FF2B5EF4-FFF2-40B4-BE49-F238E27FC236}">
                <a16:creationId xmlns:a16="http://schemas.microsoft.com/office/drawing/2014/main" id="{F51EDD64-FBB9-AC9B-0D49-1C0778F2764F}"/>
              </a:ext>
            </a:extLst>
          </p:cNvPr>
          <p:cNvSpPr>
            <a:spLocks noGrp="1"/>
          </p:cNvSpPr>
          <p:nvPr>
            <p:ph type="body" sz="quarter" idx="33"/>
          </p:nvPr>
        </p:nvSpPr>
        <p:spPr>
          <a:xfrm>
            <a:off x="7696200" y="5473700"/>
            <a:ext cx="4114800" cy="685800"/>
          </a:xfrm>
        </p:spPr>
        <p:txBody>
          <a:bodyPr tIns="90000" anchor="ctr"/>
          <a:lstStyle>
            <a:lvl1pPr marL="0" indent="0">
              <a:buNone/>
              <a:defRPr sz="1200" b="0"/>
            </a:lvl1pPr>
          </a:lstStyle>
          <a:p>
            <a:pPr lvl="0"/>
            <a:r>
              <a:rPr lang="en-US"/>
              <a:t>Click to edit Master text styles</a:t>
            </a:r>
          </a:p>
        </p:txBody>
      </p:sp>
      <p:sp>
        <p:nvSpPr>
          <p:cNvPr id="20" name="Picture Placeholder 2">
            <a:extLst>
              <a:ext uri="{FF2B5EF4-FFF2-40B4-BE49-F238E27FC236}">
                <a16:creationId xmlns:a16="http://schemas.microsoft.com/office/drawing/2014/main" id="{EEEDCDFB-8BFA-E782-A4FE-F57140A82D4D}"/>
              </a:ext>
            </a:extLst>
          </p:cNvPr>
          <p:cNvSpPr>
            <a:spLocks noGrp="1"/>
          </p:cNvSpPr>
          <p:nvPr>
            <p:ph type="pic" sz="quarter" idx="39"/>
          </p:nvPr>
        </p:nvSpPr>
        <p:spPr>
          <a:xfrm>
            <a:off x="381000" y="2181637"/>
            <a:ext cx="1168400" cy="685800"/>
          </a:xfrm>
        </p:spPr>
        <p:txBody>
          <a:bodyPr anchor="ctr">
            <a:normAutofit/>
          </a:bodyPr>
          <a:lstStyle>
            <a:lvl1pPr marL="0" indent="0" algn="ctr">
              <a:buNone/>
              <a:defRPr sz="1400" baseline="0"/>
            </a:lvl1pPr>
          </a:lstStyle>
          <a:p>
            <a:endParaRPr lang="en-GB"/>
          </a:p>
        </p:txBody>
      </p:sp>
      <p:sp>
        <p:nvSpPr>
          <p:cNvPr id="21" name="Picture Placeholder 2">
            <a:extLst>
              <a:ext uri="{FF2B5EF4-FFF2-40B4-BE49-F238E27FC236}">
                <a16:creationId xmlns:a16="http://schemas.microsoft.com/office/drawing/2014/main" id="{0490B643-0E6F-61C3-B22E-B373203F25B9}"/>
              </a:ext>
            </a:extLst>
          </p:cNvPr>
          <p:cNvSpPr>
            <a:spLocks noGrp="1"/>
          </p:cNvSpPr>
          <p:nvPr>
            <p:ph type="pic" sz="quarter" idx="40"/>
          </p:nvPr>
        </p:nvSpPr>
        <p:spPr>
          <a:xfrm>
            <a:off x="381000" y="3004653"/>
            <a:ext cx="1168400" cy="685800"/>
          </a:xfrm>
        </p:spPr>
        <p:txBody>
          <a:bodyPr anchor="ctr">
            <a:normAutofit/>
          </a:bodyPr>
          <a:lstStyle>
            <a:lvl1pPr marL="0" indent="0" algn="ctr">
              <a:buNone/>
              <a:defRPr sz="1400" baseline="0"/>
            </a:lvl1pPr>
          </a:lstStyle>
          <a:p>
            <a:endParaRPr lang="en-GB"/>
          </a:p>
        </p:txBody>
      </p:sp>
      <p:sp>
        <p:nvSpPr>
          <p:cNvPr id="22" name="Picture Placeholder 2">
            <a:extLst>
              <a:ext uri="{FF2B5EF4-FFF2-40B4-BE49-F238E27FC236}">
                <a16:creationId xmlns:a16="http://schemas.microsoft.com/office/drawing/2014/main" id="{947C2B64-F15F-E98D-12A4-0BE98D5CDDD3}"/>
              </a:ext>
            </a:extLst>
          </p:cNvPr>
          <p:cNvSpPr>
            <a:spLocks noGrp="1"/>
          </p:cNvSpPr>
          <p:nvPr>
            <p:ph type="pic" sz="quarter" idx="41"/>
          </p:nvPr>
        </p:nvSpPr>
        <p:spPr>
          <a:xfrm>
            <a:off x="381000" y="3827669"/>
            <a:ext cx="1168400" cy="685800"/>
          </a:xfrm>
        </p:spPr>
        <p:txBody>
          <a:bodyPr anchor="ctr">
            <a:normAutofit/>
          </a:bodyPr>
          <a:lstStyle>
            <a:lvl1pPr marL="0" indent="0" algn="ctr">
              <a:buNone/>
              <a:defRPr sz="1400" baseline="0"/>
            </a:lvl1pPr>
          </a:lstStyle>
          <a:p>
            <a:endParaRPr lang="en-GB"/>
          </a:p>
        </p:txBody>
      </p:sp>
      <p:sp>
        <p:nvSpPr>
          <p:cNvPr id="23" name="Picture Placeholder 2">
            <a:extLst>
              <a:ext uri="{FF2B5EF4-FFF2-40B4-BE49-F238E27FC236}">
                <a16:creationId xmlns:a16="http://schemas.microsoft.com/office/drawing/2014/main" id="{7A29A00E-12C5-4793-95DB-72DB4148ED0B}"/>
              </a:ext>
            </a:extLst>
          </p:cNvPr>
          <p:cNvSpPr>
            <a:spLocks noGrp="1"/>
          </p:cNvSpPr>
          <p:nvPr>
            <p:ph type="pic" sz="quarter" idx="42"/>
          </p:nvPr>
        </p:nvSpPr>
        <p:spPr>
          <a:xfrm>
            <a:off x="381000" y="4650685"/>
            <a:ext cx="1168400" cy="685800"/>
          </a:xfrm>
        </p:spPr>
        <p:txBody>
          <a:bodyPr anchor="ctr">
            <a:normAutofit/>
          </a:bodyPr>
          <a:lstStyle>
            <a:lvl1pPr marL="0" indent="0" algn="ctr">
              <a:buNone/>
              <a:defRPr sz="1400" baseline="0"/>
            </a:lvl1pPr>
          </a:lstStyle>
          <a:p>
            <a:endParaRPr lang="en-GB"/>
          </a:p>
        </p:txBody>
      </p:sp>
      <p:sp>
        <p:nvSpPr>
          <p:cNvPr id="24" name="Picture Placeholder 2">
            <a:extLst>
              <a:ext uri="{FF2B5EF4-FFF2-40B4-BE49-F238E27FC236}">
                <a16:creationId xmlns:a16="http://schemas.microsoft.com/office/drawing/2014/main" id="{5462CFCE-2CA7-9DA4-54BC-0A51F2736FE2}"/>
              </a:ext>
            </a:extLst>
          </p:cNvPr>
          <p:cNvSpPr>
            <a:spLocks noGrp="1"/>
          </p:cNvSpPr>
          <p:nvPr>
            <p:ph type="pic" sz="quarter" idx="43"/>
          </p:nvPr>
        </p:nvSpPr>
        <p:spPr>
          <a:xfrm>
            <a:off x="381000" y="5473700"/>
            <a:ext cx="1168400" cy="685800"/>
          </a:xfrm>
        </p:spPr>
        <p:txBody>
          <a:bodyPr anchor="ctr">
            <a:normAutofit/>
          </a:bodyPr>
          <a:lstStyle>
            <a:lvl1pPr marL="0" indent="0" algn="ctr">
              <a:buNone/>
              <a:defRPr sz="1400" baseline="0"/>
            </a:lvl1pPr>
          </a:lstStyle>
          <a:p>
            <a:endParaRPr lang="en-GB"/>
          </a:p>
        </p:txBody>
      </p:sp>
      <p:sp>
        <p:nvSpPr>
          <p:cNvPr id="16" name="Text Placeholder 33">
            <a:extLst>
              <a:ext uri="{FF2B5EF4-FFF2-40B4-BE49-F238E27FC236}">
                <a16:creationId xmlns:a16="http://schemas.microsoft.com/office/drawing/2014/main" id="{CBCD294F-BC81-4BDC-8BB1-094D4D81B14A}"/>
              </a:ext>
            </a:extLst>
          </p:cNvPr>
          <p:cNvSpPr>
            <a:spLocks noGrp="1"/>
          </p:cNvSpPr>
          <p:nvPr>
            <p:ph type="body" sz="quarter" idx="44" hasCustomPrompt="1"/>
          </p:nvPr>
        </p:nvSpPr>
        <p:spPr>
          <a:xfrm rot="5400000" flipH="1">
            <a:off x="7136906" y="2454688"/>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18" name="Text Placeholder 33">
            <a:extLst>
              <a:ext uri="{FF2B5EF4-FFF2-40B4-BE49-F238E27FC236}">
                <a16:creationId xmlns:a16="http://schemas.microsoft.com/office/drawing/2014/main" id="{32ECDF77-2C22-4C0D-9D55-3035E0A755AB}"/>
              </a:ext>
            </a:extLst>
          </p:cNvPr>
          <p:cNvSpPr>
            <a:spLocks noGrp="1"/>
          </p:cNvSpPr>
          <p:nvPr>
            <p:ph type="body" sz="quarter" idx="45" hasCustomPrompt="1"/>
          </p:nvPr>
        </p:nvSpPr>
        <p:spPr>
          <a:xfrm rot="5400000" flipH="1">
            <a:off x="7136906" y="3274405"/>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5" name="Text Placeholder 33">
            <a:extLst>
              <a:ext uri="{FF2B5EF4-FFF2-40B4-BE49-F238E27FC236}">
                <a16:creationId xmlns:a16="http://schemas.microsoft.com/office/drawing/2014/main" id="{29DC7404-43FF-4B4D-9E8D-8A8B73D38E3E}"/>
              </a:ext>
            </a:extLst>
          </p:cNvPr>
          <p:cNvSpPr>
            <a:spLocks noGrp="1"/>
          </p:cNvSpPr>
          <p:nvPr>
            <p:ph type="body" sz="quarter" idx="46" hasCustomPrompt="1"/>
          </p:nvPr>
        </p:nvSpPr>
        <p:spPr>
          <a:xfrm rot="5400000" flipH="1">
            <a:off x="7136906" y="4094122"/>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6" name="Text Placeholder 33">
            <a:extLst>
              <a:ext uri="{FF2B5EF4-FFF2-40B4-BE49-F238E27FC236}">
                <a16:creationId xmlns:a16="http://schemas.microsoft.com/office/drawing/2014/main" id="{1DF62F19-4861-4FE3-8611-11A886CDEE0A}"/>
              </a:ext>
            </a:extLst>
          </p:cNvPr>
          <p:cNvSpPr>
            <a:spLocks noGrp="1"/>
          </p:cNvSpPr>
          <p:nvPr>
            <p:ph type="body" sz="quarter" idx="47" hasCustomPrompt="1"/>
          </p:nvPr>
        </p:nvSpPr>
        <p:spPr>
          <a:xfrm rot="5400000" flipH="1">
            <a:off x="7136906" y="4913839"/>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
        <p:nvSpPr>
          <p:cNvPr id="27" name="Text Placeholder 33">
            <a:extLst>
              <a:ext uri="{FF2B5EF4-FFF2-40B4-BE49-F238E27FC236}">
                <a16:creationId xmlns:a16="http://schemas.microsoft.com/office/drawing/2014/main" id="{636E88C3-4213-4CBC-BA6E-A568099F3ACE}"/>
              </a:ext>
            </a:extLst>
          </p:cNvPr>
          <p:cNvSpPr>
            <a:spLocks noGrp="1"/>
          </p:cNvSpPr>
          <p:nvPr>
            <p:ph type="body" sz="quarter" idx="48" hasCustomPrompt="1"/>
          </p:nvPr>
        </p:nvSpPr>
        <p:spPr>
          <a:xfrm rot="5400000" flipH="1">
            <a:off x="7136906" y="5733557"/>
            <a:ext cx="712187" cy="139698"/>
          </a:xfrm>
          <a:prstGeom prst="triangle">
            <a:avLst/>
          </a:prstGeom>
          <a:solidFill>
            <a:srgbClr val="C1BAF3"/>
          </a:solidFill>
        </p:spPr>
        <p:txBody>
          <a:bodyPr anchor="ctr"/>
          <a:lstStyle>
            <a:lvl1pPr marL="0" indent="0" algn="ctr">
              <a:buNone/>
              <a:defRPr baseline="0">
                <a:solidFill>
                  <a:schemeClr val="bg1"/>
                </a:solidFill>
              </a:defRPr>
            </a:lvl1pPr>
          </a:lstStyle>
          <a:p>
            <a:r>
              <a:rPr lang="en-IN"/>
              <a:t> </a:t>
            </a:r>
            <a:endParaRPr lang="en-GB"/>
          </a:p>
        </p:txBody>
      </p:sp>
    </p:spTree>
    <p:extLst>
      <p:ext uri="{BB962C8B-B14F-4D97-AF65-F5344CB8AC3E}">
        <p14:creationId xmlns:p14="http://schemas.microsoft.com/office/powerpoint/2010/main" val="7098346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4_Two part action and results slide">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121D9686-D61C-E3FA-D9D1-21E3EC958AAC}"/>
              </a:ext>
            </a:extLst>
          </p:cNvPr>
          <p:cNvSpPr>
            <a:spLocks noGrp="1"/>
          </p:cNvSpPr>
          <p:nvPr>
            <p:ph type="body" sz="quarter" idx="16"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9" name="Text Placeholder 2">
            <a:extLst>
              <a:ext uri="{FF2B5EF4-FFF2-40B4-BE49-F238E27FC236}">
                <a16:creationId xmlns:a16="http://schemas.microsoft.com/office/drawing/2014/main" id="{C512CF03-D66D-4D74-84B4-1EA1A76822BB}"/>
              </a:ext>
            </a:extLst>
          </p:cNvPr>
          <p:cNvSpPr>
            <a:spLocks noGrp="1"/>
          </p:cNvSpPr>
          <p:nvPr>
            <p:ph type="body" sz="quarter" idx="18"/>
          </p:nvPr>
        </p:nvSpPr>
        <p:spPr>
          <a:xfrm>
            <a:off x="381000" y="1749425"/>
            <a:ext cx="6858000" cy="274320"/>
          </a:xfrm>
        </p:spPr>
        <p:txBody>
          <a:bodyPr lIns="90000" tIns="45720" rIns="90000" anchor="t">
            <a:noAutofit/>
          </a:bodyPr>
          <a:lstStyle>
            <a:lvl1pPr marL="0" indent="0">
              <a:buNone/>
              <a:defRPr sz="1400" b="1"/>
            </a:lvl1pPr>
          </a:lstStyle>
          <a:p>
            <a:pPr lvl="0"/>
            <a:r>
              <a:rPr lang="en-US"/>
              <a:t>Click to edit Master text styles</a:t>
            </a:r>
          </a:p>
        </p:txBody>
      </p:sp>
      <p:sp>
        <p:nvSpPr>
          <p:cNvPr id="30" name="Text Placeholder 2">
            <a:extLst>
              <a:ext uri="{FF2B5EF4-FFF2-40B4-BE49-F238E27FC236}">
                <a16:creationId xmlns:a16="http://schemas.microsoft.com/office/drawing/2014/main" id="{6A796000-C557-4E7F-995F-76BEDD8AC992}"/>
              </a:ext>
            </a:extLst>
          </p:cNvPr>
          <p:cNvSpPr>
            <a:spLocks noGrp="1"/>
          </p:cNvSpPr>
          <p:nvPr>
            <p:ph type="body" sz="quarter" idx="19"/>
          </p:nvPr>
        </p:nvSpPr>
        <p:spPr>
          <a:xfrm>
            <a:off x="7696200" y="1749425"/>
            <a:ext cx="4114800" cy="274320"/>
          </a:xfrm>
        </p:spPr>
        <p:txBody>
          <a:bodyPr lIns="90000" tIns="45720" rIns="90000" anchor="t">
            <a:noAutofit/>
          </a:bodyPr>
          <a:lstStyle>
            <a:lvl1pPr marL="0" indent="0">
              <a:buNone/>
              <a:defRPr sz="1400" b="1"/>
            </a:lvl1pPr>
          </a:lstStyle>
          <a:p>
            <a:pPr lvl="0"/>
            <a:r>
              <a:rPr lang="en-US"/>
              <a:t>Click to edit Master text styles</a:t>
            </a:r>
          </a:p>
        </p:txBody>
      </p:sp>
      <p:sp>
        <p:nvSpPr>
          <p:cNvPr id="3" name="Picture Placeholder 2">
            <a:extLst>
              <a:ext uri="{FF2B5EF4-FFF2-40B4-BE49-F238E27FC236}">
                <a16:creationId xmlns:a16="http://schemas.microsoft.com/office/drawing/2014/main" id="{5F470996-A4F8-449B-B340-983A6DBC894C}"/>
              </a:ext>
            </a:extLst>
          </p:cNvPr>
          <p:cNvSpPr>
            <a:spLocks noGrp="1"/>
          </p:cNvSpPr>
          <p:nvPr>
            <p:ph type="pic" sz="quarter" idx="39"/>
          </p:nvPr>
        </p:nvSpPr>
        <p:spPr>
          <a:xfrm>
            <a:off x="381000" y="2181637"/>
            <a:ext cx="1168400" cy="685800"/>
          </a:xfrm>
        </p:spPr>
        <p:txBody>
          <a:bodyPr lIns="72000" rIns="72000" anchor="ctr">
            <a:normAutofit/>
          </a:bodyPr>
          <a:lstStyle>
            <a:lvl1pPr marL="0" indent="0" algn="ctr">
              <a:buNone/>
              <a:defRPr sz="1400" baseline="0"/>
            </a:lvl1pPr>
          </a:lstStyle>
          <a:p>
            <a:endParaRPr lang="en-GB"/>
          </a:p>
        </p:txBody>
      </p:sp>
      <p:sp>
        <p:nvSpPr>
          <p:cNvPr id="40" name="Text Placeholder 2">
            <a:extLst>
              <a:ext uri="{FF2B5EF4-FFF2-40B4-BE49-F238E27FC236}">
                <a16:creationId xmlns:a16="http://schemas.microsoft.com/office/drawing/2014/main" id="{E927C6C5-504D-432A-9BD7-45C613B85F79}"/>
              </a:ext>
            </a:extLst>
          </p:cNvPr>
          <p:cNvSpPr>
            <a:spLocks noGrp="1"/>
          </p:cNvSpPr>
          <p:nvPr>
            <p:ph type="body" sz="quarter" idx="29"/>
          </p:nvPr>
        </p:nvSpPr>
        <p:spPr>
          <a:xfrm>
            <a:off x="7696200" y="2181637"/>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28" name="Picture Placeholder 2">
            <a:extLst>
              <a:ext uri="{FF2B5EF4-FFF2-40B4-BE49-F238E27FC236}">
                <a16:creationId xmlns:a16="http://schemas.microsoft.com/office/drawing/2014/main" id="{74615E4E-BED6-4C53-B144-CF882C2FA46D}"/>
              </a:ext>
            </a:extLst>
          </p:cNvPr>
          <p:cNvSpPr>
            <a:spLocks noGrp="1"/>
          </p:cNvSpPr>
          <p:nvPr>
            <p:ph type="pic" sz="quarter" idx="40"/>
          </p:nvPr>
        </p:nvSpPr>
        <p:spPr>
          <a:xfrm>
            <a:off x="381000" y="3004653"/>
            <a:ext cx="1168400" cy="685800"/>
          </a:xfrm>
        </p:spPr>
        <p:txBody>
          <a:bodyPr lIns="72000" rIns="72000" anchor="ctr">
            <a:normAutofit/>
          </a:bodyPr>
          <a:lstStyle>
            <a:lvl1pPr marL="0" indent="0" algn="ctr">
              <a:buNone/>
              <a:defRPr sz="1400" baseline="0"/>
            </a:lvl1pPr>
          </a:lstStyle>
          <a:p>
            <a:endParaRPr lang="en-GB"/>
          </a:p>
        </p:txBody>
      </p:sp>
      <p:sp>
        <p:nvSpPr>
          <p:cNvPr id="41" name="Text Placeholder 2">
            <a:extLst>
              <a:ext uri="{FF2B5EF4-FFF2-40B4-BE49-F238E27FC236}">
                <a16:creationId xmlns:a16="http://schemas.microsoft.com/office/drawing/2014/main" id="{D77DC317-11BF-486F-A388-FAD12B1AE213}"/>
              </a:ext>
            </a:extLst>
          </p:cNvPr>
          <p:cNvSpPr>
            <a:spLocks noGrp="1"/>
          </p:cNvSpPr>
          <p:nvPr>
            <p:ph type="body" sz="quarter" idx="30"/>
          </p:nvPr>
        </p:nvSpPr>
        <p:spPr>
          <a:xfrm>
            <a:off x="7696200" y="3004653"/>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36" name="Picture Placeholder 2">
            <a:extLst>
              <a:ext uri="{FF2B5EF4-FFF2-40B4-BE49-F238E27FC236}">
                <a16:creationId xmlns:a16="http://schemas.microsoft.com/office/drawing/2014/main" id="{249F7BF1-EA28-4401-A283-1F22667C13A0}"/>
              </a:ext>
            </a:extLst>
          </p:cNvPr>
          <p:cNvSpPr>
            <a:spLocks noGrp="1"/>
          </p:cNvSpPr>
          <p:nvPr>
            <p:ph type="pic" sz="quarter" idx="41"/>
          </p:nvPr>
        </p:nvSpPr>
        <p:spPr>
          <a:xfrm>
            <a:off x="381000" y="3827669"/>
            <a:ext cx="1168400" cy="685800"/>
          </a:xfrm>
        </p:spPr>
        <p:txBody>
          <a:bodyPr lIns="72000" rIns="72000" anchor="ctr">
            <a:normAutofit/>
          </a:bodyPr>
          <a:lstStyle>
            <a:lvl1pPr marL="0" indent="0" algn="ctr">
              <a:buNone/>
              <a:defRPr sz="1400" baseline="0"/>
            </a:lvl1pPr>
          </a:lstStyle>
          <a:p>
            <a:endParaRPr lang="en-GB"/>
          </a:p>
        </p:txBody>
      </p:sp>
      <p:sp>
        <p:nvSpPr>
          <p:cNvPr id="42" name="Text Placeholder 2">
            <a:extLst>
              <a:ext uri="{FF2B5EF4-FFF2-40B4-BE49-F238E27FC236}">
                <a16:creationId xmlns:a16="http://schemas.microsoft.com/office/drawing/2014/main" id="{97EDA6C5-4C2D-4BB8-9876-4D833AC8E943}"/>
              </a:ext>
            </a:extLst>
          </p:cNvPr>
          <p:cNvSpPr>
            <a:spLocks noGrp="1"/>
          </p:cNvSpPr>
          <p:nvPr>
            <p:ph type="body" sz="quarter" idx="31"/>
          </p:nvPr>
        </p:nvSpPr>
        <p:spPr>
          <a:xfrm>
            <a:off x="7696200" y="3827669"/>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37" name="Picture Placeholder 2">
            <a:extLst>
              <a:ext uri="{FF2B5EF4-FFF2-40B4-BE49-F238E27FC236}">
                <a16:creationId xmlns:a16="http://schemas.microsoft.com/office/drawing/2014/main" id="{AA8A5F31-9D52-42DF-BA9B-F65F5293264A}"/>
              </a:ext>
            </a:extLst>
          </p:cNvPr>
          <p:cNvSpPr>
            <a:spLocks noGrp="1"/>
          </p:cNvSpPr>
          <p:nvPr>
            <p:ph type="pic" sz="quarter" idx="42"/>
          </p:nvPr>
        </p:nvSpPr>
        <p:spPr>
          <a:xfrm>
            <a:off x="381000" y="4650685"/>
            <a:ext cx="1168400" cy="685800"/>
          </a:xfrm>
        </p:spPr>
        <p:txBody>
          <a:bodyPr lIns="72000" rIns="72000" anchor="ctr">
            <a:normAutofit/>
          </a:bodyPr>
          <a:lstStyle>
            <a:lvl1pPr marL="0" indent="0" algn="ctr">
              <a:buNone/>
              <a:defRPr sz="1400" baseline="0"/>
            </a:lvl1pPr>
          </a:lstStyle>
          <a:p>
            <a:endParaRPr lang="en-GB"/>
          </a:p>
        </p:txBody>
      </p:sp>
      <p:sp>
        <p:nvSpPr>
          <p:cNvPr id="43" name="Text Placeholder 2">
            <a:extLst>
              <a:ext uri="{FF2B5EF4-FFF2-40B4-BE49-F238E27FC236}">
                <a16:creationId xmlns:a16="http://schemas.microsoft.com/office/drawing/2014/main" id="{40CB098D-5E0D-4A19-BC00-AE505E3DB7C7}"/>
              </a:ext>
            </a:extLst>
          </p:cNvPr>
          <p:cNvSpPr>
            <a:spLocks noGrp="1"/>
          </p:cNvSpPr>
          <p:nvPr>
            <p:ph type="body" sz="quarter" idx="32"/>
          </p:nvPr>
        </p:nvSpPr>
        <p:spPr>
          <a:xfrm>
            <a:off x="7696200" y="4650685"/>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38" name="Picture Placeholder 2">
            <a:extLst>
              <a:ext uri="{FF2B5EF4-FFF2-40B4-BE49-F238E27FC236}">
                <a16:creationId xmlns:a16="http://schemas.microsoft.com/office/drawing/2014/main" id="{77ED4AAD-A9EA-4EF0-80DC-97350707DB14}"/>
              </a:ext>
            </a:extLst>
          </p:cNvPr>
          <p:cNvSpPr>
            <a:spLocks noGrp="1"/>
          </p:cNvSpPr>
          <p:nvPr>
            <p:ph type="pic" sz="quarter" idx="43"/>
          </p:nvPr>
        </p:nvSpPr>
        <p:spPr>
          <a:xfrm>
            <a:off x="381000" y="5473700"/>
            <a:ext cx="1168400" cy="685800"/>
          </a:xfrm>
        </p:spPr>
        <p:txBody>
          <a:bodyPr lIns="72000" rIns="72000" anchor="ctr">
            <a:normAutofit/>
          </a:bodyPr>
          <a:lstStyle>
            <a:lvl1pPr marL="0" indent="0" algn="ctr">
              <a:buNone/>
              <a:defRPr sz="1400" baseline="0"/>
            </a:lvl1pPr>
          </a:lstStyle>
          <a:p>
            <a:endParaRPr lang="en-GB"/>
          </a:p>
        </p:txBody>
      </p:sp>
      <p:sp>
        <p:nvSpPr>
          <p:cNvPr id="44" name="Text Placeholder 2">
            <a:extLst>
              <a:ext uri="{FF2B5EF4-FFF2-40B4-BE49-F238E27FC236}">
                <a16:creationId xmlns:a16="http://schemas.microsoft.com/office/drawing/2014/main" id="{676491DB-0C2E-4812-9D5C-6BCA7723FD78}"/>
              </a:ext>
            </a:extLst>
          </p:cNvPr>
          <p:cNvSpPr>
            <a:spLocks noGrp="1"/>
          </p:cNvSpPr>
          <p:nvPr>
            <p:ph type="body" sz="quarter" idx="33"/>
          </p:nvPr>
        </p:nvSpPr>
        <p:spPr>
          <a:xfrm>
            <a:off x="7696200" y="5473700"/>
            <a:ext cx="4114800" cy="685800"/>
          </a:xfrm>
        </p:spPr>
        <p:txBody>
          <a:bodyPr lIns="90000" tIns="90000" rIns="90000" anchor="ctr">
            <a:normAutofit/>
          </a:bodyPr>
          <a:lstStyle>
            <a:lvl1pPr marL="0" indent="0">
              <a:buNone/>
              <a:defRPr sz="1200" b="0">
                <a:latin typeface="+mn-lt"/>
              </a:defRPr>
            </a:lvl1pPr>
          </a:lstStyle>
          <a:p>
            <a:pPr lvl="0"/>
            <a:r>
              <a:rPr lang="en-US"/>
              <a:t>Click to edit Master text styles</a:t>
            </a:r>
          </a:p>
        </p:txBody>
      </p:sp>
      <p:sp>
        <p:nvSpPr>
          <p:cNvPr id="18" name="Isosceles Triangle 17">
            <a:extLst>
              <a:ext uri="{FF2B5EF4-FFF2-40B4-BE49-F238E27FC236}">
                <a16:creationId xmlns:a16="http://schemas.microsoft.com/office/drawing/2014/main" id="{429169CD-DA8D-4C23-8F64-2CDCF3497FA1}"/>
              </a:ext>
            </a:extLst>
          </p:cNvPr>
          <p:cNvSpPr/>
          <p:nvPr userDrawn="1"/>
        </p:nvSpPr>
        <p:spPr>
          <a:xfrm rot="5400000">
            <a:off x="7136906" y="2454688"/>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Isosceles Triangle 44">
            <a:extLst>
              <a:ext uri="{FF2B5EF4-FFF2-40B4-BE49-F238E27FC236}">
                <a16:creationId xmlns:a16="http://schemas.microsoft.com/office/drawing/2014/main" id="{1592CE64-9654-45B2-8AC9-D669D961B4E1}"/>
              </a:ext>
            </a:extLst>
          </p:cNvPr>
          <p:cNvSpPr/>
          <p:nvPr userDrawn="1"/>
        </p:nvSpPr>
        <p:spPr>
          <a:xfrm rot="5400000">
            <a:off x="7136906" y="3274405"/>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Isosceles Triangle 45">
            <a:extLst>
              <a:ext uri="{FF2B5EF4-FFF2-40B4-BE49-F238E27FC236}">
                <a16:creationId xmlns:a16="http://schemas.microsoft.com/office/drawing/2014/main" id="{80FFE2C3-79D1-48F2-AF54-2E690202A016}"/>
              </a:ext>
            </a:extLst>
          </p:cNvPr>
          <p:cNvSpPr/>
          <p:nvPr userDrawn="1"/>
        </p:nvSpPr>
        <p:spPr>
          <a:xfrm rot="5400000">
            <a:off x="7136906" y="4094122"/>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Isosceles Triangle 46">
            <a:extLst>
              <a:ext uri="{FF2B5EF4-FFF2-40B4-BE49-F238E27FC236}">
                <a16:creationId xmlns:a16="http://schemas.microsoft.com/office/drawing/2014/main" id="{C5AE279A-BB08-432F-BBA7-44CB03317E10}"/>
              </a:ext>
            </a:extLst>
          </p:cNvPr>
          <p:cNvSpPr/>
          <p:nvPr userDrawn="1"/>
        </p:nvSpPr>
        <p:spPr>
          <a:xfrm rot="5400000">
            <a:off x="7136906" y="4913839"/>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Isosceles Triangle 47">
            <a:extLst>
              <a:ext uri="{FF2B5EF4-FFF2-40B4-BE49-F238E27FC236}">
                <a16:creationId xmlns:a16="http://schemas.microsoft.com/office/drawing/2014/main" id="{0EB4584D-9B06-4BB2-B971-BA987A0DEAFA}"/>
              </a:ext>
            </a:extLst>
          </p:cNvPr>
          <p:cNvSpPr/>
          <p:nvPr userDrawn="1"/>
        </p:nvSpPr>
        <p:spPr>
          <a:xfrm rot="5400000">
            <a:off x="7136906" y="5733557"/>
            <a:ext cx="712187" cy="139698"/>
          </a:xfrm>
          <a:prstGeom prst="triangl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612C692-5886-DB72-F174-06C0B46629F7}"/>
              </a:ext>
            </a:extLst>
          </p:cNvPr>
          <p:cNvSpPr>
            <a:spLocks noGrp="1"/>
          </p:cNvSpPr>
          <p:nvPr>
            <p:ph type="title"/>
          </p:nvPr>
        </p:nvSpPr>
        <p:spPr/>
        <p:txBody>
          <a:bodyPr/>
          <a:lstStyle/>
          <a:p>
            <a:r>
              <a:rPr lang="en-US"/>
              <a:t>Click to edit Master title style</a:t>
            </a:r>
            <a:endParaRPr lang="en-IN"/>
          </a:p>
        </p:txBody>
      </p:sp>
      <p:sp>
        <p:nvSpPr>
          <p:cNvPr id="14" name="Text Placeholder 48">
            <a:extLst>
              <a:ext uri="{FF2B5EF4-FFF2-40B4-BE49-F238E27FC236}">
                <a16:creationId xmlns:a16="http://schemas.microsoft.com/office/drawing/2014/main" id="{84F44BFB-A778-D972-6FE2-9945A46858CB}"/>
              </a:ext>
            </a:extLst>
          </p:cNvPr>
          <p:cNvSpPr>
            <a:spLocks noGrp="1"/>
          </p:cNvSpPr>
          <p:nvPr>
            <p:ph type="body" sz="quarter" idx="34"/>
          </p:nvPr>
        </p:nvSpPr>
        <p:spPr>
          <a:xfrm>
            <a:off x="1641207" y="2181637"/>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a:t>Click to edit Master text styles</a:t>
            </a:r>
          </a:p>
        </p:txBody>
      </p:sp>
      <p:sp>
        <p:nvSpPr>
          <p:cNvPr id="16" name="Text Placeholder 6">
            <a:extLst>
              <a:ext uri="{FF2B5EF4-FFF2-40B4-BE49-F238E27FC236}">
                <a16:creationId xmlns:a16="http://schemas.microsoft.com/office/drawing/2014/main" id="{123E0939-6088-9965-5464-7E2066B2CC43}"/>
              </a:ext>
            </a:extLst>
          </p:cNvPr>
          <p:cNvSpPr>
            <a:spLocks noGrp="1"/>
          </p:cNvSpPr>
          <p:nvPr>
            <p:ph type="body" sz="quarter" idx="44"/>
          </p:nvPr>
        </p:nvSpPr>
        <p:spPr>
          <a:xfrm>
            <a:off x="1825357" y="2181637"/>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a:p>
        </p:txBody>
      </p:sp>
      <p:sp>
        <p:nvSpPr>
          <p:cNvPr id="17" name="Text Placeholder 48">
            <a:extLst>
              <a:ext uri="{FF2B5EF4-FFF2-40B4-BE49-F238E27FC236}">
                <a16:creationId xmlns:a16="http://schemas.microsoft.com/office/drawing/2014/main" id="{E01A33E3-A189-2F8F-B20D-1ABCC3C71943}"/>
              </a:ext>
            </a:extLst>
          </p:cNvPr>
          <p:cNvSpPr>
            <a:spLocks noGrp="1"/>
          </p:cNvSpPr>
          <p:nvPr>
            <p:ph type="body" sz="quarter" idx="45"/>
          </p:nvPr>
        </p:nvSpPr>
        <p:spPr>
          <a:xfrm>
            <a:off x="1641207" y="3004653"/>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a:t>Click to edit Master text styles</a:t>
            </a:r>
          </a:p>
        </p:txBody>
      </p:sp>
      <p:sp>
        <p:nvSpPr>
          <p:cNvPr id="19" name="Text Placeholder 6">
            <a:extLst>
              <a:ext uri="{FF2B5EF4-FFF2-40B4-BE49-F238E27FC236}">
                <a16:creationId xmlns:a16="http://schemas.microsoft.com/office/drawing/2014/main" id="{A73AF73C-B480-2BF7-7559-DB0AD1214DCE}"/>
              </a:ext>
            </a:extLst>
          </p:cNvPr>
          <p:cNvSpPr>
            <a:spLocks noGrp="1"/>
          </p:cNvSpPr>
          <p:nvPr>
            <p:ph type="body" sz="quarter" idx="46"/>
          </p:nvPr>
        </p:nvSpPr>
        <p:spPr>
          <a:xfrm>
            <a:off x="1825357" y="3004653"/>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a:p>
        </p:txBody>
      </p:sp>
      <p:sp>
        <p:nvSpPr>
          <p:cNvPr id="20" name="Text Placeholder 48">
            <a:extLst>
              <a:ext uri="{FF2B5EF4-FFF2-40B4-BE49-F238E27FC236}">
                <a16:creationId xmlns:a16="http://schemas.microsoft.com/office/drawing/2014/main" id="{10B8CF66-536E-A8B4-16C2-7FE99A55F054}"/>
              </a:ext>
            </a:extLst>
          </p:cNvPr>
          <p:cNvSpPr>
            <a:spLocks noGrp="1"/>
          </p:cNvSpPr>
          <p:nvPr>
            <p:ph type="body" sz="quarter" idx="47"/>
          </p:nvPr>
        </p:nvSpPr>
        <p:spPr>
          <a:xfrm>
            <a:off x="1641207" y="3807877"/>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a:t>Click to edit Master text styles</a:t>
            </a:r>
          </a:p>
        </p:txBody>
      </p:sp>
      <p:sp>
        <p:nvSpPr>
          <p:cNvPr id="21" name="Text Placeholder 6">
            <a:extLst>
              <a:ext uri="{FF2B5EF4-FFF2-40B4-BE49-F238E27FC236}">
                <a16:creationId xmlns:a16="http://schemas.microsoft.com/office/drawing/2014/main" id="{072DA4DE-C05D-9A8F-8499-9D99A6D8F2C2}"/>
              </a:ext>
            </a:extLst>
          </p:cNvPr>
          <p:cNvSpPr>
            <a:spLocks noGrp="1"/>
          </p:cNvSpPr>
          <p:nvPr>
            <p:ph type="body" sz="quarter" idx="48"/>
          </p:nvPr>
        </p:nvSpPr>
        <p:spPr>
          <a:xfrm>
            <a:off x="1825357" y="3807877"/>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a:p>
        </p:txBody>
      </p:sp>
      <p:sp>
        <p:nvSpPr>
          <p:cNvPr id="22" name="Text Placeholder 48">
            <a:extLst>
              <a:ext uri="{FF2B5EF4-FFF2-40B4-BE49-F238E27FC236}">
                <a16:creationId xmlns:a16="http://schemas.microsoft.com/office/drawing/2014/main" id="{73F137C5-58D7-F282-9936-62199614E4B6}"/>
              </a:ext>
            </a:extLst>
          </p:cNvPr>
          <p:cNvSpPr>
            <a:spLocks noGrp="1"/>
          </p:cNvSpPr>
          <p:nvPr>
            <p:ph type="body" sz="quarter" idx="49"/>
          </p:nvPr>
        </p:nvSpPr>
        <p:spPr>
          <a:xfrm>
            <a:off x="1641207" y="4650685"/>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a:t>Click to edit Master text styles</a:t>
            </a:r>
          </a:p>
        </p:txBody>
      </p:sp>
      <p:sp>
        <p:nvSpPr>
          <p:cNvPr id="23" name="Text Placeholder 6">
            <a:extLst>
              <a:ext uri="{FF2B5EF4-FFF2-40B4-BE49-F238E27FC236}">
                <a16:creationId xmlns:a16="http://schemas.microsoft.com/office/drawing/2014/main" id="{71E8034C-1F71-D6EA-AEC8-82573F1F3B9C}"/>
              </a:ext>
            </a:extLst>
          </p:cNvPr>
          <p:cNvSpPr>
            <a:spLocks noGrp="1"/>
          </p:cNvSpPr>
          <p:nvPr>
            <p:ph type="body" sz="quarter" idx="50"/>
          </p:nvPr>
        </p:nvSpPr>
        <p:spPr>
          <a:xfrm>
            <a:off x="1825357" y="4650685"/>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a:p>
        </p:txBody>
      </p:sp>
      <p:sp>
        <p:nvSpPr>
          <p:cNvPr id="24" name="Text Placeholder 48">
            <a:extLst>
              <a:ext uri="{FF2B5EF4-FFF2-40B4-BE49-F238E27FC236}">
                <a16:creationId xmlns:a16="http://schemas.microsoft.com/office/drawing/2014/main" id="{5779D320-3D39-27C3-44F7-4E619627FFD7}"/>
              </a:ext>
            </a:extLst>
          </p:cNvPr>
          <p:cNvSpPr>
            <a:spLocks noGrp="1"/>
          </p:cNvSpPr>
          <p:nvPr>
            <p:ph type="body" sz="quarter" idx="51"/>
          </p:nvPr>
        </p:nvSpPr>
        <p:spPr>
          <a:xfrm>
            <a:off x="1641207" y="5447312"/>
            <a:ext cx="5597793" cy="685800"/>
          </a:xfrm>
          <a:prstGeom prst="parallelogram">
            <a:avLst/>
          </a:prstGeom>
          <a:solidFill>
            <a:schemeClr val="bg2"/>
          </a:solidFill>
        </p:spPr>
        <p:txBody>
          <a:bodyPr wrap="square" lIns="72000" tIns="45720" rIns="72000" bIns="45720" anchor="ctr">
            <a:noAutofit/>
          </a:bodyPr>
          <a:lstStyle>
            <a:lvl1pPr>
              <a:defRPr sz="1200" baseline="0">
                <a:solidFill>
                  <a:schemeClr val="bg2"/>
                </a:solidFill>
              </a:defRPr>
            </a:lvl1pPr>
          </a:lstStyle>
          <a:p>
            <a:pPr lvl="0"/>
            <a:r>
              <a:rPr lang="en-US"/>
              <a:t>Click to edit Master text styles</a:t>
            </a:r>
          </a:p>
        </p:txBody>
      </p:sp>
      <p:sp>
        <p:nvSpPr>
          <p:cNvPr id="25" name="Text Placeholder 6">
            <a:extLst>
              <a:ext uri="{FF2B5EF4-FFF2-40B4-BE49-F238E27FC236}">
                <a16:creationId xmlns:a16="http://schemas.microsoft.com/office/drawing/2014/main" id="{EDEDE89D-F8FD-9682-15FD-32A6A5992097}"/>
              </a:ext>
            </a:extLst>
          </p:cNvPr>
          <p:cNvSpPr>
            <a:spLocks noGrp="1"/>
          </p:cNvSpPr>
          <p:nvPr>
            <p:ph type="body" sz="quarter" idx="52"/>
          </p:nvPr>
        </p:nvSpPr>
        <p:spPr>
          <a:xfrm>
            <a:off x="1825357" y="5447312"/>
            <a:ext cx="5248543" cy="685800"/>
          </a:xfrm>
          <a:noFill/>
          <a:ln>
            <a:noFill/>
          </a:ln>
        </p:spPr>
        <p:txBody>
          <a:bodyPr lIns="72000" rIns="72000" anchor="ctr">
            <a:noAutofit/>
          </a:bodyPr>
          <a:lstStyle>
            <a:lvl1pPr marL="285750" indent="-285750" algn="ctr">
              <a:buNone/>
              <a:defRPr lang="en-US" sz="1200" kern="1200" baseline="0" dirty="0">
                <a:solidFill>
                  <a:schemeClr val="bg1"/>
                </a:solidFill>
                <a:latin typeface="+mn-lt"/>
                <a:ea typeface="+mn-ea"/>
                <a:cs typeface="Arial" panose="020B0604020202020204" pitchFamily="34" charset="0"/>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marL="0" lvl="0" indent="0" algn="l" defTabSz="914400" rtl="0" eaLnBrk="1" latinLnBrk="0" hangingPunct="1">
              <a:lnSpc>
                <a:spcPct val="90000"/>
              </a:lnSpc>
              <a:spcBef>
                <a:spcPts val="1200"/>
              </a:spcBef>
              <a:buFont typeface="Arial" panose="020B0604020202020204" pitchFamily="34" charset="0"/>
              <a:buNone/>
            </a:pPr>
            <a:endParaRPr lang="en-US"/>
          </a:p>
        </p:txBody>
      </p:sp>
    </p:spTree>
    <p:extLst>
      <p:ext uri="{BB962C8B-B14F-4D97-AF65-F5344CB8AC3E}">
        <p14:creationId xmlns:p14="http://schemas.microsoft.com/office/powerpoint/2010/main" val="12765516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ree split - Ico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7C6E1C4F-6A0A-E048-517F-DE70EFB0D152}"/>
              </a:ext>
            </a:extLst>
          </p:cNvPr>
          <p:cNvSpPr>
            <a:spLocks noGrp="1"/>
          </p:cNvSpPr>
          <p:nvPr>
            <p:ph type="body" sz="quarter" idx="19"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5" name="Picture Placeholder 4">
            <a:extLst>
              <a:ext uri="{FF2B5EF4-FFF2-40B4-BE49-F238E27FC236}">
                <a16:creationId xmlns:a16="http://schemas.microsoft.com/office/drawing/2014/main" id="{30E87CA4-DF8B-A4B2-C104-A83381D20488}"/>
              </a:ext>
            </a:extLst>
          </p:cNvPr>
          <p:cNvSpPr>
            <a:spLocks noGrp="1"/>
          </p:cNvSpPr>
          <p:nvPr>
            <p:ph type="pic" sz="quarter" idx="16" hasCustomPrompt="1"/>
          </p:nvPr>
        </p:nvSpPr>
        <p:spPr>
          <a:xfrm>
            <a:off x="1812131" y="2108200"/>
            <a:ext cx="823912" cy="823913"/>
          </a:xfrm>
        </p:spPr>
        <p:txBody>
          <a:bodyPr anchor="ctr">
            <a:normAutofit/>
          </a:bodyPr>
          <a:lstStyle>
            <a:lvl1pPr marL="0" indent="0" algn="ctr">
              <a:buNone/>
              <a:defRPr sz="1200"/>
            </a:lvl1pPr>
          </a:lstStyle>
          <a:p>
            <a:r>
              <a:rPr lang="en-US"/>
              <a:t>Icon</a:t>
            </a:r>
          </a:p>
        </p:txBody>
      </p:sp>
      <p:sp>
        <p:nvSpPr>
          <p:cNvPr id="15" name="Picture Placeholder 4">
            <a:extLst>
              <a:ext uri="{FF2B5EF4-FFF2-40B4-BE49-F238E27FC236}">
                <a16:creationId xmlns:a16="http://schemas.microsoft.com/office/drawing/2014/main" id="{FCC34BF6-3093-6B2E-E777-84264269CA9B}"/>
              </a:ext>
            </a:extLst>
          </p:cNvPr>
          <p:cNvSpPr>
            <a:spLocks noGrp="1"/>
          </p:cNvSpPr>
          <p:nvPr>
            <p:ph type="pic" sz="quarter" idx="17" hasCustomPrompt="1"/>
          </p:nvPr>
        </p:nvSpPr>
        <p:spPr>
          <a:xfrm>
            <a:off x="5684044" y="2118266"/>
            <a:ext cx="823912" cy="823913"/>
          </a:xfrm>
        </p:spPr>
        <p:txBody>
          <a:bodyPr anchor="ctr">
            <a:normAutofit/>
          </a:bodyPr>
          <a:lstStyle>
            <a:lvl1pPr marL="0" indent="0" algn="ctr">
              <a:buNone/>
              <a:defRPr sz="1200"/>
            </a:lvl1pPr>
          </a:lstStyle>
          <a:p>
            <a:r>
              <a:rPr lang="en-US"/>
              <a:t>Icon</a:t>
            </a:r>
          </a:p>
        </p:txBody>
      </p:sp>
      <p:sp>
        <p:nvSpPr>
          <p:cNvPr id="17" name="Picture Placeholder 4">
            <a:extLst>
              <a:ext uri="{FF2B5EF4-FFF2-40B4-BE49-F238E27FC236}">
                <a16:creationId xmlns:a16="http://schemas.microsoft.com/office/drawing/2014/main" id="{D9F3BDAD-C8AA-5417-4BAB-2ACE29EC05D3}"/>
              </a:ext>
            </a:extLst>
          </p:cNvPr>
          <p:cNvSpPr>
            <a:spLocks noGrp="1"/>
          </p:cNvSpPr>
          <p:nvPr>
            <p:ph type="pic" sz="quarter" idx="18" hasCustomPrompt="1"/>
          </p:nvPr>
        </p:nvSpPr>
        <p:spPr>
          <a:xfrm>
            <a:off x="9555956" y="2118266"/>
            <a:ext cx="823912" cy="823913"/>
          </a:xfrm>
        </p:spPr>
        <p:txBody>
          <a:bodyPr anchor="ctr">
            <a:normAutofit/>
          </a:bodyPr>
          <a:lstStyle>
            <a:lvl1pPr marL="0" indent="0" algn="ctr">
              <a:buNone/>
              <a:defRPr sz="1200"/>
            </a:lvl1pPr>
          </a:lstStyle>
          <a:p>
            <a:r>
              <a:rPr lang="en-US"/>
              <a:t>Icon</a:t>
            </a:r>
          </a:p>
        </p:txBody>
      </p:sp>
      <p:sp>
        <p:nvSpPr>
          <p:cNvPr id="16" name="Text Placeholder 15">
            <a:extLst>
              <a:ext uri="{FF2B5EF4-FFF2-40B4-BE49-F238E27FC236}">
                <a16:creationId xmlns:a16="http://schemas.microsoft.com/office/drawing/2014/main" id="{6E1AA924-420F-3F2E-AD54-8F437A89B111}"/>
              </a:ext>
            </a:extLst>
          </p:cNvPr>
          <p:cNvSpPr>
            <a:spLocks noGrp="1"/>
          </p:cNvSpPr>
          <p:nvPr>
            <p:ph type="body" sz="quarter" idx="13" hasCustomPrompt="1"/>
          </p:nvPr>
        </p:nvSpPr>
        <p:spPr>
          <a:xfrm>
            <a:off x="381000"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19" name="Text Placeholder 15">
            <a:extLst>
              <a:ext uri="{FF2B5EF4-FFF2-40B4-BE49-F238E27FC236}">
                <a16:creationId xmlns:a16="http://schemas.microsoft.com/office/drawing/2014/main" id="{07DFCC3D-79B1-B2C2-E5FE-DBB8CCD7D526}"/>
              </a:ext>
            </a:extLst>
          </p:cNvPr>
          <p:cNvSpPr>
            <a:spLocks noGrp="1"/>
          </p:cNvSpPr>
          <p:nvPr>
            <p:ph type="body" sz="quarter" idx="14" hasCustomPrompt="1"/>
          </p:nvPr>
        </p:nvSpPr>
        <p:spPr>
          <a:xfrm>
            <a:off x="4252912"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20" name="Text Placeholder 15">
            <a:extLst>
              <a:ext uri="{FF2B5EF4-FFF2-40B4-BE49-F238E27FC236}">
                <a16:creationId xmlns:a16="http://schemas.microsoft.com/office/drawing/2014/main" id="{79B55756-003A-46FE-BC73-669E725E1109}"/>
              </a:ext>
            </a:extLst>
          </p:cNvPr>
          <p:cNvSpPr>
            <a:spLocks noGrp="1"/>
          </p:cNvSpPr>
          <p:nvPr>
            <p:ph type="body" sz="quarter" idx="15" hasCustomPrompt="1"/>
          </p:nvPr>
        </p:nvSpPr>
        <p:spPr>
          <a:xfrm>
            <a:off x="8124825" y="3221391"/>
            <a:ext cx="3686175" cy="415925"/>
          </a:xfrm>
          <a:prstGeom prst="parallelogram">
            <a:avLst/>
          </a:prstGeom>
          <a:solidFill>
            <a:schemeClr val="bg2"/>
          </a:solidFill>
        </p:spPr>
        <p:txBody>
          <a:bodyPr anchor="ctr">
            <a:noAutofit/>
          </a:bodyPr>
          <a:lstStyle>
            <a:lvl1pPr marL="0" indent="0" algn="ctr">
              <a:buNone/>
              <a:defRPr sz="1400" b="1" baseline="0">
                <a:solidFill>
                  <a:schemeClr val="bg1"/>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r>
              <a:rPr lang="en-GB"/>
              <a:t>Example copy</a:t>
            </a:r>
            <a:endParaRPr lang="en-US"/>
          </a:p>
        </p:txBody>
      </p:sp>
      <p:sp>
        <p:nvSpPr>
          <p:cNvPr id="4" name="Text Placeholder 3">
            <a:extLst>
              <a:ext uri="{FF2B5EF4-FFF2-40B4-BE49-F238E27FC236}">
                <a16:creationId xmlns:a16="http://schemas.microsoft.com/office/drawing/2014/main" id="{90A7486A-BA2F-47B0-B17B-07CF50190FFD}"/>
              </a:ext>
            </a:extLst>
          </p:cNvPr>
          <p:cNvSpPr>
            <a:spLocks noGrp="1"/>
          </p:cNvSpPr>
          <p:nvPr>
            <p:ph type="body" sz="quarter" idx="20"/>
          </p:nvPr>
        </p:nvSpPr>
        <p:spPr>
          <a:xfrm>
            <a:off x="381000" y="3816836"/>
            <a:ext cx="3541321" cy="1698593"/>
          </a:xfrm>
        </p:spPr>
        <p:txBody>
          <a:bodyPr lIns="90000" tIns="90000" rIns="90000" bIns="9000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3">
            <a:extLst>
              <a:ext uri="{FF2B5EF4-FFF2-40B4-BE49-F238E27FC236}">
                <a16:creationId xmlns:a16="http://schemas.microsoft.com/office/drawing/2014/main" id="{2EC6CD97-5EED-4819-81CE-B94BB95F9DA8}"/>
              </a:ext>
            </a:extLst>
          </p:cNvPr>
          <p:cNvSpPr>
            <a:spLocks noGrp="1"/>
          </p:cNvSpPr>
          <p:nvPr>
            <p:ph type="body" sz="quarter" idx="21"/>
          </p:nvPr>
        </p:nvSpPr>
        <p:spPr>
          <a:xfrm>
            <a:off x="4252912" y="3816836"/>
            <a:ext cx="3541321" cy="1698593"/>
          </a:xfrm>
        </p:spPr>
        <p:txBody>
          <a:bodyPr lIns="90000" tIns="90000" rIns="90000" bIns="9000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3" name="Text Placeholder 3">
            <a:extLst>
              <a:ext uri="{FF2B5EF4-FFF2-40B4-BE49-F238E27FC236}">
                <a16:creationId xmlns:a16="http://schemas.microsoft.com/office/drawing/2014/main" id="{04792009-834D-4287-8EAF-781BE9D027DE}"/>
              </a:ext>
            </a:extLst>
          </p:cNvPr>
          <p:cNvSpPr>
            <a:spLocks noGrp="1"/>
          </p:cNvSpPr>
          <p:nvPr>
            <p:ph type="body" sz="quarter" idx="22"/>
          </p:nvPr>
        </p:nvSpPr>
        <p:spPr>
          <a:xfrm>
            <a:off x="8124825" y="3816836"/>
            <a:ext cx="3541321" cy="1698593"/>
          </a:xfrm>
        </p:spPr>
        <p:txBody>
          <a:bodyPr lIns="90000" tIns="90000" rIns="90000" bIns="90000">
            <a:normAutofit/>
          </a:bodyPr>
          <a:lstStyle>
            <a:lvl1pPr>
              <a:defRPr sz="1200" baseline="0"/>
            </a:lvl1pPr>
            <a:lvl2pPr>
              <a:defRPr sz="1200" baseline="0"/>
            </a:lvl2pPr>
            <a:lvl3pPr>
              <a:defRPr sz="1200" baseline="0"/>
            </a:lvl3pPr>
            <a:lvl4pPr>
              <a:defRPr sz="1200" baseline="0"/>
            </a:lvl4pPr>
            <a:lvl5pPr>
              <a:defRPr sz="12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70805833-1A1E-7B64-6C5F-03745732D1AC}"/>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060393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hree split - Icons">
    <p:spTree>
      <p:nvGrpSpPr>
        <p:cNvPr id="1" name=""/>
        <p:cNvGrpSpPr/>
        <p:nvPr/>
      </p:nvGrpSpPr>
      <p:grpSpPr>
        <a:xfrm>
          <a:off x="0" y="0"/>
          <a:ext cx="0" cy="0"/>
          <a:chOff x="0" y="0"/>
          <a:chExt cx="0" cy="0"/>
        </a:xfrm>
      </p:grpSpPr>
      <p:sp>
        <p:nvSpPr>
          <p:cNvPr id="15" name="Text Placeholder 15">
            <a:extLst>
              <a:ext uri="{FF2B5EF4-FFF2-40B4-BE49-F238E27FC236}">
                <a16:creationId xmlns:a16="http://schemas.microsoft.com/office/drawing/2014/main" id="{38DFDB5C-317B-C843-DDF6-5F2A8DF79592}"/>
              </a:ext>
            </a:extLst>
          </p:cNvPr>
          <p:cNvSpPr>
            <a:spLocks noGrp="1"/>
          </p:cNvSpPr>
          <p:nvPr>
            <p:ph type="body" sz="quarter" idx="25"/>
          </p:nvPr>
        </p:nvSpPr>
        <p:spPr>
          <a:xfrm>
            <a:off x="8229875" y="2362087"/>
            <a:ext cx="3060630"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10" name="Text Placeholder 15">
            <a:extLst>
              <a:ext uri="{FF2B5EF4-FFF2-40B4-BE49-F238E27FC236}">
                <a16:creationId xmlns:a16="http://schemas.microsoft.com/office/drawing/2014/main" id="{2DB13B79-4CF6-6536-EE76-BC0E60A4073A}"/>
              </a:ext>
            </a:extLst>
          </p:cNvPr>
          <p:cNvSpPr>
            <a:spLocks noGrp="1"/>
          </p:cNvSpPr>
          <p:nvPr>
            <p:ph type="body" sz="quarter" idx="23"/>
          </p:nvPr>
        </p:nvSpPr>
        <p:spPr>
          <a:xfrm>
            <a:off x="4572419" y="2362087"/>
            <a:ext cx="3060630"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5" name="Text Placeholder 15">
            <a:extLst>
              <a:ext uri="{FF2B5EF4-FFF2-40B4-BE49-F238E27FC236}">
                <a16:creationId xmlns:a16="http://schemas.microsoft.com/office/drawing/2014/main" id="{8F4CD651-7D5A-B3C6-6619-F2A8F2C0765A}"/>
              </a:ext>
            </a:extLst>
          </p:cNvPr>
          <p:cNvSpPr>
            <a:spLocks noGrp="1"/>
          </p:cNvSpPr>
          <p:nvPr>
            <p:ph type="body" sz="quarter" idx="13"/>
          </p:nvPr>
        </p:nvSpPr>
        <p:spPr>
          <a:xfrm>
            <a:off x="914963" y="2362087"/>
            <a:ext cx="3060630"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grpSp>
        <p:nvGrpSpPr>
          <p:cNvPr id="91" name="Group 90">
            <a:extLst>
              <a:ext uri="{FF2B5EF4-FFF2-40B4-BE49-F238E27FC236}">
                <a16:creationId xmlns:a16="http://schemas.microsoft.com/office/drawing/2014/main" id="{55E061F0-50D9-5E8F-1289-74E749216F32}"/>
              </a:ext>
            </a:extLst>
          </p:cNvPr>
          <p:cNvGrpSpPr/>
          <p:nvPr userDrawn="1"/>
        </p:nvGrpSpPr>
        <p:grpSpPr>
          <a:xfrm>
            <a:off x="381001" y="1861583"/>
            <a:ext cx="11429998" cy="3517668"/>
            <a:chOff x="381001" y="1861583"/>
            <a:chExt cx="11429998" cy="3517668"/>
          </a:xfrm>
        </p:grpSpPr>
        <p:grpSp>
          <p:nvGrpSpPr>
            <p:cNvPr id="21" name="object 4">
              <a:extLst>
                <a:ext uri="{FF2B5EF4-FFF2-40B4-BE49-F238E27FC236}">
                  <a16:creationId xmlns:a16="http://schemas.microsoft.com/office/drawing/2014/main" id="{F7A370E8-9642-AF54-D44B-CDEDF2FD7EED}"/>
                </a:ext>
              </a:extLst>
            </p:cNvPr>
            <p:cNvGrpSpPr/>
            <p:nvPr userDrawn="1"/>
          </p:nvGrpSpPr>
          <p:grpSpPr>
            <a:xfrm>
              <a:off x="381001" y="3351205"/>
              <a:ext cx="3900072" cy="1989161"/>
              <a:chOff x="1585475" y="5701396"/>
              <a:chExt cx="4362157" cy="2937153"/>
            </a:xfrm>
          </p:grpSpPr>
          <p:sp>
            <p:nvSpPr>
              <p:cNvPr id="58" name="object 5">
                <a:extLst>
                  <a:ext uri="{FF2B5EF4-FFF2-40B4-BE49-F238E27FC236}">
                    <a16:creationId xmlns:a16="http://schemas.microsoft.com/office/drawing/2014/main" id="{1BF65D0E-0627-F234-B1E9-DAF71F8731CB}"/>
                  </a:ext>
                </a:extLst>
              </p:cNvPr>
              <p:cNvSpPr/>
              <p:nvPr/>
            </p:nvSpPr>
            <p:spPr>
              <a:xfrm>
                <a:off x="1627370" y="5805726"/>
                <a:ext cx="0" cy="2467604"/>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a:p>
            </p:txBody>
          </p:sp>
          <p:sp>
            <p:nvSpPr>
              <p:cNvPr id="59" name="object 6">
                <a:extLst>
                  <a:ext uri="{FF2B5EF4-FFF2-40B4-BE49-F238E27FC236}">
                    <a16:creationId xmlns:a16="http://schemas.microsoft.com/office/drawing/2014/main" id="{DC32E038-6AD5-5D99-0B7E-155514E82E9D}"/>
                  </a:ext>
                </a:extLst>
              </p:cNvPr>
              <p:cNvSpPr/>
              <p:nvPr/>
            </p:nvSpPr>
            <p:spPr>
              <a:xfrm>
                <a:off x="1633351" y="8365440"/>
                <a:ext cx="277498" cy="252093"/>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a:p>
            </p:txBody>
          </p:sp>
          <p:sp>
            <p:nvSpPr>
              <p:cNvPr id="60" name="object 7">
                <a:extLst>
                  <a:ext uri="{FF2B5EF4-FFF2-40B4-BE49-F238E27FC236}">
                    <a16:creationId xmlns:a16="http://schemas.microsoft.com/office/drawing/2014/main" id="{6559E618-A26D-63F7-F1CA-FCA4249795C8}"/>
                  </a:ext>
                </a:extLst>
              </p:cNvPr>
              <p:cNvSpPr/>
              <p:nvPr/>
            </p:nvSpPr>
            <p:spPr>
              <a:xfrm>
                <a:off x="1616900" y="8293624"/>
                <a:ext cx="20956"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1" name="object 8">
                <a:extLst>
                  <a:ext uri="{FF2B5EF4-FFF2-40B4-BE49-F238E27FC236}">
                    <a16:creationId xmlns:a16="http://schemas.microsoft.com/office/drawing/2014/main" id="{75AD6B4D-56CD-CBD5-1D27-42052B48904C}"/>
                  </a:ext>
                </a:extLst>
              </p:cNvPr>
              <p:cNvSpPr/>
              <p:nvPr/>
            </p:nvSpPr>
            <p:spPr>
              <a:xfrm>
                <a:off x="2003897" y="8619135"/>
                <a:ext cx="3588413" cy="889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a:p>
            </p:txBody>
          </p:sp>
          <p:sp>
            <p:nvSpPr>
              <p:cNvPr id="62" name="object 9">
                <a:extLst>
                  <a:ext uri="{FF2B5EF4-FFF2-40B4-BE49-F238E27FC236}">
                    <a16:creationId xmlns:a16="http://schemas.microsoft.com/office/drawing/2014/main" id="{1B562921-8B76-0027-F506-8F88B6F6D1A6}"/>
                  </a:ext>
                </a:extLst>
              </p:cNvPr>
              <p:cNvSpPr/>
              <p:nvPr/>
            </p:nvSpPr>
            <p:spPr>
              <a:xfrm>
                <a:off x="1931030" y="8608514"/>
                <a:ext cx="20956"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3" name="object 10">
                <a:extLst>
                  <a:ext uri="{FF2B5EF4-FFF2-40B4-BE49-F238E27FC236}">
                    <a16:creationId xmlns:a16="http://schemas.microsoft.com/office/drawing/2014/main" id="{D7C8A975-CA69-0CBC-BA39-90E954E29B65}"/>
                  </a:ext>
                </a:extLst>
              </p:cNvPr>
              <p:cNvSpPr/>
              <p:nvPr/>
            </p:nvSpPr>
            <p:spPr>
              <a:xfrm>
                <a:off x="5684178" y="8345338"/>
                <a:ext cx="251463" cy="276858"/>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a:p>
            </p:txBody>
          </p:sp>
          <p:sp>
            <p:nvSpPr>
              <p:cNvPr id="64" name="object 11">
                <a:extLst>
                  <a:ext uri="{FF2B5EF4-FFF2-40B4-BE49-F238E27FC236}">
                    <a16:creationId xmlns:a16="http://schemas.microsoft.com/office/drawing/2014/main" id="{E35F7A5F-EF6A-E203-F651-F599DCEFFF35}"/>
                  </a:ext>
                </a:extLst>
              </p:cNvPr>
              <p:cNvSpPr/>
              <p:nvPr/>
            </p:nvSpPr>
            <p:spPr>
              <a:xfrm>
                <a:off x="1616900" y="5732797"/>
                <a:ext cx="4330732" cy="2905752"/>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a:p>
            </p:txBody>
          </p:sp>
          <p:sp>
            <p:nvSpPr>
              <p:cNvPr id="65" name="object 12">
                <a:extLst>
                  <a:ext uri="{FF2B5EF4-FFF2-40B4-BE49-F238E27FC236}">
                    <a16:creationId xmlns:a16="http://schemas.microsoft.com/office/drawing/2014/main" id="{E0943846-5820-FB6C-9E9E-7981A949FD6C}"/>
                  </a:ext>
                </a:extLst>
              </p:cNvPr>
              <p:cNvSpPr/>
              <p:nvPr/>
            </p:nvSpPr>
            <p:spPr>
              <a:xfrm>
                <a:off x="1585475" y="5701396"/>
                <a:ext cx="83820" cy="83819"/>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a:p>
            </p:txBody>
          </p:sp>
        </p:grpSp>
        <p:sp>
          <p:nvSpPr>
            <p:cNvPr id="55" name="object 14">
              <a:extLst>
                <a:ext uri="{FF2B5EF4-FFF2-40B4-BE49-F238E27FC236}">
                  <a16:creationId xmlns:a16="http://schemas.microsoft.com/office/drawing/2014/main" id="{89E6EA38-6A81-1582-D5A7-B6C407B97A45}"/>
                </a:ext>
              </a:extLst>
            </p:cNvPr>
            <p:cNvSpPr/>
            <p:nvPr/>
          </p:nvSpPr>
          <p:spPr>
            <a:xfrm>
              <a:off x="4274006" y="2113506"/>
              <a:ext cx="0" cy="2964914"/>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grpSp>
          <p:nvGrpSpPr>
            <p:cNvPr id="35" name="Group 34">
              <a:extLst>
                <a:ext uri="{FF2B5EF4-FFF2-40B4-BE49-F238E27FC236}">
                  <a16:creationId xmlns:a16="http://schemas.microsoft.com/office/drawing/2014/main" id="{99F3B8A2-2C6F-2675-F46A-C6B901703101}"/>
                </a:ext>
              </a:extLst>
            </p:cNvPr>
            <p:cNvGrpSpPr/>
            <p:nvPr userDrawn="1"/>
          </p:nvGrpSpPr>
          <p:grpSpPr>
            <a:xfrm>
              <a:off x="4314505" y="1872371"/>
              <a:ext cx="226409" cy="227045"/>
              <a:chOff x="4201300" y="1872371"/>
              <a:chExt cx="226409" cy="227045"/>
            </a:xfrm>
          </p:grpSpPr>
          <p:sp>
            <p:nvSpPr>
              <p:cNvPr id="56" name="object 15">
                <a:extLst>
                  <a:ext uri="{FF2B5EF4-FFF2-40B4-BE49-F238E27FC236}">
                    <a16:creationId xmlns:a16="http://schemas.microsoft.com/office/drawing/2014/main" id="{CD50E4F5-5DF4-942D-898B-6E08EE983B75}"/>
                  </a:ext>
                </a:extLst>
              </p:cNvPr>
              <p:cNvSpPr/>
              <p:nvPr/>
            </p:nvSpPr>
            <p:spPr>
              <a:xfrm>
                <a:off x="4212408" y="1880471"/>
                <a:ext cx="187388" cy="170283"/>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57" name="object 16">
                <a:extLst>
                  <a:ext uri="{FF2B5EF4-FFF2-40B4-BE49-F238E27FC236}">
                    <a16:creationId xmlns:a16="http://schemas.microsoft.com/office/drawing/2014/main" id="{A559A6FC-BE2B-F5C4-050A-EFAABB4C054F}"/>
                  </a:ext>
                </a:extLst>
              </p:cNvPr>
              <p:cNvSpPr/>
              <p:nvPr/>
            </p:nvSpPr>
            <p:spPr>
              <a:xfrm>
                <a:off x="4201300" y="1872371"/>
                <a:ext cx="226409" cy="227045"/>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a:p>
            </p:txBody>
          </p:sp>
        </p:grpSp>
        <p:grpSp>
          <p:nvGrpSpPr>
            <p:cNvPr id="23" name="object 17">
              <a:extLst>
                <a:ext uri="{FF2B5EF4-FFF2-40B4-BE49-F238E27FC236}">
                  <a16:creationId xmlns:a16="http://schemas.microsoft.com/office/drawing/2014/main" id="{B28073F3-6020-CCD2-BECA-EBD2532009DF}"/>
                </a:ext>
              </a:extLst>
            </p:cNvPr>
            <p:cNvGrpSpPr/>
            <p:nvPr/>
          </p:nvGrpSpPr>
          <p:grpSpPr>
            <a:xfrm>
              <a:off x="4521652" y="1861583"/>
              <a:ext cx="3417867" cy="227038"/>
              <a:chOff x="6313950" y="3517524"/>
              <a:chExt cx="3780200" cy="335280"/>
            </a:xfrm>
          </p:grpSpPr>
          <p:sp>
            <p:nvSpPr>
              <p:cNvPr id="52" name="object 18">
                <a:extLst>
                  <a:ext uri="{FF2B5EF4-FFF2-40B4-BE49-F238E27FC236}">
                    <a16:creationId xmlns:a16="http://schemas.microsoft.com/office/drawing/2014/main" id="{4C38A7E6-1066-98D2-C580-D735479826F2}"/>
                  </a:ext>
                </a:extLst>
              </p:cNvPr>
              <p:cNvSpPr/>
              <p:nvPr/>
            </p:nvSpPr>
            <p:spPr>
              <a:xfrm>
                <a:off x="6313950" y="3527987"/>
                <a:ext cx="3424556"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a:p>
            </p:txBody>
          </p:sp>
          <p:sp>
            <p:nvSpPr>
              <p:cNvPr id="53" name="object 19">
                <a:extLst>
                  <a:ext uri="{FF2B5EF4-FFF2-40B4-BE49-F238E27FC236}">
                    <a16:creationId xmlns:a16="http://schemas.microsoft.com/office/drawing/2014/main" id="{3BE53713-1ABF-45F7-2F82-56A2797C6E61}"/>
                  </a:ext>
                </a:extLst>
              </p:cNvPr>
              <p:cNvSpPr/>
              <p:nvPr/>
            </p:nvSpPr>
            <p:spPr>
              <a:xfrm>
                <a:off x="9830644" y="3533965"/>
                <a:ext cx="251460" cy="277494"/>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54" name="object 20">
                <a:extLst>
                  <a:ext uri="{FF2B5EF4-FFF2-40B4-BE49-F238E27FC236}">
                    <a16:creationId xmlns:a16="http://schemas.microsoft.com/office/drawing/2014/main" id="{D73F6B89-9C24-E685-B8F7-5143CDEADC63}"/>
                  </a:ext>
                </a:extLst>
              </p:cNvPr>
              <p:cNvSpPr/>
              <p:nvPr/>
            </p:nvSpPr>
            <p:spPr>
              <a:xfrm>
                <a:off x="9758869" y="3517524"/>
                <a:ext cx="335281"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a:p>
            </p:txBody>
          </p:sp>
        </p:grpSp>
        <p:sp>
          <p:nvSpPr>
            <p:cNvPr id="49" name="object 22">
              <a:extLst>
                <a:ext uri="{FF2B5EF4-FFF2-40B4-BE49-F238E27FC236}">
                  <a16:creationId xmlns:a16="http://schemas.microsoft.com/office/drawing/2014/main" id="{AFF3A81E-518C-7E77-7EB0-B276417480FA}"/>
                </a:ext>
              </a:extLst>
            </p:cNvPr>
            <p:cNvSpPr/>
            <p:nvPr/>
          </p:nvSpPr>
          <p:spPr>
            <a:xfrm>
              <a:off x="7939521" y="2134832"/>
              <a:ext cx="0" cy="2964989"/>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grpSp>
          <p:nvGrpSpPr>
            <p:cNvPr id="90" name="Group 89">
              <a:extLst>
                <a:ext uri="{FF2B5EF4-FFF2-40B4-BE49-F238E27FC236}">
                  <a16:creationId xmlns:a16="http://schemas.microsoft.com/office/drawing/2014/main" id="{C3F369AE-E95B-BD23-7CCD-1C222A8A082E}"/>
                </a:ext>
              </a:extLst>
            </p:cNvPr>
            <p:cNvGrpSpPr/>
            <p:nvPr userDrawn="1"/>
          </p:nvGrpSpPr>
          <p:grpSpPr>
            <a:xfrm>
              <a:off x="7939519" y="5110319"/>
              <a:ext cx="3848603" cy="268932"/>
              <a:chOff x="7939519" y="5110319"/>
              <a:chExt cx="3848603" cy="268932"/>
            </a:xfrm>
          </p:grpSpPr>
          <p:sp>
            <p:nvSpPr>
              <p:cNvPr id="50" name="object 23">
                <a:extLst>
                  <a:ext uri="{FF2B5EF4-FFF2-40B4-BE49-F238E27FC236}">
                    <a16:creationId xmlns:a16="http://schemas.microsoft.com/office/drawing/2014/main" id="{5F5B3569-3F4E-477A-6BE3-C16E0D116B18}"/>
                  </a:ext>
                </a:extLst>
              </p:cNvPr>
              <p:cNvSpPr/>
              <p:nvPr/>
            </p:nvSpPr>
            <p:spPr>
              <a:xfrm>
                <a:off x="7950309" y="5162429"/>
                <a:ext cx="182064" cy="170287"/>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51" name="object 24">
                <a:extLst>
                  <a:ext uri="{FF2B5EF4-FFF2-40B4-BE49-F238E27FC236}">
                    <a16:creationId xmlns:a16="http://schemas.microsoft.com/office/drawing/2014/main" id="{C5468CE2-1CE4-A6A3-B35D-A9CFBFB1BA49}"/>
                  </a:ext>
                </a:extLst>
              </p:cNvPr>
              <p:cNvSpPr/>
              <p:nvPr/>
            </p:nvSpPr>
            <p:spPr>
              <a:xfrm>
                <a:off x="7939519" y="5113830"/>
                <a:ext cx="219977" cy="227051"/>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sp>
            <p:nvSpPr>
              <p:cNvPr id="46" name="object 26">
                <a:extLst>
                  <a:ext uri="{FF2B5EF4-FFF2-40B4-BE49-F238E27FC236}">
                    <a16:creationId xmlns:a16="http://schemas.microsoft.com/office/drawing/2014/main" id="{50C051EC-07DA-E1CC-F6A5-24FCD3457D01}"/>
                  </a:ext>
                </a:extLst>
              </p:cNvPr>
              <p:cNvSpPr/>
              <p:nvPr/>
            </p:nvSpPr>
            <p:spPr>
              <a:xfrm>
                <a:off x="8207403" y="5333532"/>
                <a:ext cx="628435" cy="45719"/>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grpSp>
            <p:nvGrpSpPr>
              <p:cNvPr id="27" name="object 33">
                <a:extLst>
                  <a:ext uri="{FF2B5EF4-FFF2-40B4-BE49-F238E27FC236}">
                    <a16:creationId xmlns:a16="http://schemas.microsoft.com/office/drawing/2014/main" id="{897E395E-A42B-F93A-89D3-E4E38620C2DA}"/>
                  </a:ext>
                </a:extLst>
              </p:cNvPr>
              <p:cNvGrpSpPr/>
              <p:nvPr userDrawn="1"/>
            </p:nvGrpSpPr>
            <p:grpSpPr>
              <a:xfrm flipV="1">
                <a:off x="8835837" y="5110319"/>
                <a:ext cx="2952285" cy="227038"/>
                <a:chOff x="14607412" y="3517524"/>
                <a:chExt cx="3873908" cy="335280"/>
              </a:xfrm>
            </p:grpSpPr>
            <p:sp>
              <p:nvSpPr>
                <p:cNvPr id="40" name="object 34">
                  <a:extLst>
                    <a:ext uri="{FF2B5EF4-FFF2-40B4-BE49-F238E27FC236}">
                      <a16:creationId xmlns:a16="http://schemas.microsoft.com/office/drawing/2014/main" id="{A72F11A5-F3CB-EBCF-33D6-C86B7A8F2542}"/>
                    </a:ext>
                  </a:extLst>
                </p:cNvPr>
                <p:cNvSpPr/>
                <p:nvPr/>
              </p:nvSpPr>
              <p:spPr>
                <a:xfrm>
                  <a:off x="14607412" y="3527987"/>
                  <a:ext cx="3517895"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a:p>
              </p:txBody>
            </p:sp>
            <p:sp>
              <p:nvSpPr>
                <p:cNvPr id="41" name="object 35">
                  <a:extLst>
                    <a:ext uri="{FF2B5EF4-FFF2-40B4-BE49-F238E27FC236}">
                      <a16:creationId xmlns:a16="http://schemas.microsoft.com/office/drawing/2014/main" id="{E9FBEA00-C184-8D4E-59C3-200048294678}"/>
                    </a:ext>
                  </a:extLst>
                </p:cNvPr>
                <p:cNvSpPr/>
                <p:nvPr/>
              </p:nvSpPr>
              <p:spPr>
                <a:xfrm>
                  <a:off x="18217785" y="3533965"/>
                  <a:ext cx="251460" cy="277494"/>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42" name="object 36">
                  <a:extLst>
                    <a:ext uri="{FF2B5EF4-FFF2-40B4-BE49-F238E27FC236}">
                      <a16:creationId xmlns:a16="http://schemas.microsoft.com/office/drawing/2014/main" id="{DB1DF6D1-9675-BFD5-7522-A5686653BAC9}"/>
                    </a:ext>
                  </a:extLst>
                </p:cNvPr>
                <p:cNvSpPr/>
                <p:nvPr/>
              </p:nvSpPr>
              <p:spPr>
                <a:xfrm>
                  <a:off x="18146041" y="3517524"/>
                  <a:ext cx="335279"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a:p>
              </p:txBody>
            </p:sp>
          </p:grpSp>
        </p:grpSp>
        <p:grpSp>
          <p:nvGrpSpPr>
            <p:cNvPr id="28" name="object 37">
              <a:extLst>
                <a:ext uri="{FF2B5EF4-FFF2-40B4-BE49-F238E27FC236}">
                  <a16:creationId xmlns:a16="http://schemas.microsoft.com/office/drawing/2014/main" id="{628F4EC7-BC30-BDE7-8951-7946439D516A}"/>
                </a:ext>
              </a:extLst>
            </p:cNvPr>
            <p:cNvGrpSpPr/>
            <p:nvPr userDrawn="1"/>
          </p:nvGrpSpPr>
          <p:grpSpPr>
            <a:xfrm flipV="1">
              <a:off x="11748577" y="3666851"/>
              <a:ext cx="62422" cy="1408236"/>
              <a:chOff x="18429794" y="3904827"/>
              <a:chExt cx="81915" cy="2079411"/>
            </a:xfrm>
          </p:grpSpPr>
          <p:sp>
            <p:nvSpPr>
              <p:cNvPr id="37" name="object 38">
                <a:extLst>
                  <a:ext uri="{FF2B5EF4-FFF2-40B4-BE49-F238E27FC236}">
                    <a16:creationId xmlns:a16="http://schemas.microsoft.com/office/drawing/2014/main" id="{02C09891-3C21-02C6-D9EB-D6D62ACAA23D}"/>
                  </a:ext>
                </a:extLst>
              </p:cNvPr>
              <p:cNvSpPr/>
              <p:nvPr/>
            </p:nvSpPr>
            <p:spPr>
              <a:xfrm>
                <a:off x="18470641" y="3904827"/>
                <a:ext cx="0" cy="1975487"/>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a:p>
            </p:txBody>
          </p:sp>
          <p:sp>
            <p:nvSpPr>
              <p:cNvPr id="38" name="object 39">
                <a:extLst>
                  <a:ext uri="{FF2B5EF4-FFF2-40B4-BE49-F238E27FC236}">
                    <a16:creationId xmlns:a16="http://schemas.microsoft.com/office/drawing/2014/main" id="{151E7C42-172D-6132-7624-738CC62D3ECC}"/>
                  </a:ext>
                </a:extLst>
              </p:cNvPr>
              <p:cNvSpPr/>
              <p:nvPr/>
            </p:nvSpPr>
            <p:spPr>
              <a:xfrm>
                <a:off x="18460174" y="5901143"/>
                <a:ext cx="20954" cy="20954"/>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39" name="object 40">
                <a:extLst>
                  <a:ext uri="{FF2B5EF4-FFF2-40B4-BE49-F238E27FC236}">
                    <a16:creationId xmlns:a16="http://schemas.microsoft.com/office/drawing/2014/main" id="{982D1E67-ADDC-FDB4-C1BE-B34D2B83D864}"/>
                  </a:ext>
                </a:extLst>
              </p:cNvPr>
              <p:cNvSpPr/>
              <p:nvPr/>
            </p:nvSpPr>
            <p:spPr>
              <a:xfrm>
                <a:off x="18429794" y="5871844"/>
                <a:ext cx="81915" cy="112394"/>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a:p>
            </p:txBody>
          </p:sp>
        </p:grpSp>
      </p:grpSp>
      <p:sp>
        <p:nvSpPr>
          <p:cNvPr id="69" name="Picture Placeholder 4">
            <a:extLst>
              <a:ext uri="{FF2B5EF4-FFF2-40B4-BE49-F238E27FC236}">
                <a16:creationId xmlns:a16="http://schemas.microsoft.com/office/drawing/2014/main" id="{92AEF7A3-2A0A-2B14-37C2-B829F7959BD1}"/>
              </a:ext>
            </a:extLst>
          </p:cNvPr>
          <p:cNvSpPr>
            <a:spLocks noGrp="1"/>
          </p:cNvSpPr>
          <p:nvPr>
            <p:ph type="pic" sz="quarter" idx="16" hasCustomPrompt="1"/>
          </p:nvPr>
        </p:nvSpPr>
        <p:spPr>
          <a:xfrm>
            <a:off x="1725885" y="2740569"/>
            <a:ext cx="1438787" cy="823913"/>
          </a:xfrm>
        </p:spPr>
        <p:txBody>
          <a:bodyPr anchor="ctr">
            <a:normAutofit/>
          </a:bodyPr>
          <a:lstStyle>
            <a:lvl1pPr marL="0" indent="0" algn="ctr">
              <a:buNone/>
              <a:defRPr sz="1200"/>
            </a:lvl1pPr>
          </a:lstStyle>
          <a:p>
            <a:r>
              <a:rPr lang="en-US"/>
              <a:t>Icon</a:t>
            </a:r>
          </a:p>
        </p:txBody>
      </p:sp>
      <p:sp>
        <p:nvSpPr>
          <p:cNvPr id="70" name="Picture Placeholder 4">
            <a:extLst>
              <a:ext uri="{FF2B5EF4-FFF2-40B4-BE49-F238E27FC236}">
                <a16:creationId xmlns:a16="http://schemas.microsoft.com/office/drawing/2014/main" id="{98FA5A22-04AD-EB8D-179A-35A9DB751458}"/>
              </a:ext>
            </a:extLst>
          </p:cNvPr>
          <p:cNvSpPr>
            <a:spLocks noGrp="1"/>
          </p:cNvSpPr>
          <p:nvPr>
            <p:ph type="pic" sz="quarter" idx="17" hasCustomPrompt="1"/>
          </p:nvPr>
        </p:nvSpPr>
        <p:spPr>
          <a:xfrm>
            <a:off x="5383341" y="2750635"/>
            <a:ext cx="1438787" cy="823913"/>
          </a:xfrm>
        </p:spPr>
        <p:txBody>
          <a:bodyPr anchor="ctr">
            <a:normAutofit/>
          </a:bodyPr>
          <a:lstStyle>
            <a:lvl1pPr marL="0" indent="0" algn="ctr">
              <a:buNone/>
              <a:defRPr sz="1200"/>
            </a:lvl1pPr>
          </a:lstStyle>
          <a:p>
            <a:r>
              <a:rPr lang="en-US"/>
              <a:t>Icon</a:t>
            </a:r>
          </a:p>
        </p:txBody>
      </p:sp>
      <p:sp>
        <p:nvSpPr>
          <p:cNvPr id="72" name="Picture Placeholder 4">
            <a:extLst>
              <a:ext uri="{FF2B5EF4-FFF2-40B4-BE49-F238E27FC236}">
                <a16:creationId xmlns:a16="http://schemas.microsoft.com/office/drawing/2014/main" id="{F8186E98-2FE0-A4D5-DD37-7EE653949618}"/>
              </a:ext>
            </a:extLst>
          </p:cNvPr>
          <p:cNvSpPr>
            <a:spLocks noGrp="1"/>
          </p:cNvSpPr>
          <p:nvPr>
            <p:ph type="pic" sz="quarter" idx="19" hasCustomPrompt="1"/>
          </p:nvPr>
        </p:nvSpPr>
        <p:spPr>
          <a:xfrm>
            <a:off x="9040797" y="2746418"/>
            <a:ext cx="1438787" cy="823913"/>
          </a:xfrm>
        </p:spPr>
        <p:txBody>
          <a:bodyPr anchor="ctr">
            <a:normAutofit/>
          </a:bodyPr>
          <a:lstStyle>
            <a:lvl1pPr marL="0" indent="0" algn="ctr">
              <a:buNone/>
              <a:defRPr sz="1200"/>
            </a:lvl1pPr>
          </a:lstStyle>
          <a:p>
            <a:r>
              <a:rPr lang="en-US"/>
              <a:t>Icon</a:t>
            </a:r>
          </a:p>
        </p:txBody>
      </p:sp>
      <p:sp>
        <p:nvSpPr>
          <p:cNvPr id="73" name="Content Placeholder 2">
            <a:extLst>
              <a:ext uri="{FF2B5EF4-FFF2-40B4-BE49-F238E27FC236}">
                <a16:creationId xmlns:a16="http://schemas.microsoft.com/office/drawing/2014/main" id="{4D77C58D-E444-0CF9-27E3-810F2AA1F9FF}"/>
              </a:ext>
            </a:extLst>
          </p:cNvPr>
          <p:cNvSpPr>
            <a:spLocks noGrp="1"/>
          </p:cNvSpPr>
          <p:nvPr>
            <p:ph sz="half" idx="1" hasCustomPrompt="1"/>
          </p:nvPr>
        </p:nvSpPr>
        <p:spPr>
          <a:xfrm>
            <a:off x="1018825" y="3860379"/>
            <a:ext cx="285290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a:extLst>
              <a:ext uri="{FF2B5EF4-FFF2-40B4-BE49-F238E27FC236}">
                <a16:creationId xmlns:a16="http://schemas.microsoft.com/office/drawing/2014/main" id="{24319FDF-4BC8-DA5F-A36B-A72E07F231B8}"/>
              </a:ext>
            </a:extLst>
          </p:cNvPr>
          <p:cNvSpPr>
            <a:spLocks noGrp="1"/>
          </p:cNvSpPr>
          <p:nvPr>
            <p:ph sz="half" idx="20" hasCustomPrompt="1"/>
          </p:nvPr>
        </p:nvSpPr>
        <p:spPr>
          <a:xfrm>
            <a:off x="4676281" y="3860379"/>
            <a:ext cx="285290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a:extLst>
              <a:ext uri="{FF2B5EF4-FFF2-40B4-BE49-F238E27FC236}">
                <a16:creationId xmlns:a16="http://schemas.microsoft.com/office/drawing/2014/main" id="{CAA4FEF9-F31D-8C24-2BF1-63A24C516295}"/>
              </a:ext>
            </a:extLst>
          </p:cNvPr>
          <p:cNvSpPr>
            <a:spLocks noGrp="1"/>
          </p:cNvSpPr>
          <p:nvPr>
            <p:ph sz="half" idx="22" hasCustomPrompt="1"/>
          </p:nvPr>
        </p:nvSpPr>
        <p:spPr>
          <a:xfrm>
            <a:off x="8333737" y="3860379"/>
            <a:ext cx="285290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a:extLst>
              <a:ext uri="{FF2B5EF4-FFF2-40B4-BE49-F238E27FC236}">
                <a16:creationId xmlns:a16="http://schemas.microsoft.com/office/drawing/2014/main" id="{80DFCAAE-784D-8441-000D-4AF12A9E1F1C}"/>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DE1B59C-F715-3414-C3E9-F74A41D642A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3698863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Four split - Icons">
    <p:spTree>
      <p:nvGrpSpPr>
        <p:cNvPr id="1" name=""/>
        <p:cNvGrpSpPr/>
        <p:nvPr/>
      </p:nvGrpSpPr>
      <p:grpSpPr>
        <a:xfrm>
          <a:off x="0" y="0"/>
          <a:ext cx="0" cy="0"/>
          <a:chOff x="0" y="0"/>
          <a:chExt cx="0" cy="0"/>
        </a:xfrm>
      </p:grpSpPr>
      <p:sp>
        <p:nvSpPr>
          <p:cNvPr id="12" name="Text Placeholder 15">
            <a:extLst>
              <a:ext uri="{FF2B5EF4-FFF2-40B4-BE49-F238E27FC236}">
                <a16:creationId xmlns:a16="http://schemas.microsoft.com/office/drawing/2014/main" id="{28ACEF17-DEC1-9099-98F3-F53A12152379}"/>
              </a:ext>
            </a:extLst>
          </p:cNvPr>
          <p:cNvSpPr>
            <a:spLocks noGrp="1"/>
          </p:cNvSpPr>
          <p:nvPr>
            <p:ph type="body" sz="quarter" idx="24"/>
          </p:nvPr>
        </p:nvSpPr>
        <p:spPr>
          <a:xfrm>
            <a:off x="6580025" y="2362087"/>
            <a:ext cx="1900582"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15" name="Text Placeholder 15">
            <a:extLst>
              <a:ext uri="{FF2B5EF4-FFF2-40B4-BE49-F238E27FC236}">
                <a16:creationId xmlns:a16="http://schemas.microsoft.com/office/drawing/2014/main" id="{38DFDB5C-317B-C843-DDF6-5F2A8DF79592}"/>
              </a:ext>
            </a:extLst>
          </p:cNvPr>
          <p:cNvSpPr>
            <a:spLocks noGrp="1"/>
          </p:cNvSpPr>
          <p:nvPr>
            <p:ph type="body" sz="quarter" idx="25"/>
          </p:nvPr>
        </p:nvSpPr>
        <p:spPr>
          <a:xfrm>
            <a:off x="9399665" y="2362087"/>
            <a:ext cx="1900582"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10" name="Text Placeholder 15">
            <a:extLst>
              <a:ext uri="{FF2B5EF4-FFF2-40B4-BE49-F238E27FC236}">
                <a16:creationId xmlns:a16="http://schemas.microsoft.com/office/drawing/2014/main" id="{2DB13B79-4CF6-6536-EE76-BC0E60A4073A}"/>
              </a:ext>
            </a:extLst>
          </p:cNvPr>
          <p:cNvSpPr>
            <a:spLocks noGrp="1"/>
          </p:cNvSpPr>
          <p:nvPr>
            <p:ph type="body" sz="quarter" idx="23"/>
          </p:nvPr>
        </p:nvSpPr>
        <p:spPr>
          <a:xfrm>
            <a:off x="3760393" y="2362087"/>
            <a:ext cx="1900582"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5" name="Text Placeholder 15">
            <a:extLst>
              <a:ext uri="{FF2B5EF4-FFF2-40B4-BE49-F238E27FC236}">
                <a16:creationId xmlns:a16="http://schemas.microsoft.com/office/drawing/2014/main" id="{8F4CD651-7D5A-B3C6-6619-F2A8F2C0765A}"/>
              </a:ext>
            </a:extLst>
          </p:cNvPr>
          <p:cNvSpPr>
            <a:spLocks noGrp="1"/>
          </p:cNvSpPr>
          <p:nvPr>
            <p:ph type="body" sz="quarter" idx="13"/>
          </p:nvPr>
        </p:nvSpPr>
        <p:spPr>
          <a:xfrm>
            <a:off x="940753" y="2362087"/>
            <a:ext cx="1900582"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61" name="object 8">
            <a:extLst>
              <a:ext uri="{FF2B5EF4-FFF2-40B4-BE49-F238E27FC236}">
                <a16:creationId xmlns:a16="http://schemas.microsoft.com/office/drawing/2014/main" id="{75AD6B4D-56CD-CBD5-1D27-42052B48904C}"/>
              </a:ext>
            </a:extLst>
          </p:cNvPr>
          <p:cNvSpPr/>
          <p:nvPr/>
        </p:nvSpPr>
        <p:spPr>
          <a:xfrm>
            <a:off x="663543" y="5326991"/>
            <a:ext cx="2423176" cy="602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a:p>
        </p:txBody>
      </p:sp>
      <p:sp>
        <p:nvSpPr>
          <p:cNvPr id="63" name="object 10">
            <a:extLst>
              <a:ext uri="{FF2B5EF4-FFF2-40B4-BE49-F238E27FC236}">
                <a16:creationId xmlns:a16="http://schemas.microsoft.com/office/drawing/2014/main" id="{D7C8A975-CA69-0CBC-BA39-90E954E29B65}"/>
              </a:ext>
            </a:extLst>
          </p:cNvPr>
          <p:cNvSpPr/>
          <p:nvPr/>
        </p:nvSpPr>
        <p:spPr>
          <a:xfrm>
            <a:off x="3148757" y="5141587"/>
            <a:ext cx="169807" cy="187478"/>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a:p>
        </p:txBody>
      </p:sp>
      <p:sp>
        <p:nvSpPr>
          <p:cNvPr id="64" name="object 11">
            <a:extLst>
              <a:ext uri="{FF2B5EF4-FFF2-40B4-BE49-F238E27FC236}">
                <a16:creationId xmlns:a16="http://schemas.microsoft.com/office/drawing/2014/main" id="{E35F7A5F-EF6A-E203-F651-F599DCEFFF35}"/>
              </a:ext>
            </a:extLst>
          </p:cNvPr>
          <p:cNvSpPr/>
          <p:nvPr/>
        </p:nvSpPr>
        <p:spPr>
          <a:xfrm>
            <a:off x="402212" y="3372478"/>
            <a:ext cx="2924449" cy="1967661"/>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a:p>
        </p:txBody>
      </p:sp>
      <p:grpSp>
        <p:nvGrpSpPr>
          <p:cNvPr id="30" name="Group 29">
            <a:extLst>
              <a:ext uri="{FF2B5EF4-FFF2-40B4-BE49-F238E27FC236}">
                <a16:creationId xmlns:a16="http://schemas.microsoft.com/office/drawing/2014/main" id="{688C64DD-30BB-D19A-63AF-B086BC80A464}"/>
              </a:ext>
            </a:extLst>
          </p:cNvPr>
          <p:cNvGrpSpPr/>
          <p:nvPr userDrawn="1"/>
        </p:nvGrpSpPr>
        <p:grpSpPr>
          <a:xfrm>
            <a:off x="381000" y="3351205"/>
            <a:ext cx="247488" cy="1982784"/>
            <a:chOff x="381000" y="3351205"/>
            <a:chExt cx="247488" cy="1982784"/>
          </a:xfrm>
        </p:grpSpPr>
        <p:sp>
          <p:nvSpPr>
            <p:cNvPr id="58" name="object 5">
              <a:extLst>
                <a:ext uri="{FF2B5EF4-FFF2-40B4-BE49-F238E27FC236}">
                  <a16:creationId xmlns:a16="http://schemas.microsoft.com/office/drawing/2014/main" id="{1BF65D0E-0627-F234-B1E9-DAF71F8731CB}"/>
                </a:ext>
              </a:extLst>
            </p:cNvPr>
            <p:cNvSpPr/>
            <p:nvPr/>
          </p:nvSpPr>
          <p:spPr>
            <a:xfrm>
              <a:off x="409283" y="3421862"/>
              <a:ext cx="0" cy="1670964"/>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a:p>
          </p:txBody>
        </p:sp>
        <p:sp>
          <p:nvSpPr>
            <p:cNvPr id="59" name="object 6">
              <a:extLst>
                <a:ext uri="{FF2B5EF4-FFF2-40B4-BE49-F238E27FC236}">
                  <a16:creationId xmlns:a16="http://schemas.microsoft.com/office/drawing/2014/main" id="{DC32E038-6AD5-5D99-0B7E-155514E82E9D}"/>
                </a:ext>
              </a:extLst>
            </p:cNvPr>
            <p:cNvSpPr/>
            <p:nvPr/>
          </p:nvSpPr>
          <p:spPr>
            <a:xfrm>
              <a:off x="413322" y="5155199"/>
              <a:ext cx="187388" cy="170708"/>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a:p>
          </p:txBody>
        </p:sp>
        <p:sp>
          <p:nvSpPr>
            <p:cNvPr id="60" name="object 7">
              <a:extLst>
                <a:ext uri="{FF2B5EF4-FFF2-40B4-BE49-F238E27FC236}">
                  <a16:creationId xmlns:a16="http://schemas.microsoft.com/office/drawing/2014/main" id="{6559E618-A26D-63F7-F1CA-FCA4249795C8}"/>
                </a:ext>
              </a:extLst>
            </p:cNvPr>
            <p:cNvSpPr/>
            <p:nvPr/>
          </p:nvSpPr>
          <p:spPr>
            <a:xfrm>
              <a:off x="402212" y="5106567"/>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2" name="object 9">
              <a:extLst>
                <a:ext uri="{FF2B5EF4-FFF2-40B4-BE49-F238E27FC236}">
                  <a16:creationId xmlns:a16="http://schemas.microsoft.com/office/drawing/2014/main" id="{1B562921-8B76-0027-F506-8F88B6F6D1A6}"/>
                </a:ext>
              </a:extLst>
            </p:cNvPr>
            <p:cNvSpPr/>
            <p:nvPr/>
          </p:nvSpPr>
          <p:spPr>
            <a:xfrm>
              <a:off x="614337" y="5319799"/>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65" name="object 12">
              <a:extLst>
                <a:ext uri="{FF2B5EF4-FFF2-40B4-BE49-F238E27FC236}">
                  <a16:creationId xmlns:a16="http://schemas.microsoft.com/office/drawing/2014/main" id="{E0943846-5820-FB6C-9E9E-7981A949FD6C}"/>
                </a:ext>
              </a:extLst>
            </p:cNvPr>
            <p:cNvSpPr/>
            <p:nvPr/>
          </p:nvSpPr>
          <p:spPr>
            <a:xfrm>
              <a:off x="381000" y="3351205"/>
              <a:ext cx="56602" cy="56759"/>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a:p>
          </p:txBody>
        </p:sp>
      </p:grpSp>
      <p:grpSp>
        <p:nvGrpSpPr>
          <p:cNvPr id="22" name="object 13">
            <a:extLst>
              <a:ext uri="{FF2B5EF4-FFF2-40B4-BE49-F238E27FC236}">
                <a16:creationId xmlns:a16="http://schemas.microsoft.com/office/drawing/2014/main" id="{7E5B0826-F496-42D4-2ABF-A97CDA263D6D}"/>
              </a:ext>
            </a:extLst>
          </p:cNvPr>
          <p:cNvGrpSpPr/>
          <p:nvPr/>
        </p:nvGrpSpPr>
        <p:grpSpPr>
          <a:xfrm>
            <a:off x="3312435" y="1872371"/>
            <a:ext cx="226409" cy="3206049"/>
            <a:chOff x="5926521" y="3517515"/>
            <a:chExt cx="335280" cy="4734560"/>
          </a:xfrm>
        </p:grpSpPr>
        <p:sp>
          <p:nvSpPr>
            <p:cNvPr id="55" name="object 14">
              <a:extLst>
                <a:ext uri="{FF2B5EF4-FFF2-40B4-BE49-F238E27FC236}">
                  <a16:creationId xmlns:a16="http://schemas.microsoft.com/office/drawing/2014/main" id="{89E6EA38-6A81-1582-D5A7-B6C407B97A45}"/>
                </a:ext>
              </a:extLst>
            </p:cNvPr>
            <p:cNvSpPr/>
            <p:nvPr/>
          </p:nvSpPr>
          <p:spPr>
            <a:xfrm>
              <a:off x="5936992"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56" name="object 15">
              <a:extLst>
                <a:ext uri="{FF2B5EF4-FFF2-40B4-BE49-F238E27FC236}">
                  <a16:creationId xmlns:a16="http://schemas.microsoft.com/office/drawing/2014/main" id="{CD50E4F5-5DF4-942D-898B-6E08EE983B75}"/>
                </a:ext>
              </a:extLst>
            </p:cNvPr>
            <p:cNvSpPr/>
            <p:nvPr/>
          </p:nvSpPr>
          <p:spPr>
            <a:xfrm>
              <a:off x="5942968" y="3529483"/>
              <a:ext cx="277495" cy="251460"/>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57" name="object 16">
              <a:extLst>
                <a:ext uri="{FF2B5EF4-FFF2-40B4-BE49-F238E27FC236}">
                  <a16:creationId xmlns:a16="http://schemas.microsoft.com/office/drawing/2014/main" id="{A559A6FC-BE2B-F5C4-050A-EFAABB4C054F}"/>
                </a:ext>
              </a:extLst>
            </p:cNvPr>
            <p:cNvSpPr/>
            <p:nvPr/>
          </p:nvSpPr>
          <p:spPr>
            <a:xfrm>
              <a:off x="5926518" y="3517524"/>
              <a:ext cx="335280" cy="335280"/>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a:p>
          </p:txBody>
        </p:sp>
      </p:grpSp>
      <p:grpSp>
        <p:nvGrpSpPr>
          <p:cNvPr id="23" name="object 17">
            <a:extLst>
              <a:ext uri="{FF2B5EF4-FFF2-40B4-BE49-F238E27FC236}">
                <a16:creationId xmlns:a16="http://schemas.microsoft.com/office/drawing/2014/main" id="{B28073F3-6020-CCD2-BECA-EBD2532009DF}"/>
              </a:ext>
            </a:extLst>
          </p:cNvPr>
          <p:cNvGrpSpPr/>
          <p:nvPr/>
        </p:nvGrpSpPr>
        <p:grpSpPr>
          <a:xfrm>
            <a:off x="3574055" y="1872371"/>
            <a:ext cx="2552674" cy="227038"/>
            <a:chOff x="6313944" y="3517515"/>
            <a:chExt cx="3780154" cy="335280"/>
          </a:xfrm>
        </p:grpSpPr>
        <p:sp>
          <p:nvSpPr>
            <p:cNvPr id="52" name="object 18">
              <a:extLst>
                <a:ext uri="{FF2B5EF4-FFF2-40B4-BE49-F238E27FC236}">
                  <a16:creationId xmlns:a16="http://schemas.microsoft.com/office/drawing/2014/main" id="{4C38A7E6-1066-98D2-C580-D735479826F2}"/>
                </a:ext>
              </a:extLst>
            </p:cNvPr>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a:p>
          </p:txBody>
        </p:sp>
        <p:sp>
          <p:nvSpPr>
            <p:cNvPr id="53" name="object 19">
              <a:extLst>
                <a:ext uri="{FF2B5EF4-FFF2-40B4-BE49-F238E27FC236}">
                  <a16:creationId xmlns:a16="http://schemas.microsoft.com/office/drawing/2014/main" id="{3BE53713-1ABF-45F7-2F82-56A2797C6E61}"/>
                </a:ext>
              </a:extLst>
            </p:cNvPr>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54" name="object 20">
              <a:extLst>
                <a:ext uri="{FF2B5EF4-FFF2-40B4-BE49-F238E27FC236}">
                  <a16:creationId xmlns:a16="http://schemas.microsoft.com/office/drawing/2014/main" id="{D73F6B89-9C24-E685-B8F7-5143CDEADC63}"/>
                </a:ext>
              </a:extLst>
            </p:cNvPr>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a:p>
          </p:txBody>
        </p:sp>
      </p:grpSp>
      <p:grpSp>
        <p:nvGrpSpPr>
          <p:cNvPr id="24" name="object 21">
            <a:extLst>
              <a:ext uri="{FF2B5EF4-FFF2-40B4-BE49-F238E27FC236}">
                <a16:creationId xmlns:a16="http://schemas.microsoft.com/office/drawing/2014/main" id="{D912B15F-8799-7B6C-5F34-E6263B7F1C69}"/>
              </a:ext>
            </a:extLst>
          </p:cNvPr>
          <p:cNvGrpSpPr/>
          <p:nvPr/>
        </p:nvGrpSpPr>
        <p:grpSpPr>
          <a:xfrm>
            <a:off x="6112477" y="2134832"/>
            <a:ext cx="226409" cy="3206049"/>
            <a:chOff x="10072992" y="3905106"/>
            <a:chExt cx="335280" cy="4734560"/>
          </a:xfrm>
        </p:grpSpPr>
        <p:sp>
          <p:nvSpPr>
            <p:cNvPr id="49" name="object 22">
              <a:extLst>
                <a:ext uri="{FF2B5EF4-FFF2-40B4-BE49-F238E27FC236}">
                  <a16:creationId xmlns:a16="http://schemas.microsoft.com/office/drawing/2014/main" id="{AFF3A81E-518C-7E77-7EB0-B276417480FA}"/>
                </a:ext>
              </a:extLst>
            </p:cNvPr>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sp>
          <p:nvSpPr>
            <p:cNvPr id="50" name="object 23">
              <a:extLst>
                <a:ext uri="{FF2B5EF4-FFF2-40B4-BE49-F238E27FC236}">
                  <a16:creationId xmlns:a16="http://schemas.microsoft.com/office/drawing/2014/main" id="{5F5B3569-3F4E-477A-6BE3-C16E0D116B18}"/>
                </a:ext>
              </a:extLst>
            </p:cNvPr>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51" name="object 24">
              <a:extLst>
                <a:ext uri="{FF2B5EF4-FFF2-40B4-BE49-F238E27FC236}">
                  <a16:creationId xmlns:a16="http://schemas.microsoft.com/office/drawing/2014/main" id="{C5468CE2-1CE4-A6A3-B35D-A9CFBFB1BA49}"/>
                </a:ext>
              </a:extLst>
            </p:cNvPr>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grpSp>
      <p:grpSp>
        <p:nvGrpSpPr>
          <p:cNvPr id="25" name="object 25">
            <a:extLst>
              <a:ext uri="{FF2B5EF4-FFF2-40B4-BE49-F238E27FC236}">
                <a16:creationId xmlns:a16="http://schemas.microsoft.com/office/drawing/2014/main" id="{EF0EC330-A54E-0A08-05C3-18798EA6B50D}"/>
              </a:ext>
            </a:extLst>
          </p:cNvPr>
          <p:cNvGrpSpPr/>
          <p:nvPr/>
        </p:nvGrpSpPr>
        <p:grpSpPr>
          <a:xfrm>
            <a:off x="6374097" y="5113658"/>
            <a:ext cx="2552674" cy="227038"/>
            <a:chOff x="10460414" y="8304114"/>
            <a:chExt cx="3780154" cy="335280"/>
          </a:xfrm>
        </p:grpSpPr>
        <p:sp>
          <p:nvSpPr>
            <p:cNvPr id="46" name="object 26">
              <a:extLst>
                <a:ext uri="{FF2B5EF4-FFF2-40B4-BE49-F238E27FC236}">
                  <a16:creationId xmlns:a16="http://schemas.microsoft.com/office/drawing/2014/main" id="{50C051EC-07DA-E1CC-F6A5-24FCD3457D01}"/>
                </a:ext>
              </a:extLst>
            </p:cNvPr>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sp>
          <p:nvSpPr>
            <p:cNvPr id="47" name="object 27">
              <a:extLst>
                <a:ext uri="{FF2B5EF4-FFF2-40B4-BE49-F238E27FC236}">
                  <a16:creationId xmlns:a16="http://schemas.microsoft.com/office/drawing/2014/main" id="{0B53266E-05BF-7F85-FEEE-B771F63DCE06}"/>
                </a:ext>
              </a:extLst>
            </p:cNvPr>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a:p>
          </p:txBody>
        </p:sp>
        <p:sp>
          <p:nvSpPr>
            <p:cNvPr id="48" name="object 28">
              <a:extLst>
                <a:ext uri="{FF2B5EF4-FFF2-40B4-BE49-F238E27FC236}">
                  <a16:creationId xmlns:a16="http://schemas.microsoft.com/office/drawing/2014/main" id="{7CFA776A-F2E4-123F-8245-2A8CB70570F4}"/>
                </a:ext>
              </a:extLst>
            </p:cNvPr>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a:p>
          </p:txBody>
        </p:sp>
      </p:grpSp>
      <p:grpSp>
        <p:nvGrpSpPr>
          <p:cNvPr id="26" name="object 29">
            <a:extLst>
              <a:ext uri="{FF2B5EF4-FFF2-40B4-BE49-F238E27FC236}">
                <a16:creationId xmlns:a16="http://schemas.microsoft.com/office/drawing/2014/main" id="{8FA7A9C2-7F49-B7E0-8589-A8C8E932789E}"/>
              </a:ext>
            </a:extLst>
          </p:cNvPr>
          <p:cNvGrpSpPr/>
          <p:nvPr/>
        </p:nvGrpSpPr>
        <p:grpSpPr>
          <a:xfrm>
            <a:off x="8912518" y="1872371"/>
            <a:ext cx="226409" cy="3206049"/>
            <a:chOff x="14219462" y="3517515"/>
            <a:chExt cx="335280" cy="4734560"/>
          </a:xfrm>
        </p:grpSpPr>
        <p:sp>
          <p:nvSpPr>
            <p:cNvPr id="43" name="object 30">
              <a:extLst>
                <a:ext uri="{FF2B5EF4-FFF2-40B4-BE49-F238E27FC236}">
                  <a16:creationId xmlns:a16="http://schemas.microsoft.com/office/drawing/2014/main" id="{9FE12F61-0FB4-94ED-80BC-31C82915D246}"/>
                </a:ext>
              </a:extLst>
            </p:cNvPr>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44" name="object 31">
              <a:extLst>
                <a:ext uri="{FF2B5EF4-FFF2-40B4-BE49-F238E27FC236}">
                  <a16:creationId xmlns:a16="http://schemas.microsoft.com/office/drawing/2014/main" id="{7AE019EF-E4A6-0AED-4E99-8DF49446C91A}"/>
                </a:ext>
              </a:extLst>
            </p:cNvPr>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45" name="object 32">
              <a:extLst>
                <a:ext uri="{FF2B5EF4-FFF2-40B4-BE49-F238E27FC236}">
                  <a16:creationId xmlns:a16="http://schemas.microsoft.com/office/drawing/2014/main" id="{427E641D-8805-E277-9625-A8B0CD58682F}"/>
                </a:ext>
              </a:extLst>
            </p:cNvPr>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a:p>
          </p:txBody>
        </p:sp>
      </p:grpSp>
      <p:grpSp>
        <p:nvGrpSpPr>
          <p:cNvPr id="27" name="object 33">
            <a:extLst>
              <a:ext uri="{FF2B5EF4-FFF2-40B4-BE49-F238E27FC236}">
                <a16:creationId xmlns:a16="http://schemas.microsoft.com/office/drawing/2014/main" id="{897E395E-A42B-F93A-89D3-E4E38620C2DA}"/>
              </a:ext>
            </a:extLst>
          </p:cNvPr>
          <p:cNvGrpSpPr/>
          <p:nvPr/>
        </p:nvGrpSpPr>
        <p:grpSpPr>
          <a:xfrm>
            <a:off x="9174512" y="1872371"/>
            <a:ext cx="2616138" cy="227038"/>
            <a:chOff x="14607437" y="3517515"/>
            <a:chExt cx="3874135" cy="335280"/>
          </a:xfrm>
        </p:grpSpPr>
        <p:sp>
          <p:nvSpPr>
            <p:cNvPr id="40" name="object 34">
              <a:extLst>
                <a:ext uri="{FF2B5EF4-FFF2-40B4-BE49-F238E27FC236}">
                  <a16:creationId xmlns:a16="http://schemas.microsoft.com/office/drawing/2014/main" id="{A72F11A5-F3CB-EBCF-33D6-C86B7A8F2542}"/>
                </a:ext>
              </a:extLst>
            </p:cNvPr>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a:p>
          </p:txBody>
        </p:sp>
        <p:sp>
          <p:nvSpPr>
            <p:cNvPr id="41" name="object 35">
              <a:extLst>
                <a:ext uri="{FF2B5EF4-FFF2-40B4-BE49-F238E27FC236}">
                  <a16:creationId xmlns:a16="http://schemas.microsoft.com/office/drawing/2014/main" id="{E9FBEA00-C184-8D4E-59C3-200048294678}"/>
                </a:ext>
              </a:extLst>
            </p:cNvPr>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42" name="object 36">
              <a:extLst>
                <a:ext uri="{FF2B5EF4-FFF2-40B4-BE49-F238E27FC236}">
                  <a16:creationId xmlns:a16="http://schemas.microsoft.com/office/drawing/2014/main" id="{DB1DF6D1-9675-BFD5-7522-A5686653BAC9}"/>
                </a:ext>
              </a:extLst>
            </p:cNvPr>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a:p>
          </p:txBody>
        </p:sp>
      </p:grpSp>
      <p:grpSp>
        <p:nvGrpSpPr>
          <p:cNvPr id="28" name="object 37">
            <a:extLst>
              <a:ext uri="{FF2B5EF4-FFF2-40B4-BE49-F238E27FC236}">
                <a16:creationId xmlns:a16="http://schemas.microsoft.com/office/drawing/2014/main" id="{628F4EC7-BC30-BDE7-8951-7946439D516A}"/>
              </a:ext>
            </a:extLst>
          </p:cNvPr>
          <p:cNvGrpSpPr/>
          <p:nvPr/>
        </p:nvGrpSpPr>
        <p:grpSpPr>
          <a:xfrm>
            <a:off x="11755685" y="2134641"/>
            <a:ext cx="55315" cy="1408236"/>
            <a:chOff x="18429794" y="3904825"/>
            <a:chExt cx="81915" cy="2079625"/>
          </a:xfrm>
        </p:grpSpPr>
        <p:sp>
          <p:nvSpPr>
            <p:cNvPr id="37" name="object 38">
              <a:extLst>
                <a:ext uri="{FF2B5EF4-FFF2-40B4-BE49-F238E27FC236}">
                  <a16:creationId xmlns:a16="http://schemas.microsoft.com/office/drawing/2014/main" id="{02C09891-3C21-02C6-D9EB-D6D62ACAA23D}"/>
                </a:ext>
              </a:extLst>
            </p:cNvPr>
            <p:cNvSpPr/>
            <p:nvPr/>
          </p:nvSpPr>
          <p:spPr>
            <a:xfrm>
              <a:off x="18470641" y="3904825"/>
              <a:ext cx="0" cy="1975485"/>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a:p>
          </p:txBody>
        </p:sp>
        <p:sp>
          <p:nvSpPr>
            <p:cNvPr id="38" name="object 39">
              <a:extLst>
                <a:ext uri="{FF2B5EF4-FFF2-40B4-BE49-F238E27FC236}">
                  <a16:creationId xmlns:a16="http://schemas.microsoft.com/office/drawing/2014/main" id="{151E7C42-172D-6132-7624-738CC62D3ECC}"/>
                </a:ext>
              </a:extLst>
            </p:cNvPr>
            <p:cNvSpPr/>
            <p:nvPr/>
          </p:nvSpPr>
          <p:spPr>
            <a:xfrm>
              <a:off x="18460175" y="5901139"/>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39" name="object 40">
              <a:extLst>
                <a:ext uri="{FF2B5EF4-FFF2-40B4-BE49-F238E27FC236}">
                  <a16:creationId xmlns:a16="http://schemas.microsoft.com/office/drawing/2014/main" id="{982D1E67-ADDC-FDB4-C1BE-B34D2B83D864}"/>
                </a:ext>
              </a:extLst>
            </p:cNvPr>
            <p:cNvSpPr/>
            <p:nvPr/>
          </p:nvSpPr>
          <p:spPr>
            <a:xfrm>
              <a:off x="18429794" y="5871842"/>
              <a:ext cx="81915" cy="112395"/>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a:p>
          </p:txBody>
        </p:sp>
      </p:grpSp>
      <p:sp>
        <p:nvSpPr>
          <p:cNvPr id="68" name="Picture Placeholder 4">
            <a:extLst>
              <a:ext uri="{FF2B5EF4-FFF2-40B4-BE49-F238E27FC236}">
                <a16:creationId xmlns:a16="http://schemas.microsoft.com/office/drawing/2014/main" id="{14ECFD4A-0700-35A8-B66C-B18241C1EF4B}"/>
              </a:ext>
            </a:extLst>
          </p:cNvPr>
          <p:cNvSpPr>
            <a:spLocks noGrp="1"/>
          </p:cNvSpPr>
          <p:nvPr>
            <p:ph type="pic" sz="quarter" idx="18" hasCustomPrompt="1"/>
          </p:nvPr>
        </p:nvSpPr>
        <p:spPr>
          <a:xfrm>
            <a:off x="7118360" y="2750635"/>
            <a:ext cx="823912" cy="823913"/>
          </a:xfrm>
        </p:spPr>
        <p:txBody>
          <a:bodyPr anchor="ctr">
            <a:normAutofit/>
          </a:bodyPr>
          <a:lstStyle>
            <a:lvl1pPr marL="0" indent="0" algn="ctr">
              <a:buNone/>
              <a:defRPr sz="1200"/>
            </a:lvl1pPr>
          </a:lstStyle>
          <a:p>
            <a:r>
              <a:rPr lang="en-US"/>
              <a:t>Icon</a:t>
            </a:r>
          </a:p>
        </p:txBody>
      </p:sp>
      <p:sp>
        <p:nvSpPr>
          <p:cNvPr id="69" name="Picture Placeholder 4">
            <a:extLst>
              <a:ext uri="{FF2B5EF4-FFF2-40B4-BE49-F238E27FC236}">
                <a16:creationId xmlns:a16="http://schemas.microsoft.com/office/drawing/2014/main" id="{92AEF7A3-2A0A-2B14-37C2-B829F7959BD1}"/>
              </a:ext>
            </a:extLst>
          </p:cNvPr>
          <p:cNvSpPr>
            <a:spLocks noGrp="1"/>
          </p:cNvSpPr>
          <p:nvPr>
            <p:ph type="pic" sz="quarter" idx="16" hasCustomPrompt="1"/>
          </p:nvPr>
        </p:nvSpPr>
        <p:spPr>
          <a:xfrm>
            <a:off x="1479088" y="2740569"/>
            <a:ext cx="823912" cy="823913"/>
          </a:xfrm>
        </p:spPr>
        <p:txBody>
          <a:bodyPr anchor="ctr">
            <a:normAutofit/>
          </a:bodyPr>
          <a:lstStyle>
            <a:lvl1pPr marL="0" indent="0" algn="ctr">
              <a:buNone/>
              <a:defRPr sz="1200"/>
            </a:lvl1pPr>
          </a:lstStyle>
          <a:p>
            <a:r>
              <a:rPr lang="en-US"/>
              <a:t>Icon</a:t>
            </a:r>
          </a:p>
        </p:txBody>
      </p:sp>
      <p:sp>
        <p:nvSpPr>
          <p:cNvPr id="70" name="Picture Placeholder 4">
            <a:extLst>
              <a:ext uri="{FF2B5EF4-FFF2-40B4-BE49-F238E27FC236}">
                <a16:creationId xmlns:a16="http://schemas.microsoft.com/office/drawing/2014/main" id="{98FA5A22-04AD-EB8D-179A-35A9DB751458}"/>
              </a:ext>
            </a:extLst>
          </p:cNvPr>
          <p:cNvSpPr>
            <a:spLocks noGrp="1"/>
          </p:cNvSpPr>
          <p:nvPr>
            <p:ph type="pic" sz="quarter" idx="17" hasCustomPrompt="1"/>
          </p:nvPr>
        </p:nvSpPr>
        <p:spPr>
          <a:xfrm>
            <a:off x="4298728" y="2750635"/>
            <a:ext cx="823912" cy="823913"/>
          </a:xfrm>
        </p:spPr>
        <p:txBody>
          <a:bodyPr anchor="ctr">
            <a:normAutofit/>
          </a:bodyPr>
          <a:lstStyle>
            <a:lvl1pPr marL="0" indent="0" algn="ctr">
              <a:buNone/>
              <a:defRPr sz="1200"/>
            </a:lvl1pPr>
          </a:lstStyle>
          <a:p>
            <a:r>
              <a:rPr lang="en-US"/>
              <a:t>Icon</a:t>
            </a:r>
          </a:p>
        </p:txBody>
      </p:sp>
      <p:sp>
        <p:nvSpPr>
          <p:cNvPr id="72" name="Picture Placeholder 4">
            <a:extLst>
              <a:ext uri="{FF2B5EF4-FFF2-40B4-BE49-F238E27FC236}">
                <a16:creationId xmlns:a16="http://schemas.microsoft.com/office/drawing/2014/main" id="{F8186E98-2FE0-A4D5-DD37-7EE653949618}"/>
              </a:ext>
            </a:extLst>
          </p:cNvPr>
          <p:cNvSpPr>
            <a:spLocks noGrp="1"/>
          </p:cNvSpPr>
          <p:nvPr>
            <p:ph type="pic" sz="quarter" idx="19" hasCustomPrompt="1"/>
          </p:nvPr>
        </p:nvSpPr>
        <p:spPr>
          <a:xfrm>
            <a:off x="9938000" y="2746418"/>
            <a:ext cx="823912" cy="823913"/>
          </a:xfrm>
        </p:spPr>
        <p:txBody>
          <a:bodyPr anchor="ctr">
            <a:normAutofit/>
          </a:bodyPr>
          <a:lstStyle>
            <a:lvl1pPr marL="0" indent="0" algn="ctr">
              <a:buNone/>
              <a:defRPr sz="1200"/>
            </a:lvl1pPr>
          </a:lstStyle>
          <a:p>
            <a:r>
              <a:rPr lang="en-US"/>
              <a:t>Icon</a:t>
            </a:r>
          </a:p>
        </p:txBody>
      </p:sp>
      <p:sp>
        <p:nvSpPr>
          <p:cNvPr id="73" name="Content Placeholder 2">
            <a:extLst>
              <a:ext uri="{FF2B5EF4-FFF2-40B4-BE49-F238E27FC236}">
                <a16:creationId xmlns:a16="http://schemas.microsoft.com/office/drawing/2014/main" id="{4D77C58D-E444-0CF9-27E3-810F2AA1F9FF}"/>
              </a:ext>
            </a:extLst>
          </p:cNvPr>
          <p:cNvSpPr>
            <a:spLocks noGrp="1"/>
          </p:cNvSpPr>
          <p:nvPr>
            <p:ph sz="half" idx="1" hasCustomPrompt="1"/>
          </p:nvPr>
        </p:nvSpPr>
        <p:spPr>
          <a:xfrm>
            <a:off x="107419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a:extLst>
              <a:ext uri="{FF2B5EF4-FFF2-40B4-BE49-F238E27FC236}">
                <a16:creationId xmlns:a16="http://schemas.microsoft.com/office/drawing/2014/main" id="{24319FDF-4BC8-DA5F-A36B-A72E07F231B8}"/>
              </a:ext>
            </a:extLst>
          </p:cNvPr>
          <p:cNvSpPr>
            <a:spLocks noGrp="1"/>
          </p:cNvSpPr>
          <p:nvPr>
            <p:ph sz="half" idx="20" hasCustomPrompt="1"/>
          </p:nvPr>
        </p:nvSpPr>
        <p:spPr>
          <a:xfrm>
            <a:off x="3893836"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a:extLst>
              <a:ext uri="{FF2B5EF4-FFF2-40B4-BE49-F238E27FC236}">
                <a16:creationId xmlns:a16="http://schemas.microsoft.com/office/drawing/2014/main" id="{42977D04-ADBD-7281-8389-427A84DE9B79}"/>
              </a:ext>
            </a:extLst>
          </p:cNvPr>
          <p:cNvSpPr>
            <a:spLocks noGrp="1"/>
          </p:cNvSpPr>
          <p:nvPr>
            <p:ph sz="half" idx="21" hasCustomPrompt="1"/>
          </p:nvPr>
        </p:nvSpPr>
        <p:spPr>
          <a:xfrm>
            <a:off x="671346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a:extLst>
              <a:ext uri="{FF2B5EF4-FFF2-40B4-BE49-F238E27FC236}">
                <a16:creationId xmlns:a16="http://schemas.microsoft.com/office/drawing/2014/main" id="{CAA4FEF9-F31D-8C24-2BF1-63A24C516295}"/>
              </a:ext>
            </a:extLst>
          </p:cNvPr>
          <p:cNvSpPr>
            <a:spLocks noGrp="1"/>
          </p:cNvSpPr>
          <p:nvPr>
            <p:ph sz="half" idx="22" hasCustomPrompt="1"/>
          </p:nvPr>
        </p:nvSpPr>
        <p:spPr>
          <a:xfrm>
            <a:off x="9533108" y="3860379"/>
            <a:ext cx="1633697"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a:extLst>
              <a:ext uri="{FF2B5EF4-FFF2-40B4-BE49-F238E27FC236}">
                <a16:creationId xmlns:a16="http://schemas.microsoft.com/office/drawing/2014/main" id="{80DFCAAE-784D-8441-000D-4AF12A9E1F1C}"/>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DE1B59C-F715-3414-C3E9-F74A41D642A6}"/>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019227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Five split - Icons">
    <p:spTree>
      <p:nvGrpSpPr>
        <p:cNvPr id="1" name=""/>
        <p:cNvGrpSpPr/>
        <p:nvPr/>
      </p:nvGrpSpPr>
      <p:grpSpPr>
        <a:xfrm>
          <a:off x="0" y="0"/>
          <a:ext cx="0" cy="0"/>
          <a:chOff x="0" y="0"/>
          <a:chExt cx="0" cy="0"/>
        </a:xfrm>
      </p:grpSpPr>
      <p:grpSp>
        <p:nvGrpSpPr>
          <p:cNvPr id="149" name="Group 148">
            <a:extLst>
              <a:ext uri="{FF2B5EF4-FFF2-40B4-BE49-F238E27FC236}">
                <a16:creationId xmlns:a16="http://schemas.microsoft.com/office/drawing/2014/main" id="{0C89DCF6-CF26-4FFB-A1EA-F88B34B7DDB1}"/>
              </a:ext>
            </a:extLst>
          </p:cNvPr>
          <p:cNvGrpSpPr/>
          <p:nvPr userDrawn="1"/>
        </p:nvGrpSpPr>
        <p:grpSpPr>
          <a:xfrm>
            <a:off x="381000" y="1872371"/>
            <a:ext cx="11429999" cy="3468510"/>
            <a:chOff x="381000" y="1872371"/>
            <a:chExt cx="11429999" cy="3468510"/>
          </a:xfrm>
        </p:grpSpPr>
        <p:grpSp>
          <p:nvGrpSpPr>
            <p:cNvPr id="148" name="Group 147">
              <a:extLst>
                <a:ext uri="{FF2B5EF4-FFF2-40B4-BE49-F238E27FC236}">
                  <a16:creationId xmlns:a16="http://schemas.microsoft.com/office/drawing/2014/main" id="{C957A38C-3E1D-517B-6C30-EE3551C364E1}"/>
                </a:ext>
              </a:extLst>
            </p:cNvPr>
            <p:cNvGrpSpPr/>
            <p:nvPr userDrawn="1"/>
          </p:nvGrpSpPr>
          <p:grpSpPr>
            <a:xfrm>
              <a:off x="608957" y="5141587"/>
              <a:ext cx="2142079" cy="191424"/>
              <a:chOff x="608957" y="5141587"/>
              <a:chExt cx="2142079" cy="191424"/>
            </a:xfrm>
          </p:grpSpPr>
          <p:sp>
            <p:nvSpPr>
              <p:cNvPr id="61" name="object 8">
                <a:extLst>
                  <a:ext uri="{FF2B5EF4-FFF2-40B4-BE49-F238E27FC236}">
                    <a16:creationId xmlns:a16="http://schemas.microsoft.com/office/drawing/2014/main" id="{75AD6B4D-56CD-CBD5-1D27-42052B48904C}"/>
                  </a:ext>
                </a:extLst>
              </p:cNvPr>
              <p:cNvSpPr/>
              <p:nvPr/>
            </p:nvSpPr>
            <p:spPr>
              <a:xfrm>
                <a:off x="608957" y="5326991"/>
                <a:ext cx="1955026" cy="602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a:p>
            </p:txBody>
          </p:sp>
          <p:sp>
            <p:nvSpPr>
              <p:cNvPr id="63" name="object 10">
                <a:extLst>
                  <a:ext uri="{FF2B5EF4-FFF2-40B4-BE49-F238E27FC236}">
                    <a16:creationId xmlns:a16="http://schemas.microsoft.com/office/drawing/2014/main" id="{D7C8A975-CA69-0CBC-BA39-90E954E29B65}"/>
                  </a:ext>
                </a:extLst>
              </p:cNvPr>
              <p:cNvSpPr/>
              <p:nvPr/>
            </p:nvSpPr>
            <p:spPr>
              <a:xfrm>
                <a:off x="2614035" y="5141587"/>
                <a:ext cx="137001" cy="187478"/>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a:p>
            </p:txBody>
          </p:sp>
        </p:grpSp>
        <p:grpSp>
          <p:nvGrpSpPr>
            <p:cNvPr id="124" name="Group 123">
              <a:extLst>
                <a:ext uri="{FF2B5EF4-FFF2-40B4-BE49-F238E27FC236}">
                  <a16:creationId xmlns:a16="http://schemas.microsoft.com/office/drawing/2014/main" id="{481BBE61-CFAE-C29F-136F-434DBC361A62}"/>
                </a:ext>
              </a:extLst>
            </p:cNvPr>
            <p:cNvGrpSpPr/>
            <p:nvPr/>
          </p:nvGrpSpPr>
          <p:grpSpPr>
            <a:xfrm>
              <a:off x="2746644" y="1872377"/>
              <a:ext cx="226409" cy="3205947"/>
              <a:chOff x="2746644" y="1872377"/>
              <a:chExt cx="226409" cy="3205947"/>
            </a:xfrm>
          </p:grpSpPr>
          <p:sp>
            <p:nvSpPr>
              <p:cNvPr id="55" name="object 14">
                <a:extLst>
                  <a:ext uri="{FF2B5EF4-FFF2-40B4-BE49-F238E27FC236}">
                    <a16:creationId xmlns:a16="http://schemas.microsoft.com/office/drawing/2014/main" id="{89E6EA38-6A81-1582-D5A7-B6C407B97A45}"/>
                  </a:ext>
                </a:extLst>
              </p:cNvPr>
              <p:cNvSpPr/>
              <p:nvPr/>
            </p:nvSpPr>
            <p:spPr>
              <a:xfrm>
                <a:off x="2752740" y="2113503"/>
                <a:ext cx="0" cy="2964821"/>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56" name="object 15">
                <a:extLst>
                  <a:ext uri="{FF2B5EF4-FFF2-40B4-BE49-F238E27FC236}">
                    <a16:creationId xmlns:a16="http://schemas.microsoft.com/office/drawing/2014/main" id="{CD50E4F5-5DF4-942D-898B-6E08EE983B75}"/>
                  </a:ext>
                </a:extLst>
              </p:cNvPr>
              <p:cNvSpPr/>
              <p:nvPr/>
            </p:nvSpPr>
            <p:spPr>
              <a:xfrm>
                <a:off x="2757752" y="1880475"/>
                <a:ext cx="187388" cy="170278"/>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57" name="object 16">
                <a:extLst>
                  <a:ext uri="{FF2B5EF4-FFF2-40B4-BE49-F238E27FC236}">
                    <a16:creationId xmlns:a16="http://schemas.microsoft.com/office/drawing/2014/main" id="{A559A6FC-BE2B-F5C4-050A-EFAABB4C054F}"/>
                  </a:ext>
                </a:extLst>
              </p:cNvPr>
              <p:cNvSpPr/>
              <p:nvPr/>
            </p:nvSpPr>
            <p:spPr>
              <a:xfrm>
                <a:off x="2746644" y="1872377"/>
                <a:ext cx="226409" cy="227038"/>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a:p>
            </p:txBody>
          </p:sp>
        </p:grpSp>
        <p:grpSp>
          <p:nvGrpSpPr>
            <p:cNvPr id="24" name="object 21">
              <a:extLst>
                <a:ext uri="{FF2B5EF4-FFF2-40B4-BE49-F238E27FC236}">
                  <a16:creationId xmlns:a16="http://schemas.microsoft.com/office/drawing/2014/main" id="{D912B15F-8799-7B6C-5F34-E6263B7F1C69}"/>
                </a:ext>
              </a:extLst>
            </p:cNvPr>
            <p:cNvGrpSpPr/>
            <p:nvPr/>
          </p:nvGrpSpPr>
          <p:grpSpPr>
            <a:xfrm>
              <a:off x="4972552" y="2134832"/>
              <a:ext cx="226409" cy="3206049"/>
              <a:chOff x="10072992" y="3905106"/>
              <a:chExt cx="335280" cy="4734560"/>
            </a:xfrm>
          </p:grpSpPr>
          <p:sp>
            <p:nvSpPr>
              <p:cNvPr id="49" name="object 22">
                <a:extLst>
                  <a:ext uri="{FF2B5EF4-FFF2-40B4-BE49-F238E27FC236}">
                    <a16:creationId xmlns:a16="http://schemas.microsoft.com/office/drawing/2014/main" id="{AFF3A81E-518C-7E77-7EB0-B276417480FA}"/>
                  </a:ext>
                </a:extLst>
              </p:cNvPr>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sp>
            <p:nvSpPr>
              <p:cNvPr id="50" name="object 23">
                <a:extLst>
                  <a:ext uri="{FF2B5EF4-FFF2-40B4-BE49-F238E27FC236}">
                    <a16:creationId xmlns:a16="http://schemas.microsoft.com/office/drawing/2014/main" id="{5F5B3569-3F4E-477A-6BE3-C16E0D116B18}"/>
                  </a:ext>
                </a:extLst>
              </p:cNvPr>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51" name="object 24">
                <a:extLst>
                  <a:ext uri="{FF2B5EF4-FFF2-40B4-BE49-F238E27FC236}">
                    <a16:creationId xmlns:a16="http://schemas.microsoft.com/office/drawing/2014/main" id="{C5468CE2-1CE4-A6A3-B35D-A9CFBFB1BA49}"/>
                  </a:ext>
                </a:extLst>
              </p:cNvPr>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grpSp>
        <p:grpSp>
          <p:nvGrpSpPr>
            <p:cNvPr id="23" name="object 17">
              <a:extLst>
                <a:ext uri="{FF2B5EF4-FFF2-40B4-BE49-F238E27FC236}">
                  <a16:creationId xmlns:a16="http://schemas.microsoft.com/office/drawing/2014/main" id="{B28073F3-6020-CCD2-BECA-EBD2532009DF}"/>
                </a:ext>
              </a:extLst>
            </p:cNvPr>
            <p:cNvGrpSpPr/>
            <p:nvPr/>
          </p:nvGrpSpPr>
          <p:grpSpPr>
            <a:xfrm>
              <a:off x="2972870" y="1872371"/>
              <a:ext cx="2017087" cy="227038"/>
              <a:chOff x="6313944" y="3517515"/>
              <a:chExt cx="3780154" cy="335280"/>
            </a:xfrm>
          </p:grpSpPr>
          <p:sp>
            <p:nvSpPr>
              <p:cNvPr id="52" name="object 18">
                <a:extLst>
                  <a:ext uri="{FF2B5EF4-FFF2-40B4-BE49-F238E27FC236}">
                    <a16:creationId xmlns:a16="http://schemas.microsoft.com/office/drawing/2014/main" id="{4C38A7E6-1066-98D2-C580-D735479826F2}"/>
                  </a:ext>
                </a:extLst>
              </p:cNvPr>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a:p>
            </p:txBody>
          </p:sp>
          <p:sp>
            <p:nvSpPr>
              <p:cNvPr id="53" name="object 19">
                <a:extLst>
                  <a:ext uri="{FF2B5EF4-FFF2-40B4-BE49-F238E27FC236}">
                    <a16:creationId xmlns:a16="http://schemas.microsoft.com/office/drawing/2014/main" id="{3BE53713-1ABF-45F7-2F82-56A2797C6E61}"/>
                  </a:ext>
                </a:extLst>
              </p:cNvPr>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54" name="object 20">
                <a:extLst>
                  <a:ext uri="{FF2B5EF4-FFF2-40B4-BE49-F238E27FC236}">
                    <a16:creationId xmlns:a16="http://schemas.microsoft.com/office/drawing/2014/main" id="{D73F6B89-9C24-E685-B8F7-5143CDEADC63}"/>
                  </a:ext>
                </a:extLst>
              </p:cNvPr>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a:p>
            </p:txBody>
          </p:sp>
        </p:grpSp>
        <p:grpSp>
          <p:nvGrpSpPr>
            <p:cNvPr id="26" name="object 29">
              <a:extLst>
                <a:ext uri="{FF2B5EF4-FFF2-40B4-BE49-F238E27FC236}">
                  <a16:creationId xmlns:a16="http://schemas.microsoft.com/office/drawing/2014/main" id="{8FA7A9C2-7F49-B7E0-8589-A8C8E932789E}"/>
                </a:ext>
              </a:extLst>
            </p:cNvPr>
            <p:cNvGrpSpPr/>
            <p:nvPr/>
          </p:nvGrpSpPr>
          <p:grpSpPr>
            <a:xfrm>
              <a:off x="7202653" y="1872371"/>
              <a:ext cx="226409" cy="3206049"/>
              <a:chOff x="14219462" y="3517515"/>
              <a:chExt cx="335280" cy="4734560"/>
            </a:xfrm>
          </p:grpSpPr>
          <p:sp>
            <p:nvSpPr>
              <p:cNvPr id="43" name="object 30">
                <a:extLst>
                  <a:ext uri="{FF2B5EF4-FFF2-40B4-BE49-F238E27FC236}">
                    <a16:creationId xmlns:a16="http://schemas.microsoft.com/office/drawing/2014/main" id="{9FE12F61-0FB4-94ED-80BC-31C82915D246}"/>
                  </a:ext>
                </a:extLst>
              </p:cNvPr>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44" name="object 31">
                <a:extLst>
                  <a:ext uri="{FF2B5EF4-FFF2-40B4-BE49-F238E27FC236}">
                    <a16:creationId xmlns:a16="http://schemas.microsoft.com/office/drawing/2014/main" id="{7AE019EF-E4A6-0AED-4E99-8DF49446C91A}"/>
                  </a:ext>
                </a:extLst>
              </p:cNvPr>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45" name="object 32">
                <a:extLst>
                  <a:ext uri="{FF2B5EF4-FFF2-40B4-BE49-F238E27FC236}">
                    <a16:creationId xmlns:a16="http://schemas.microsoft.com/office/drawing/2014/main" id="{427E641D-8805-E277-9625-A8B0CD58682F}"/>
                  </a:ext>
                </a:extLst>
              </p:cNvPr>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a:p>
            </p:txBody>
          </p:sp>
        </p:grpSp>
        <p:grpSp>
          <p:nvGrpSpPr>
            <p:cNvPr id="25" name="object 25">
              <a:extLst>
                <a:ext uri="{FF2B5EF4-FFF2-40B4-BE49-F238E27FC236}">
                  <a16:creationId xmlns:a16="http://schemas.microsoft.com/office/drawing/2014/main" id="{EF0EC330-A54E-0A08-05C3-18798EA6B50D}"/>
                </a:ext>
              </a:extLst>
            </p:cNvPr>
            <p:cNvGrpSpPr/>
            <p:nvPr/>
          </p:nvGrpSpPr>
          <p:grpSpPr>
            <a:xfrm>
              <a:off x="5207664" y="5113658"/>
              <a:ext cx="2011175" cy="227038"/>
              <a:chOff x="10460414" y="8304114"/>
              <a:chExt cx="3780154" cy="335280"/>
            </a:xfrm>
          </p:grpSpPr>
          <p:sp>
            <p:nvSpPr>
              <p:cNvPr id="46" name="object 26">
                <a:extLst>
                  <a:ext uri="{FF2B5EF4-FFF2-40B4-BE49-F238E27FC236}">
                    <a16:creationId xmlns:a16="http://schemas.microsoft.com/office/drawing/2014/main" id="{50C051EC-07DA-E1CC-F6A5-24FCD3457D01}"/>
                  </a:ext>
                </a:extLst>
              </p:cNvPr>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sp>
            <p:nvSpPr>
              <p:cNvPr id="47" name="object 27">
                <a:extLst>
                  <a:ext uri="{FF2B5EF4-FFF2-40B4-BE49-F238E27FC236}">
                    <a16:creationId xmlns:a16="http://schemas.microsoft.com/office/drawing/2014/main" id="{0B53266E-05BF-7F85-FEEE-B771F63DCE06}"/>
                  </a:ext>
                </a:extLst>
              </p:cNvPr>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a:p>
            </p:txBody>
          </p:sp>
          <p:sp>
            <p:nvSpPr>
              <p:cNvPr id="48" name="object 28">
                <a:extLst>
                  <a:ext uri="{FF2B5EF4-FFF2-40B4-BE49-F238E27FC236}">
                    <a16:creationId xmlns:a16="http://schemas.microsoft.com/office/drawing/2014/main" id="{7CFA776A-F2E4-123F-8245-2A8CB70570F4}"/>
                  </a:ext>
                </a:extLst>
              </p:cNvPr>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a:p>
            </p:txBody>
          </p:sp>
        </p:grpSp>
        <p:grpSp>
          <p:nvGrpSpPr>
            <p:cNvPr id="125" name="object 21">
              <a:extLst>
                <a:ext uri="{FF2B5EF4-FFF2-40B4-BE49-F238E27FC236}">
                  <a16:creationId xmlns:a16="http://schemas.microsoft.com/office/drawing/2014/main" id="{0D44E981-C563-5718-7D23-1A8DA363BF6E}"/>
                </a:ext>
              </a:extLst>
            </p:cNvPr>
            <p:cNvGrpSpPr/>
            <p:nvPr/>
          </p:nvGrpSpPr>
          <p:grpSpPr>
            <a:xfrm>
              <a:off x="9431558" y="2134832"/>
              <a:ext cx="226409" cy="3206049"/>
              <a:chOff x="10072992" y="3905106"/>
              <a:chExt cx="335280" cy="4734560"/>
            </a:xfrm>
          </p:grpSpPr>
          <p:sp>
            <p:nvSpPr>
              <p:cNvPr id="126" name="object 22">
                <a:extLst>
                  <a:ext uri="{FF2B5EF4-FFF2-40B4-BE49-F238E27FC236}">
                    <a16:creationId xmlns:a16="http://schemas.microsoft.com/office/drawing/2014/main" id="{E2CDA8C1-2ADB-83C0-D181-0A6D65C64B86}"/>
                  </a:ext>
                </a:extLst>
              </p:cNvPr>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sp>
            <p:nvSpPr>
              <p:cNvPr id="127" name="object 23">
                <a:extLst>
                  <a:ext uri="{FF2B5EF4-FFF2-40B4-BE49-F238E27FC236}">
                    <a16:creationId xmlns:a16="http://schemas.microsoft.com/office/drawing/2014/main" id="{092E7E38-6EA2-443F-91FC-D6EFC36E4A6F}"/>
                  </a:ext>
                </a:extLst>
              </p:cNvPr>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128" name="object 24">
                <a:extLst>
                  <a:ext uri="{FF2B5EF4-FFF2-40B4-BE49-F238E27FC236}">
                    <a16:creationId xmlns:a16="http://schemas.microsoft.com/office/drawing/2014/main" id="{194A8829-614A-48E3-8245-7324410998AC}"/>
                  </a:ext>
                </a:extLst>
              </p:cNvPr>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grpSp>
        <p:grpSp>
          <p:nvGrpSpPr>
            <p:cNvPr id="27" name="object 33">
              <a:extLst>
                <a:ext uri="{FF2B5EF4-FFF2-40B4-BE49-F238E27FC236}">
                  <a16:creationId xmlns:a16="http://schemas.microsoft.com/office/drawing/2014/main" id="{897E395E-A42B-F93A-89D3-E4E38620C2DA}"/>
                </a:ext>
              </a:extLst>
            </p:cNvPr>
            <p:cNvGrpSpPr/>
            <p:nvPr/>
          </p:nvGrpSpPr>
          <p:grpSpPr>
            <a:xfrm>
              <a:off x="7437156" y="1872371"/>
              <a:ext cx="2008198" cy="227038"/>
              <a:chOff x="14607437" y="3517515"/>
              <a:chExt cx="3874135" cy="335280"/>
            </a:xfrm>
          </p:grpSpPr>
          <p:sp>
            <p:nvSpPr>
              <p:cNvPr id="40" name="object 34">
                <a:extLst>
                  <a:ext uri="{FF2B5EF4-FFF2-40B4-BE49-F238E27FC236}">
                    <a16:creationId xmlns:a16="http://schemas.microsoft.com/office/drawing/2014/main" id="{A72F11A5-F3CB-EBCF-33D6-C86B7A8F2542}"/>
                  </a:ext>
                </a:extLst>
              </p:cNvPr>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a:p>
            </p:txBody>
          </p:sp>
          <p:sp>
            <p:nvSpPr>
              <p:cNvPr id="41" name="object 35">
                <a:extLst>
                  <a:ext uri="{FF2B5EF4-FFF2-40B4-BE49-F238E27FC236}">
                    <a16:creationId xmlns:a16="http://schemas.microsoft.com/office/drawing/2014/main" id="{E9FBEA00-C184-8D4E-59C3-200048294678}"/>
                  </a:ext>
                </a:extLst>
              </p:cNvPr>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42" name="object 36">
                <a:extLst>
                  <a:ext uri="{FF2B5EF4-FFF2-40B4-BE49-F238E27FC236}">
                    <a16:creationId xmlns:a16="http://schemas.microsoft.com/office/drawing/2014/main" id="{DB1DF6D1-9675-BFD5-7522-A5686653BAC9}"/>
                  </a:ext>
                </a:extLst>
              </p:cNvPr>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a:p>
            </p:txBody>
          </p:sp>
        </p:grpSp>
        <p:grpSp>
          <p:nvGrpSpPr>
            <p:cNvPr id="133" name="object 25">
              <a:extLst>
                <a:ext uri="{FF2B5EF4-FFF2-40B4-BE49-F238E27FC236}">
                  <a16:creationId xmlns:a16="http://schemas.microsoft.com/office/drawing/2014/main" id="{3F161B54-AD4C-85B1-BB67-621BB01D9EAB}"/>
                </a:ext>
              </a:extLst>
            </p:cNvPr>
            <p:cNvGrpSpPr/>
            <p:nvPr/>
          </p:nvGrpSpPr>
          <p:grpSpPr>
            <a:xfrm>
              <a:off x="9673169" y="5113660"/>
              <a:ext cx="2117180" cy="227038"/>
              <a:chOff x="10460414" y="8304114"/>
              <a:chExt cx="3780154" cy="335280"/>
            </a:xfrm>
          </p:grpSpPr>
          <p:sp>
            <p:nvSpPr>
              <p:cNvPr id="134" name="object 26">
                <a:extLst>
                  <a:ext uri="{FF2B5EF4-FFF2-40B4-BE49-F238E27FC236}">
                    <a16:creationId xmlns:a16="http://schemas.microsoft.com/office/drawing/2014/main" id="{9451CFDF-F153-76AD-986E-15280AA5146E}"/>
                  </a:ext>
                </a:extLst>
              </p:cNvPr>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sp>
            <p:nvSpPr>
              <p:cNvPr id="135" name="object 27">
                <a:extLst>
                  <a:ext uri="{FF2B5EF4-FFF2-40B4-BE49-F238E27FC236}">
                    <a16:creationId xmlns:a16="http://schemas.microsoft.com/office/drawing/2014/main" id="{250B92D9-DE66-0C02-DF3F-14BDD442E110}"/>
                  </a:ext>
                </a:extLst>
              </p:cNvPr>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a:p>
            </p:txBody>
          </p:sp>
          <p:sp>
            <p:nvSpPr>
              <p:cNvPr id="136" name="object 28">
                <a:extLst>
                  <a:ext uri="{FF2B5EF4-FFF2-40B4-BE49-F238E27FC236}">
                    <a16:creationId xmlns:a16="http://schemas.microsoft.com/office/drawing/2014/main" id="{B8C855B5-33F6-54A1-70B3-CFCE8F292678}"/>
                  </a:ext>
                </a:extLst>
              </p:cNvPr>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a:p>
            </p:txBody>
          </p:sp>
        </p:grpSp>
        <p:grpSp>
          <p:nvGrpSpPr>
            <p:cNvPr id="137" name="object 37">
              <a:extLst>
                <a:ext uri="{FF2B5EF4-FFF2-40B4-BE49-F238E27FC236}">
                  <a16:creationId xmlns:a16="http://schemas.microsoft.com/office/drawing/2014/main" id="{BE3790AF-E1FD-4A31-6223-EB6CFE8DAD4F}"/>
                </a:ext>
              </a:extLst>
            </p:cNvPr>
            <p:cNvGrpSpPr/>
            <p:nvPr/>
          </p:nvGrpSpPr>
          <p:grpSpPr>
            <a:xfrm flipV="1">
              <a:off x="11748577" y="3666851"/>
              <a:ext cx="62422" cy="1408236"/>
              <a:chOff x="18429794" y="3904827"/>
              <a:chExt cx="81915" cy="2079411"/>
            </a:xfrm>
          </p:grpSpPr>
          <p:sp>
            <p:nvSpPr>
              <p:cNvPr id="138" name="object 38">
                <a:extLst>
                  <a:ext uri="{FF2B5EF4-FFF2-40B4-BE49-F238E27FC236}">
                    <a16:creationId xmlns:a16="http://schemas.microsoft.com/office/drawing/2014/main" id="{2F2F6995-FBFA-89F3-0525-16C1CE03EC8E}"/>
                  </a:ext>
                </a:extLst>
              </p:cNvPr>
              <p:cNvSpPr/>
              <p:nvPr/>
            </p:nvSpPr>
            <p:spPr>
              <a:xfrm>
                <a:off x="18470641" y="3904827"/>
                <a:ext cx="0" cy="1975487"/>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a:p>
            </p:txBody>
          </p:sp>
          <p:sp>
            <p:nvSpPr>
              <p:cNvPr id="139" name="object 39">
                <a:extLst>
                  <a:ext uri="{FF2B5EF4-FFF2-40B4-BE49-F238E27FC236}">
                    <a16:creationId xmlns:a16="http://schemas.microsoft.com/office/drawing/2014/main" id="{5886396A-634F-9ED4-CD65-C2DE0BB01AAD}"/>
                  </a:ext>
                </a:extLst>
              </p:cNvPr>
              <p:cNvSpPr/>
              <p:nvPr/>
            </p:nvSpPr>
            <p:spPr>
              <a:xfrm>
                <a:off x="18460174" y="5901143"/>
                <a:ext cx="20954" cy="20954"/>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140" name="object 40">
                <a:extLst>
                  <a:ext uri="{FF2B5EF4-FFF2-40B4-BE49-F238E27FC236}">
                    <a16:creationId xmlns:a16="http://schemas.microsoft.com/office/drawing/2014/main" id="{E2CD1774-1410-439F-BD45-FBF0AB3C976C}"/>
                  </a:ext>
                </a:extLst>
              </p:cNvPr>
              <p:cNvSpPr/>
              <p:nvPr/>
            </p:nvSpPr>
            <p:spPr>
              <a:xfrm>
                <a:off x="18429794" y="5871844"/>
                <a:ext cx="81915" cy="112394"/>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a:p>
            </p:txBody>
          </p:sp>
        </p:grpSp>
        <p:grpSp>
          <p:nvGrpSpPr>
            <p:cNvPr id="142" name="Group 141">
              <a:extLst>
                <a:ext uri="{FF2B5EF4-FFF2-40B4-BE49-F238E27FC236}">
                  <a16:creationId xmlns:a16="http://schemas.microsoft.com/office/drawing/2014/main" id="{E277E4B0-CC3B-D16E-BB3D-910AE394C5B7}"/>
                </a:ext>
              </a:extLst>
            </p:cNvPr>
            <p:cNvGrpSpPr/>
            <p:nvPr userDrawn="1"/>
          </p:nvGrpSpPr>
          <p:grpSpPr>
            <a:xfrm>
              <a:off x="381000" y="3351205"/>
              <a:ext cx="247488" cy="1982784"/>
              <a:chOff x="381000" y="3351205"/>
              <a:chExt cx="247488" cy="1982784"/>
            </a:xfrm>
          </p:grpSpPr>
          <p:sp>
            <p:nvSpPr>
              <p:cNvPr id="143" name="object 5">
                <a:extLst>
                  <a:ext uri="{FF2B5EF4-FFF2-40B4-BE49-F238E27FC236}">
                    <a16:creationId xmlns:a16="http://schemas.microsoft.com/office/drawing/2014/main" id="{A1AE2022-DBB5-4B1A-288D-2912782A9854}"/>
                  </a:ext>
                </a:extLst>
              </p:cNvPr>
              <p:cNvSpPr/>
              <p:nvPr/>
            </p:nvSpPr>
            <p:spPr>
              <a:xfrm>
                <a:off x="409283" y="3421862"/>
                <a:ext cx="0" cy="1670964"/>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a:p>
            </p:txBody>
          </p:sp>
          <p:sp>
            <p:nvSpPr>
              <p:cNvPr id="144" name="object 6">
                <a:extLst>
                  <a:ext uri="{FF2B5EF4-FFF2-40B4-BE49-F238E27FC236}">
                    <a16:creationId xmlns:a16="http://schemas.microsoft.com/office/drawing/2014/main" id="{8F66E85C-C235-CB67-5E0A-E3D4C9A29667}"/>
                  </a:ext>
                </a:extLst>
              </p:cNvPr>
              <p:cNvSpPr/>
              <p:nvPr/>
            </p:nvSpPr>
            <p:spPr>
              <a:xfrm>
                <a:off x="413322" y="5155199"/>
                <a:ext cx="187388" cy="170708"/>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a:p>
            </p:txBody>
          </p:sp>
          <p:sp>
            <p:nvSpPr>
              <p:cNvPr id="145" name="object 7">
                <a:extLst>
                  <a:ext uri="{FF2B5EF4-FFF2-40B4-BE49-F238E27FC236}">
                    <a16:creationId xmlns:a16="http://schemas.microsoft.com/office/drawing/2014/main" id="{A90029A1-DAC4-7F61-F2A2-AEA48A1A6A82}"/>
                  </a:ext>
                </a:extLst>
              </p:cNvPr>
              <p:cNvSpPr/>
              <p:nvPr/>
            </p:nvSpPr>
            <p:spPr>
              <a:xfrm>
                <a:off x="402212" y="5106567"/>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146" name="object 9">
                <a:extLst>
                  <a:ext uri="{FF2B5EF4-FFF2-40B4-BE49-F238E27FC236}">
                    <a16:creationId xmlns:a16="http://schemas.microsoft.com/office/drawing/2014/main" id="{D809730F-0245-E5DB-6075-5FC8AA225054}"/>
                  </a:ext>
                </a:extLst>
              </p:cNvPr>
              <p:cNvSpPr/>
              <p:nvPr/>
            </p:nvSpPr>
            <p:spPr>
              <a:xfrm>
                <a:off x="614337" y="5319799"/>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147" name="object 12">
                <a:extLst>
                  <a:ext uri="{FF2B5EF4-FFF2-40B4-BE49-F238E27FC236}">
                    <a16:creationId xmlns:a16="http://schemas.microsoft.com/office/drawing/2014/main" id="{F4C6135A-2B6C-B286-1CC5-DB75CACC4F95}"/>
                  </a:ext>
                </a:extLst>
              </p:cNvPr>
              <p:cNvSpPr/>
              <p:nvPr/>
            </p:nvSpPr>
            <p:spPr>
              <a:xfrm>
                <a:off x="381000" y="3351205"/>
                <a:ext cx="56602" cy="56759"/>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a:p>
            </p:txBody>
          </p:sp>
        </p:grpSp>
      </p:grpSp>
      <p:sp>
        <p:nvSpPr>
          <p:cNvPr id="12" name="Text Placeholder 15">
            <a:extLst>
              <a:ext uri="{FF2B5EF4-FFF2-40B4-BE49-F238E27FC236}">
                <a16:creationId xmlns:a16="http://schemas.microsoft.com/office/drawing/2014/main" id="{28ACEF17-DEC1-9099-98F3-F53A12152379}"/>
              </a:ext>
            </a:extLst>
          </p:cNvPr>
          <p:cNvSpPr>
            <a:spLocks noGrp="1"/>
          </p:cNvSpPr>
          <p:nvPr>
            <p:ph type="body" sz="quarter" idx="24"/>
          </p:nvPr>
        </p:nvSpPr>
        <p:spPr>
          <a:xfrm>
            <a:off x="7443677"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15" name="Text Placeholder 15">
            <a:extLst>
              <a:ext uri="{FF2B5EF4-FFF2-40B4-BE49-F238E27FC236}">
                <a16:creationId xmlns:a16="http://schemas.microsoft.com/office/drawing/2014/main" id="{38DFDB5C-317B-C843-DDF6-5F2A8DF79592}"/>
              </a:ext>
            </a:extLst>
          </p:cNvPr>
          <p:cNvSpPr>
            <a:spLocks noGrp="1"/>
          </p:cNvSpPr>
          <p:nvPr>
            <p:ph type="body" sz="quarter" idx="25"/>
          </p:nvPr>
        </p:nvSpPr>
        <p:spPr>
          <a:xfrm>
            <a:off x="9673169"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10" name="Text Placeholder 15">
            <a:extLst>
              <a:ext uri="{FF2B5EF4-FFF2-40B4-BE49-F238E27FC236}">
                <a16:creationId xmlns:a16="http://schemas.microsoft.com/office/drawing/2014/main" id="{2DB13B79-4CF6-6536-EE76-BC0E60A4073A}"/>
              </a:ext>
            </a:extLst>
          </p:cNvPr>
          <p:cNvSpPr>
            <a:spLocks noGrp="1"/>
          </p:cNvSpPr>
          <p:nvPr>
            <p:ph type="body" sz="quarter" idx="23"/>
          </p:nvPr>
        </p:nvSpPr>
        <p:spPr>
          <a:xfrm>
            <a:off x="2984693"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5" name="Text Placeholder 15">
            <a:extLst>
              <a:ext uri="{FF2B5EF4-FFF2-40B4-BE49-F238E27FC236}">
                <a16:creationId xmlns:a16="http://schemas.microsoft.com/office/drawing/2014/main" id="{8F4CD651-7D5A-B3C6-6619-F2A8F2C0765A}"/>
              </a:ext>
            </a:extLst>
          </p:cNvPr>
          <p:cNvSpPr>
            <a:spLocks noGrp="1"/>
          </p:cNvSpPr>
          <p:nvPr>
            <p:ph type="body" sz="quarter" idx="13"/>
          </p:nvPr>
        </p:nvSpPr>
        <p:spPr>
          <a:xfrm>
            <a:off x="755201"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64" name="object 11">
            <a:extLst>
              <a:ext uri="{FF2B5EF4-FFF2-40B4-BE49-F238E27FC236}">
                <a16:creationId xmlns:a16="http://schemas.microsoft.com/office/drawing/2014/main" id="{E35F7A5F-EF6A-E203-F651-F599DCEFFF35}"/>
              </a:ext>
            </a:extLst>
          </p:cNvPr>
          <p:cNvSpPr/>
          <p:nvPr/>
        </p:nvSpPr>
        <p:spPr>
          <a:xfrm>
            <a:off x="398115" y="3372478"/>
            <a:ext cx="2359454" cy="1967661"/>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a:p>
        </p:txBody>
      </p:sp>
      <p:sp>
        <p:nvSpPr>
          <p:cNvPr id="68" name="Picture Placeholder 4">
            <a:extLst>
              <a:ext uri="{FF2B5EF4-FFF2-40B4-BE49-F238E27FC236}">
                <a16:creationId xmlns:a16="http://schemas.microsoft.com/office/drawing/2014/main" id="{14ECFD4A-0700-35A8-B66C-B18241C1EF4B}"/>
              </a:ext>
            </a:extLst>
          </p:cNvPr>
          <p:cNvSpPr>
            <a:spLocks noGrp="1"/>
          </p:cNvSpPr>
          <p:nvPr>
            <p:ph type="pic" sz="quarter" idx="18" hasCustomPrompt="1"/>
          </p:nvPr>
        </p:nvSpPr>
        <p:spPr>
          <a:xfrm>
            <a:off x="7943221" y="2750635"/>
            <a:ext cx="764544" cy="823913"/>
          </a:xfrm>
        </p:spPr>
        <p:txBody>
          <a:bodyPr anchor="ctr">
            <a:normAutofit/>
          </a:bodyPr>
          <a:lstStyle>
            <a:lvl1pPr marL="0" indent="0" algn="ctr">
              <a:buNone/>
              <a:defRPr sz="1200"/>
            </a:lvl1pPr>
          </a:lstStyle>
          <a:p>
            <a:r>
              <a:rPr lang="en-US"/>
              <a:t>Icon</a:t>
            </a:r>
          </a:p>
        </p:txBody>
      </p:sp>
      <p:sp>
        <p:nvSpPr>
          <p:cNvPr id="69" name="Picture Placeholder 4">
            <a:extLst>
              <a:ext uri="{FF2B5EF4-FFF2-40B4-BE49-F238E27FC236}">
                <a16:creationId xmlns:a16="http://schemas.microsoft.com/office/drawing/2014/main" id="{92AEF7A3-2A0A-2B14-37C2-B829F7959BD1}"/>
              </a:ext>
            </a:extLst>
          </p:cNvPr>
          <p:cNvSpPr>
            <a:spLocks noGrp="1"/>
          </p:cNvSpPr>
          <p:nvPr>
            <p:ph type="pic" sz="quarter" idx="16" hasCustomPrompt="1"/>
          </p:nvPr>
        </p:nvSpPr>
        <p:spPr>
          <a:xfrm>
            <a:off x="1254745" y="2740569"/>
            <a:ext cx="764544" cy="823913"/>
          </a:xfrm>
        </p:spPr>
        <p:txBody>
          <a:bodyPr anchor="ctr">
            <a:normAutofit/>
          </a:bodyPr>
          <a:lstStyle>
            <a:lvl1pPr marL="0" indent="0" algn="ctr">
              <a:buNone/>
              <a:defRPr sz="1200"/>
            </a:lvl1pPr>
          </a:lstStyle>
          <a:p>
            <a:r>
              <a:rPr lang="en-US"/>
              <a:t>Icon</a:t>
            </a:r>
          </a:p>
        </p:txBody>
      </p:sp>
      <p:sp>
        <p:nvSpPr>
          <p:cNvPr id="70" name="Picture Placeholder 4">
            <a:extLst>
              <a:ext uri="{FF2B5EF4-FFF2-40B4-BE49-F238E27FC236}">
                <a16:creationId xmlns:a16="http://schemas.microsoft.com/office/drawing/2014/main" id="{98FA5A22-04AD-EB8D-179A-35A9DB751458}"/>
              </a:ext>
            </a:extLst>
          </p:cNvPr>
          <p:cNvSpPr>
            <a:spLocks noGrp="1"/>
          </p:cNvSpPr>
          <p:nvPr>
            <p:ph type="pic" sz="quarter" idx="17" hasCustomPrompt="1"/>
          </p:nvPr>
        </p:nvSpPr>
        <p:spPr>
          <a:xfrm>
            <a:off x="3484237" y="2750635"/>
            <a:ext cx="764544" cy="823913"/>
          </a:xfrm>
        </p:spPr>
        <p:txBody>
          <a:bodyPr anchor="ctr">
            <a:normAutofit/>
          </a:bodyPr>
          <a:lstStyle>
            <a:lvl1pPr marL="0" indent="0" algn="ctr">
              <a:buNone/>
              <a:defRPr sz="1200"/>
            </a:lvl1pPr>
          </a:lstStyle>
          <a:p>
            <a:r>
              <a:rPr lang="en-US"/>
              <a:t>Icon</a:t>
            </a:r>
          </a:p>
        </p:txBody>
      </p:sp>
      <p:sp>
        <p:nvSpPr>
          <p:cNvPr id="72" name="Picture Placeholder 4">
            <a:extLst>
              <a:ext uri="{FF2B5EF4-FFF2-40B4-BE49-F238E27FC236}">
                <a16:creationId xmlns:a16="http://schemas.microsoft.com/office/drawing/2014/main" id="{F8186E98-2FE0-A4D5-DD37-7EE653949618}"/>
              </a:ext>
            </a:extLst>
          </p:cNvPr>
          <p:cNvSpPr>
            <a:spLocks noGrp="1"/>
          </p:cNvSpPr>
          <p:nvPr>
            <p:ph type="pic" sz="quarter" idx="19" hasCustomPrompt="1"/>
          </p:nvPr>
        </p:nvSpPr>
        <p:spPr>
          <a:xfrm>
            <a:off x="10172713" y="2746418"/>
            <a:ext cx="764544" cy="823913"/>
          </a:xfrm>
        </p:spPr>
        <p:txBody>
          <a:bodyPr anchor="ctr">
            <a:normAutofit/>
          </a:bodyPr>
          <a:lstStyle>
            <a:lvl1pPr marL="0" indent="0" algn="ctr">
              <a:buNone/>
              <a:defRPr sz="1200"/>
            </a:lvl1pPr>
          </a:lstStyle>
          <a:p>
            <a:r>
              <a:rPr lang="en-US"/>
              <a:t>Icon</a:t>
            </a:r>
          </a:p>
        </p:txBody>
      </p:sp>
      <p:sp>
        <p:nvSpPr>
          <p:cNvPr id="73" name="Content Placeholder 2">
            <a:extLst>
              <a:ext uri="{FF2B5EF4-FFF2-40B4-BE49-F238E27FC236}">
                <a16:creationId xmlns:a16="http://schemas.microsoft.com/office/drawing/2014/main" id="{4D77C58D-E444-0CF9-27E3-810F2AA1F9FF}"/>
              </a:ext>
            </a:extLst>
          </p:cNvPr>
          <p:cNvSpPr>
            <a:spLocks noGrp="1"/>
          </p:cNvSpPr>
          <p:nvPr>
            <p:ph sz="half" idx="1" hasCustomPrompt="1"/>
          </p:nvPr>
        </p:nvSpPr>
        <p:spPr>
          <a:xfrm>
            <a:off x="879028"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a:extLst>
              <a:ext uri="{FF2B5EF4-FFF2-40B4-BE49-F238E27FC236}">
                <a16:creationId xmlns:a16="http://schemas.microsoft.com/office/drawing/2014/main" id="{24319FDF-4BC8-DA5F-A36B-A72E07F231B8}"/>
              </a:ext>
            </a:extLst>
          </p:cNvPr>
          <p:cNvSpPr>
            <a:spLocks noGrp="1"/>
          </p:cNvSpPr>
          <p:nvPr>
            <p:ph sz="half" idx="20" hasCustomPrompt="1"/>
          </p:nvPr>
        </p:nvSpPr>
        <p:spPr>
          <a:xfrm>
            <a:off x="3108520"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a:extLst>
              <a:ext uri="{FF2B5EF4-FFF2-40B4-BE49-F238E27FC236}">
                <a16:creationId xmlns:a16="http://schemas.microsoft.com/office/drawing/2014/main" id="{42977D04-ADBD-7281-8389-427A84DE9B79}"/>
              </a:ext>
            </a:extLst>
          </p:cNvPr>
          <p:cNvSpPr>
            <a:spLocks noGrp="1"/>
          </p:cNvSpPr>
          <p:nvPr>
            <p:ph sz="half" idx="21" hasCustomPrompt="1"/>
          </p:nvPr>
        </p:nvSpPr>
        <p:spPr>
          <a:xfrm>
            <a:off x="7567504"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a:extLst>
              <a:ext uri="{FF2B5EF4-FFF2-40B4-BE49-F238E27FC236}">
                <a16:creationId xmlns:a16="http://schemas.microsoft.com/office/drawing/2014/main" id="{CAA4FEF9-F31D-8C24-2BF1-63A24C516295}"/>
              </a:ext>
            </a:extLst>
          </p:cNvPr>
          <p:cNvSpPr>
            <a:spLocks noGrp="1"/>
          </p:cNvSpPr>
          <p:nvPr>
            <p:ph sz="half" idx="22" hasCustomPrompt="1"/>
          </p:nvPr>
        </p:nvSpPr>
        <p:spPr>
          <a:xfrm>
            <a:off x="9796996"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a:extLst>
              <a:ext uri="{FF2B5EF4-FFF2-40B4-BE49-F238E27FC236}">
                <a16:creationId xmlns:a16="http://schemas.microsoft.com/office/drawing/2014/main" id="{80DFCAAE-784D-8441-000D-4AF12A9E1F1C}"/>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DE1B59C-F715-3414-C3E9-F74A41D642A6}"/>
              </a:ext>
            </a:extLst>
          </p:cNvPr>
          <p:cNvSpPr>
            <a:spLocks noGrp="1"/>
          </p:cNvSpPr>
          <p:nvPr>
            <p:ph type="title"/>
          </p:nvPr>
        </p:nvSpPr>
        <p:spPr/>
        <p:txBody>
          <a:bodyPr/>
          <a:lstStyle/>
          <a:p>
            <a:r>
              <a:rPr lang="en-US"/>
              <a:t>Click to edit Master title style</a:t>
            </a:r>
            <a:endParaRPr lang="en-IN"/>
          </a:p>
        </p:txBody>
      </p:sp>
      <p:sp>
        <p:nvSpPr>
          <p:cNvPr id="19" name="Text Placeholder 15">
            <a:extLst>
              <a:ext uri="{FF2B5EF4-FFF2-40B4-BE49-F238E27FC236}">
                <a16:creationId xmlns:a16="http://schemas.microsoft.com/office/drawing/2014/main" id="{59018C01-C2CC-CC9A-462F-546E79D1B472}"/>
              </a:ext>
            </a:extLst>
          </p:cNvPr>
          <p:cNvSpPr>
            <a:spLocks noGrp="1"/>
          </p:cNvSpPr>
          <p:nvPr>
            <p:ph type="body" sz="quarter" idx="27"/>
          </p:nvPr>
        </p:nvSpPr>
        <p:spPr>
          <a:xfrm>
            <a:off x="5214185" y="2362087"/>
            <a:ext cx="1763633"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20" name="Picture Placeholder 4">
            <a:extLst>
              <a:ext uri="{FF2B5EF4-FFF2-40B4-BE49-F238E27FC236}">
                <a16:creationId xmlns:a16="http://schemas.microsoft.com/office/drawing/2014/main" id="{7EE7974A-9258-38A3-967C-1297D16EA34E}"/>
              </a:ext>
            </a:extLst>
          </p:cNvPr>
          <p:cNvSpPr>
            <a:spLocks noGrp="1"/>
          </p:cNvSpPr>
          <p:nvPr>
            <p:ph type="pic" sz="quarter" idx="28" hasCustomPrompt="1"/>
          </p:nvPr>
        </p:nvSpPr>
        <p:spPr>
          <a:xfrm>
            <a:off x="5713729" y="2750635"/>
            <a:ext cx="764544" cy="823913"/>
          </a:xfrm>
        </p:spPr>
        <p:txBody>
          <a:bodyPr anchor="ctr">
            <a:normAutofit/>
          </a:bodyPr>
          <a:lstStyle>
            <a:lvl1pPr marL="0" indent="0" algn="ctr">
              <a:buNone/>
              <a:defRPr sz="1200"/>
            </a:lvl1pPr>
          </a:lstStyle>
          <a:p>
            <a:r>
              <a:rPr lang="en-US"/>
              <a:t>Icon</a:t>
            </a:r>
          </a:p>
        </p:txBody>
      </p:sp>
      <p:sp>
        <p:nvSpPr>
          <p:cNvPr id="29" name="Content Placeholder 2">
            <a:extLst>
              <a:ext uri="{FF2B5EF4-FFF2-40B4-BE49-F238E27FC236}">
                <a16:creationId xmlns:a16="http://schemas.microsoft.com/office/drawing/2014/main" id="{AA127B0D-945E-D152-E078-97CFF4F291C7}"/>
              </a:ext>
            </a:extLst>
          </p:cNvPr>
          <p:cNvSpPr>
            <a:spLocks noGrp="1"/>
          </p:cNvSpPr>
          <p:nvPr>
            <p:ph sz="half" idx="29" hasCustomPrompt="1"/>
          </p:nvPr>
        </p:nvSpPr>
        <p:spPr>
          <a:xfrm>
            <a:off x="5338012" y="3860379"/>
            <a:ext cx="1515979"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Tree>
    <p:extLst>
      <p:ext uri="{BB962C8B-B14F-4D97-AF65-F5344CB8AC3E}">
        <p14:creationId xmlns:p14="http://schemas.microsoft.com/office/powerpoint/2010/main" val="20287635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3_Six split - Icons">
    <p:spTree>
      <p:nvGrpSpPr>
        <p:cNvPr id="1" name=""/>
        <p:cNvGrpSpPr/>
        <p:nvPr/>
      </p:nvGrpSpPr>
      <p:grpSpPr>
        <a:xfrm>
          <a:off x="0" y="0"/>
          <a:ext cx="0" cy="0"/>
          <a:chOff x="0" y="0"/>
          <a:chExt cx="0" cy="0"/>
        </a:xfrm>
      </p:grpSpPr>
      <p:grpSp>
        <p:nvGrpSpPr>
          <p:cNvPr id="133" name="object 25">
            <a:extLst>
              <a:ext uri="{FF2B5EF4-FFF2-40B4-BE49-F238E27FC236}">
                <a16:creationId xmlns:a16="http://schemas.microsoft.com/office/drawing/2014/main" id="{3F161B54-AD4C-85B1-BB67-621BB01D9EAB}"/>
              </a:ext>
            </a:extLst>
          </p:cNvPr>
          <p:cNvGrpSpPr/>
          <p:nvPr/>
        </p:nvGrpSpPr>
        <p:grpSpPr>
          <a:xfrm>
            <a:off x="8170488" y="5113660"/>
            <a:ext cx="1625445" cy="227038"/>
            <a:chOff x="10460414" y="8304114"/>
            <a:chExt cx="3780154" cy="335280"/>
          </a:xfrm>
        </p:grpSpPr>
        <p:sp>
          <p:nvSpPr>
            <p:cNvPr id="134" name="object 26">
              <a:extLst>
                <a:ext uri="{FF2B5EF4-FFF2-40B4-BE49-F238E27FC236}">
                  <a16:creationId xmlns:a16="http://schemas.microsoft.com/office/drawing/2014/main" id="{9451CFDF-F153-76AD-986E-15280AA5146E}"/>
                </a:ext>
              </a:extLst>
            </p:cNvPr>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sp>
          <p:nvSpPr>
            <p:cNvPr id="135" name="object 27">
              <a:extLst>
                <a:ext uri="{FF2B5EF4-FFF2-40B4-BE49-F238E27FC236}">
                  <a16:creationId xmlns:a16="http://schemas.microsoft.com/office/drawing/2014/main" id="{250B92D9-DE66-0C02-DF3F-14BDD442E110}"/>
                </a:ext>
              </a:extLst>
            </p:cNvPr>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a:p>
          </p:txBody>
        </p:sp>
        <p:sp>
          <p:nvSpPr>
            <p:cNvPr id="136" name="object 28">
              <a:extLst>
                <a:ext uri="{FF2B5EF4-FFF2-40B4-BE49-F238E27FC236}">
                  <a16:creationId xmlns:a16="http://schemas.microsoft.com/office/drawing/2014/main" id="{B8C855B5-33F6-54A1-70B3-CFCE8F292678}"/>
                </a:ext>
              </a:extLst>
            </p:cNvPr>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a:p>
          </p:txBody>
        </p:sp>
      </p:grpSp>
      <p:sp>
        <p:nvSpPr>
          <p:cNvPr id="12" name="Text Placeholder 15">
            <a:extLst>
              <a:ext uri="{FF2B5EF4-FFF2-40B4-BE49-F238E27FC236}">
                <a16:creationId xmlns:a16="http://schemas.microsoft.com/office/drawing/2014/main" id="{28ACEF17-DEC1-9099-98F3-F53A12152379}"/>
              </a:ext>
            </a:extLst>
          </p:cNvPr>
          <p:cNvSpPr>
            <a:spLocks noGrp="1"/>
          </p:cNvSpPr>
          <p:nvPr userDrawn="1">
            <p:ph type="body" sz="quarter" idx="24"/>
          </p:nvPr>
        </p:nvSpPr>
        <p:spPr>
          <a:xfrm>
            <a:off x="6278643"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15" name="Text Placeholder 15">
            <a:extLst>
              <a:ext uri="{FF2B5EF4-FFF2-40B4-BE49-F238E27FC236}">
                <a16:creationId xmlns:a16="http://schemas.microsoft.com/office/drawing/2014/main" id="{38DFDB5C-317B-C843-DDF6-5F2A8DF79592}"/>
              </a:ext>
            </a:extLst>
          </p:cNvPr>
          <p:cNvSpPr>
            <a:spLocks noGrp="1"/>
          </p:cNvSpPr>
          <p:nvPr userDrawn="1">
            <p:ph type="body" sz="quarter" idx="25"/>
          </p:nvPr>
        </p:nvSpPr>
        <p:spPr>
          <a:xfrm>
            <a:off x="9974799"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10" name="Text Placeholder 15">
            <a:extLst>
              <a:ext uri="{FF2B5EF4-FFF2-40B4-BE49-F238E27FC236}">
                <a16:creationId xmlns:a16="http://schemas.microsoft.com/office/drawing/2014/main" id="{2DB13B79-4CF6-6536-EE76-BC0E60A4073A}"/>
              </a:ext>
            </a:extLst>
          </p:cNvPr>
          <p:cNvSpPr>
            <a:spLocks noGrp="1"/>
          </p:cNvSpPr>
          <p:nvPr userDrawn="1">
            <p:ph type="body" sz="quarter" idx="23"/>
          </p:nvPr>
        </p:nvSpPr>
        <p:spPr>
          <a:xfrm>
            <a:off x="2582487"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5" name="Text Placeholder 15">
            <a:extLst>
              <a:ext uri="{FF2B5EF4-FFF2-40B4-BE49-F238E27FC236}">
                <a16:creationId xmlns:a16="http://schemas.microsoft.com/office/drawing/2014/main" id="{8F4CD651-7D5A-B3C6-6619-F2A8F2C0765A}"/>
              </a:ext>
            </a:extLst>
          </p:cNvPr>
          <p:cNvSpPr>
            <a:spLocks noGrp="1"/>
          </p:cNvSpPr>
          <p:nvPr userDrawn="1">
            <p:ph type="body" sz="quarter" idx="13"/>
          </p:nvPr>
        </p:nvSpPr>
        <p:spPr>
          <a:xfrm>
            <a:off x="734409"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64" name="object 11">
            <a:extLst>
              <a:ext uri="{FF2B5EF4-FFF2-40B4-BE49-F238E27FC236}">
                <a16:creationId xmlns:a16="http://schemas.microsoft.com/office/drawing/2014/main" id="{E35F7A5F-EF6A-E203-F651-F599DCEFFF35}"/>
              </a:ext>
            </a:extLst>
          </p:cNvPr>
          <p:cNvSpPr/>
          <p:nvPr userDrawn="1"/>
        </p:nvSpPr>
        <p:spPr>
          <a:xfrm>
            <a:off x="398115" y="3372478"/>
            <a:ext cx="2009229" cy="1967661"/>
          </a:xfrm>
          <a:custGeom>
            <a:avLst/>
            <a:gdLst/>
            <a:ahLst/>
            <a:cxnLst/>
            <a:rect l="l" t="t" r="r" b="b"/>
            <a:pathLst>
              <a:path w="4330700" h="2905759">
                <a:moveTo>
                  <a:pt x="20929" y="10477"/>
                </a:moveTo>
                <a:lnTo>
                  <a:pt x="17868" y="3073"/>
                </a:lnTo>
                <a:lnTo>
                  <a:pt x="10464" y="0"/>
                </a:lnTo>
                <a:lnTo>
                  <a:pt x="3060" y="3073"/>
                </a:lnTo>
                <a:lnTo>
                  <a:pt x="0" y="10477"/>
                </a:lnTo>
                <a:lnTo>
                  <a:pt x="3060" y="17881"/>
                </a:lnTo>
                <a:lnTo>
                  <a:pt x="10464" y="20942"/>
                </a:lnTo>
                <a:lnTo>
                  <a:pt x="17868" y="17881"/>
                </a:lnTo>
                <a:lnTo>
                  <a:pt x="20929" y="10477"/>
                </a:lnTo>
                <a:close/>
              </a:path>
              <a:path w="4330700" h="2905759">
                <a:moveTo>
                  <a:pt x="4016451" y="2895142"/>
                </a:moveTo>
                <a:lnTo>
                  <a:pt x="4013377" y="2887738"/>
                </a:lnTo>
                <a:lnTo>
                  <a:pt x="4005973" y="2884665"/>
                </a:lnTo>
                <a:lnTo>
                  <a:pt x="3998569" y="2887738"/>
                </a:lnTo>
                <a:lnTo>
                  <a:pt x="3995509" y="2895142"/>
                </a:lnTo>
                <a:lnTo>
                  <a:pt x="3998569" y="2902547"/>
                </a:lnTo>
                <a:lnTo>
                  <a:pt x="4005973" y="2905607"/>
                </a:lnTo>
                <a:lnTo>
                  <a:pt x="4013377" y="2902547"/>
                </a:lnTo>
                <a:lnTo>
                  <a:pt x="4016451" y="2895142"/>
                </a:lnTo>
                <a:close/>
              </a:path>
              <a:path w="4330700" h="2905759">
                <a:moveTo>
                  <a:pt x="4330573" y="2581783"/>
                </a:moveTo>
                <a:lnTo>
                  <a:pt x="4327512" y="2574379"/>
                </a:lnTo>
                <a:lnTo>
                  <a:pt x="4320108" y="2571305"/>
                </a:lnTo>
                <a:lnTo>
                  <a:pt x="4312704" y="2574379"/>
                </a:lnTo>
                <a:lnTo>
                  <a:pt x="4309630" y="2581783"/>
                </a:lnTo>
                <a:lnTo>
                  <a:pt x="4312704" y="2589187"/>
                </a:lnTo>
                <a:lnTo>
                  <a:pt x="4320108" y="2592247"/>
                </a:lnTo>
                <a:lnTo>
                  <a:pt x="4327512" y="2589187"/>
                </a:lnTo>
                <a:lnTo>
                  <a:pt x="4330573" y="2581783"/>
                </a:lnTo>
                <a:close/>
              </a:path>
            </a:pathLst>
          </a:custGeom>
          <a:solidFill>
            <a:srgbClr val="1A0F5C"/>
          </a:solidFill>
        </p:spPr>
        <p:txBody>
          <a:bodyPr wrap="square" lIns="0" tIns="0" rIns="0" bIns="0" rtlCol="0"/>
          <a:lstStyle/>
          <a:p>
            <a:endParaRPr/>
          </a:p>
        </p:txBody>
      </p:sp>
      <p:sp>
        <p:nvSpPr>
          <p:cNvPr id="68" name="Picture Placeholder 4">
            <a:extLst>
              <a:ext uri="{FF2B5EF4-FFF2-40B4-BE49-F238E27FC236}">
                <a16:creationId xmlns:a16="http://schemas.microsoft.com/office/drawing/2014/main" id="{14ECFD4A-0700-35A8-B66C-B18241C1EF4B}"/>
              </a:ext>
            </a:extLst>
          </p:cNvPr>
          <p:cNvSpPr>
            <a:spLocks noGrp="1"/>
          </p:cNvSpPr>
          <p:nvPr userDrawn="1">
            <p:ph type="pic" sz="quarter" idx="18" hasCustomPrompt="1"/>
          </p:nvPr>
        </p:nvSpPr>
        <p:spPr>
          <a:xfrm>
            <a:off x="6698641" y="2750635"/>
            <a:ext cx="642799" cy="823913"/>
          </a:xfrm>
        </p:spPr>
        <p:txBody>
          <a:bodyPr anchor="ctr">
            <a:normAutofit/>
          </a:bodyPr>
          <a:lstStyle>
            <a:lvl1pPr marL="0" indent="0" algn="ctr">
              <a:buNone/>
              <a:defRPr sz="1200"/>
            </a:lvl1pPr>
          </a:lstStyle>
          <a:p>
            <a:r>
              <a:rPr lang="en-US"/>
              <a:t>Icon</a:t>
            </a:r>
          </a:p>
        </p:txBody>
      </p:sp>
      <p:sp>
        <p:nvSpPr>
          <p:cNvPr id="69" name="Picture Placeholder 4">
            <a:extLst>
              <a:ext uri="{FF2B5EF4-FFF2-40B4-BE49-F238E27FC236}">
                <a16:creationId xmlns:a16="http://schemas.microsoft.com/office/drawing/2014/main" id="{92AEF7A3-2A0A-2B14-37C2-B829F7959BD1}"/>
              </a:ext>
            </a:extLst>
          </p:cNvPr>
          <p:cNvSpPr>
            <a:spLocks noGrp="1"/>
          </p:cNvSpPr>
          <p:nvPr userDrawn="1">
            <p:ph type="pic" sz="quarter" idx="16" hasCustomPrompt="1"/>
          </p:nvPr>
        </p:nvSpPr>
        <p:spPr>
          <a:xfrm>
            <a:off x="1154407" y="2740569"/>
            <a:ext cx="642799" cy="823913"/>
          </a:xfrm>
        </p:spPr>
        <p:txBody>
          <a:bodyPr anchor="ctr">
            <a:normAutofit/>
          </a:bodyPr>
          <a:lstStyle>
            <a:lvl1pPr marL="0" indent="0" algn="ctr">
              <a:buNone/>
              <a:defRPr sz="1200"/>
            </a:lvl1pPr>
          </a:lstStyle>
          <a:p>
            <a:r>
              <a:rPr lang="en-US"/>
              <a:t>Icon</a:t>
            </a:r>
          </a:p>
        </p:txBody>
      </p:sp>
      <p:sp>
        <p:nvSpPr>
          <p:cNvPr id="70" name="Picture Placeholder 4">
            <a:extLst>
              <a:ext uri="{FF2B5EF4-FFF2-40B4-BE49-F238E27FC236}">
                <a16:creationId xmlns:a16="http://schemas.microsoft.com/office/drawing/2014/main" id="{98FA5A22-04AD-EB8D-179A-35A9DB751458}"/>
              </a:ext>
            </a:extLst>
          </p:cNvPr>
          <p:cNvSpPr>
            <a:spLocks noGrp="1"/>
          </p:cNvSpPr>
          <p:nvPr userDrawn="1">
            <p:ph type="pic" sz="quarter" idx="17" hasCustomPrompt="1"/>
          </p:nvPr>
        </p:nvSpPr>
        <p:spPr>
          <a:xfrm>
            <a:off x="3002485" y="2750635"/>
            <a:ext cx="642799" cy="823913"/>
          </a:xfrm>
        </p:spPr>
        <p:txBody>
          <a:bodyPr anchor="ctr">
            <a:normAutofit/>
          </a:bodyPr>
          <a:lstStyle>
            <a:lvl1pPr marL="0" indent="0" algn="ctr">
              <a:buNone/>
              <a:defRPr sz="1200"/>
            </a:lvl1pPr>
          </a:lstStyle>
          <a:p>
            <a:r>
              <a:rPr lang="en-US"/>
              <a:t>Icon</a:t>
            </a:r>
          </a:p>
        </p:txBody>
      </p:sp>
      <p:sp>
        <p:nvSpPr>
          <p:cNvPr id="72" name="Picture Placeholder 4">
            <a:extLst>
              <a:ext uri="{FF2B5EF4-FFF2-40B4-BE49-F238E27FC236}">
                <a16:creationId xmlns:a16="http://schemas.microsoft.com/office/drawing/2014/main" id="{F8186E98-2FE0-A4D5-DD37-7EE653949618}"/>
              </a:ext>
            </a:extLst>
          </p:cNvPr>
          <p:cNvSpPr>
            <a:spLocks noGrp="1"/>
          </p:cNvSpPr>
          <p:nvPr userDrawn="1">
            <p:ph type="pic" sz="quarter" idx="19" hasCustomPrompt="1"/>
          </p:nvPr>
        </p:nvSpPr>
        <p:spPr>
          <a:xfrm>
            <a:off x="10394797" y="2746418"/>
            <a:ext cx="642799" cy="823913"/>
          </a:xfrm>
        </p:spPr>
        <p:txBody>
          <a:bodyPr anchor="ctr">
            <a:normAutofit/>
          </a:bodyPr>
          <a:lstStyle>
            <a:lvl1pPr marL="0" indent="0" algn="ctr">
              <a:buNone/>
              <a:defRPr sz="1200"/>
            </a:lvl1pPr>
          </a:lstStyle>
          <a:p>
            <a:r>
              <a:rPr lang="en-US"/>
              <a:t>Icon</a:t>
            </a:r>
          </a:p>
        </p:txBody>
      </p:sp>
      <p:sp>
        <p:nvSpPr>
          <p:cNvPr id="73" name="Content Placeholder 2">
            <a:extLst>
              <a:ext uri="{FF2B5EF4-FFF2-40B4-BE49-F238E27FC236}">
                <a16:creationId xmlns:a16="http://schemas.microsoft.com/office/drawing/2014/main" id="{4D77C58D-E444-0CF9-27E3-810F2AA1F9FF}"/>
              </a:ext>
            </a:extLst>
          </p:cNvPr>
          <p:cNvSpPr>
            <a:spLocks noGrp="1"/>
          </p:cNvSpPr>
          <p:nvPr userDrawn="1">
            <p:ph sz="half" idx="1" hasCustomPrompt="1"/>
          </p:nvPr>
        </p:nvSpPr>
        <p:spPr>
          <a:xfrm>
            <a:off x="838518"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4" name="Content Placeholder 2">
            <a:extLst>
              <a:ext uri="{FF2B5EF4-FFF2-40B4-BE49-F238E27FC236}">
                <a16:creationId xmlns:a16="http://schemas.microsoft.com/office/drawing/2014/main" id="{24319FDF-4BC8-DA5F-A36B-A72E07F231B8}"/>
              </a:ext>
            </a:extLst>
          </p:cNvPr>
          <p:cNvSpPr>
            <a:spLocks noGrp="1"/>
          </p:cNvSpPr>
          <p:nvPr userDrawn="1">
            <p:ph sz="half" idx="20" hasCustomPrompt="1"/>
          </p:nvPr>
        </p:nvSpPr>
        <p:spPr>
          <a:xfrm>
            <a:off x="2686596"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5" name="Content Placeholder 2">
            <a:extLst>
              <a:ext uri="{FF2B5EF4-FFF2-40B4-BE49-F238E27FC236}">
                <a16:creationId xmlns:a16="http://schemas.microsoft.com/office/drawing/2014/main" id="{42977D04-ADBD-7281-8389-427A84DE9B79}"/>
              </a:ext>
            </a:extLst>
          </p:cNvPr>
          <p:cNvSpPr>
            <a:spLocks noGrp="1"/>
          </p:cNvSpPr>
          <p:nvPr userDrawn="1">
            <p:ph sz="half" idx="21" hasCustomPrompt="1"/>
          </p:nvPr>
        </p:nvSpPr>
        <p:spPr>
          <a:xfrm>
            <a:off x="6382752"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76" name="Content Placeholder 2">
            <a:extLst>
              <a:ext uri="{FF2B5EF4-FFF2-40B4-BE49-F238E27FC236}">
                <a16:creationId xmlns:a16="http://schemas.microsoft.com/office/drawing/2014/main" id="{CAA4FEF9-F31D-8C24-2BF1-63A24C516295}"/>
              </a:ext>
            </a:extLst>
          </p:cNvPr>
          <p:cNvSpPr>
            <a:spLocks noGrp="1"/>
          </p:cNvSpPr>
          <p:nvPr userDrawn="1">
            <p:ph sz="half" idx="22" hasCustomPrompt="1"/>
          </p:nvPr>
        </p:nvSpPr>
        <p:spPr>
          <a:xfrm>
            <a:off x="10078908"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67" name="Text Placeholder 4">
            <a:extLst>
              <a:ext uri="{FF2B5EF4-FFF2-40B4-BE49-F238E27FC236}">
                <a16:creationId xmlns:a16="http://schemas.microsoft.com/office/drawing/2014/main" id="{80DFCAAE-784D-8441-000D-4AF12A9E1F1C}"/>
              </a:ext>
            </a:extLst>
          </p:cNvPr>
          <p:cNvSpPr>
            <a:spLocks noGrp="1"/>
          </p:cNvSpPr>
          <p:nvPr userDrawn="1">
            <p:ph type="body" sz="quarter" idx="10" hasCustomPrompt="1"/>
          </p:nvPr>
        </p:nvSpPr>
        <p:spPr>
          <a:xfrm>
            <a:off x="381000" y="1170535"/>
            <a:ext cx="11430000" cy="446088"/>
          </a:xfrm>
        </p:spPr>
        <p:txBody>
          <a:bodyPr vert="horz" lIns="91440" tIns="45720" rIns="91440" bIns="45720" rtlCol="0" anchor="ctr">
            <a:noAutofit/>
          </a:bodyPr>
          <a:lstStyle>
            <a:lvl1pPr marL="0" indent="0">
              <a:buNone/>
              <a:defRPr lang="en-US" sz="1600" dirty="0"/>
            </a:lvl1pPr>
          </a:lstStyle>
          <a:p>
            <a:pPr marL="228600" lvl="0" indent="-228600"/>
            <a:r>
              <a:rPr lang="en-GB"/>
              <a:t>Optional sub-head</a:t>
            </a:r>
            <a:endParaRPr lang="en-US"/>
          </a:p>
        </p:txBody>
      </p:sp>
      <p:sp>
        <p:nvSpPr>
          <p:cNvPr id="2" name="Title 1">
            <a:extLst>
              <a:ext uri="{FF2B5EF4-FFF2-40B4-BE49-F238E27FC236}">
                <a16:creationId xmlns:a16="http://schemas.microsoft.com/office/drawing/2014/main" id="{FDE1B59C-F715-3414-C3E9-F74A41D642A6}"/>
              </a:ext>
            </a:extLst>
          </p:cNvPr>
          <p:cNvSpPr>
            <a:spLocks noGrp="1"/>
          </p:cNvSpPr>
          <p:nvPr userDrawn="1">
            <p:ph type="title"/>
          </p:nvPr>
        </p:nvSpPr>
        <p:spPr>
          <a:xfrm>
            <a:off x="381000" y="180520"/>
            <a:ext cx="11430000" cy="958265"/>
          </a:xfrm>
        </p:spPr>
        <p:txBody>
          <a:bodyPr/>
          <a:lstStyle/>
          <a:p>
            <a:r>
              <a:rPr lang="en-US"/>
              <a:t>Click to edit Master title style</a:t>
            </a:r>
            <a:endParaRPr lang="en-IN"/>
          </a:p>
        </p:txBody>
      </p:sp>
      <p:sp>
        <p:nvSpPr>
          <p:cNvPr id="19" name="Text Placeholder 15">
            <a:extLst>
              <a:ext uri="{FF2B5EF4-FFF2-40B4-BE49-F238E27FC236}">
                <a16:creationId xmlns:a16="http://schemas.microsoft.com/office/drawing/2014/main" id="{59018C01-C2CC-CC9A-462F-546E79D1B472}"/>
              </a:ext>
            </a:extLst>
          </p:cNvPr>
          <p:cNvSpPr>
            <a:spLocks noGrp="1"/>
          </p:cNvSpPr>
          <p:nvPr userDrawn="1">
            <p:ph type="body" sz="quarter" idx="27"/>
          </p:nvPr>
        </p:nvSpPr>
        <p:spPr>
          <a:xfrm>
            <a:off x="4430565"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20" name="Picture Placeholder 4">
            <a:extLst>
              <a:ext uri="{FF2B5EF4-FFF2-40B4-BE49-F238E27FC236}">
                <a16:creationId xmlns:a16="http://schemas.microsoft.com/office/drawing/2014/main" id="{7EE7974A-9258-38A3-967C-1297D16EA34E}"/>
              </a:ext>
            </a:extLst>
          </p:cNvPr>
          <p:cNvSpPr>
            <a:spLocks noGrp="1"/>
          </p:cNvSpPr>
          <p:nvPr userDrawn="1">
            <p:ph type="pic" sz="quarter" idx="28" hasCustomPrompt="1"/>
          </p:nvPr>
        </p:nvSpPr>
        <p:spPr>
          <a:xfrm>
            <a:off x="4850563" y="2750635"/>
            <a:ext cx="642799" cy="823913"/>
          </a:xfrm>
        </p:spPr>
        <p:txBody>
          <a:bodyPr anchor="ctr">
            <a:normAutofit/>
          </a:bodyPr>
          <a:lstStyle>
            <a:lvl1pPr marL="0" indent="0" algn="ctr">
              <a:buNone/>
              <a:defRPr sz="1200"/>
            </a:lvl1pPr>
          </a:lstStyle>
          <a:p>
            <a:r>
              <a:rPr lang="en-US"/>
              <a:t>Icon</a:t>
            </a:r>
          </a:p>
        </p:txBody>
      </p:sp>
      <p:sp>
        <p:nvSpPr>
          <p:cNvPr id="29" name="Content Placeholder 2">
            <a:extLst>
              <a:ext uri="{FF2B5EF4-FFF2-40B4-BE49-F238E27FC236}">
                <a16:creationId xmlns:a16="http://schemas.microsoft.com/office/drawing/2014/main" id="{AA127B0D-945E-D152-E078-97CFF4F291C7}"/>
              </a:ext>
            </a:extLst>
          </p:cNvPr>
          <p:cNvSpPr>
            <a:spLocks noGrp="1"/>
          </p:cNvSpPr>
          <p:nvPr userDrawn="1">
            <p:ph sz="half" idx="29" hasCustomPrompt="1"/>
          </p:nvPr>
        </p:nvSpPr>
        <p:spPr>
          <a:xfrm>
            <a:off x="4534674"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sp>
        <p:nvSpPr>
          <p:cNvPr id="8" name="Text Placeholder 15">
            <a:extLst>
              <a:ext uri="{FF2B5EF4-FFF2-40B4-BE49-F238E27FC236}">
                <a16:creationId xmlns:a16="http://schemas.microsoft.com/office/drawing/2014/main" id="{8D1EC21B-78EA-B0EA-B6D4-F71FDF8B2F38}"/>
              </a:ext>
            </a:extLst>
          </p:cNvPr>
          <p:cNvSpPr>
            <a:spLocks noGrp="1"/>
          </p:cNvSpPr>
          <p:nvPr userDrawn="1">
            <p:ph type="body" sz="quarter" idx="31"/>
          </p:nvPr>
        </p:nvSpPr>
        <p:spPr>
          <a:xfrm>
            <a:off x="8126721" y="2362087"/>
            <a:ext cx="1482794" cy="2488815"/>
          </a:xfrm>
          <a:prstGeom prst="rect">
            <a:avLst/>
          </a:prstGeom>
          <a:solidFill>
            <a:srgbClr val="E8E7EF"/>
          </a:solidFill>
        </p:spPr>
        <p:txBody>
          <a:bodyPr anchor="ctr">
            <a:noAutofit/>
          </a:bodyPr>
          <a:lstStyle>
            <a:lvl1pPr marL="0" indent="0" algn="ctr">
              <a:buNone/>
              <a:defRPr sz="100" b="1" baseline="0">
                <a:solidFill>
                  <a:srgbClr val="E8E7EF"/>
                </a:solidFill>
              </a:defRPr>
            </a:lvl1pPr>
            <a:lvl2pPr marL="457200" indent="0" algn="ctr">
              <a:buNone/>
              <a:defRPr sz="1200"/>
            </a:lvl2pPr>
            <a:lvl3pPr marL="914400" indent="0" algn="ctr">
              <a:buNone/>
              <a:defRPr sz="1200"/>
            </a:lvl3pPr>
            <a:lvl4pPr marL="1371600" indent="0" algn="ctr">
              <a:buNone/>
              <a:defRPr sz="1200"/>
            </a:lvl4pPr>
            <a:lvl5pPr marL="1828800" indent="0" algn="ctr">
              <a:buNone/>
              <a:defRPr sz="1200"/>
            </a:lvl5pPr>
          </a:lstStyle>
          <a:p>
            <a:pPr lvl="0"/>
            <a:endParaRPr lang="en-US"/>
          </a:p>
        </p:txBody>
      </p:sp>
      <p:sp>
        <p:nvSpPr>
          <p:cNvPr id="9" name="Picture Placeholder 4">
            <a:extLst>
              <a:ext uri="{FF2B5EF4-FFF2-40B4-BE49-F238E27FC236}">
                <a16:creationId xmlns:a16="http://schemas.microsoft.com/office/drawing/2014/main" id="{4EDB2EB8-8435-D418-96D3-31D7A5B2A01A}"/>
              </a:ext>
            </a:extLst>
          </p:cNvPr>
          <p:cNvSpPr>
            <a:spLocks noGrp="1"/>
          </p:cNvSpPr>
          <p:nvPr userDrawn="1">
            <p:ph type="pic" sz="quarter" idx="32" hasCustomPrompt="1"/>
          </p:nvPr>
        </p:nvSpPr>
        <p:spPr>
          <a:xfrm>
            <a:off x="8546719" y="2746418"/>
            <a:ext cx="642799" cy="823913"/>
          </a:xfrm>
        </p:spPr>
        <p:txBody>
          <a:bodyPr anchor="ctr">
            <a:normAutofit/>
          </a:bodyPr>
          <a:lstStyle>
            <a:lvl1pPr marL="0" indent="0" algn="ctr">
              <a:buNone/>
              <a:defRPr sz="1200"/>
            </a:lvl1pPr>
          </a:lstStyle>
          <a:p>
            <a:r>
              <a:rPr lang="en-US"/>
              <a:t>Icon</a:t>
            </a:r>
          </a:p>
        </p:txBody>
      </p:sp>
      <p:sp>
        <p:nvSpPr>
          <p:cNvPr id="11" name="Content Placeholder 2">
            <a:extLst>
              <a:ext uri="{FF2B5EF4-FFF2-40B4-BE49-F238E27FC236}">
                <a16:creationId xmlns:a16="http://schemas.microsoft.com/office/drawing/2014/main" id="{59E80F9A-AEF5-434A-FADF-9F6B619AD534}"/>
              </a:ext>
            </a:extLst>
          </p:cNvPr>
          <p:cNvSpPr>
            <a:spLocks noGrp="1"/>
          </p:cNvSpPr>
          <p:nvPr userDrawn="1">
            <p:ph sz="half" idx="33" hasCustomPrompt="1"/>
          </p:nvPr>
        </p:nvSpPr>
        <p:spPr>
          <a:xfrm>
            <a:off x="8230830" y="3860379"/>
            <a:ext cx="1274576" cy="823913"/>
          </a:xfrm>
        </p:spPr>
        <p:txBody>
          <a:bodyPr>
            <a:noAutofit/>
          </a:bodyPr>
          <a:lstStyle>
            <a:lvl1pPr marL="0" indent="0" algn="ctr">
              <a:buNone/>
              <a:defRPr sz="1000"/>
            </a:lvl1pPr>
            <a:lvl2pPr marL="457200" indent="0" algn="ctr">
              <a:buNone/>
              <a:defRPr sz="1000"/>
            </a:lvl2pPr>
            <a:lvl3pPr marL="914400" indent="0" algn="ctr">
              <a:buNone/>
              <a:defRPr sz="1000"/>
            </a:lvl3pPr>
            <a:lvl4pPr marL="1371600" indent="0" algn="ctr">
              <a:buNone/>
              <a:defRPr sz="1000"/>
            </a:lvl4pPr>
            <a:lvl5pPr marL="1828800" indent="0" algn="ctr">
              <a:buNone/>
              <a:defRPr sz="1000"/>
            </a:lvl5pPr>
          </a:lstStyle>
          <a:p>
            <a:pPr lvl="0"/>
            <a:r>
              <a:rPr lang="en-US"/>
              <a:t>Copy to go here</a:t>
            </a:r>
          </a:p>
        </p:txBody>
      </p:sp>
      <p:grpSp>
        <p:nvGrpSpPr>
          <p:cNvPr id="124" name="Group 123">
            <a:extLst>
              <a:ext uri="{FF2B5EF4-FFF2-40B4-BE49-F238E27FC236}">
                <a16:creationId xmlns:a16="http://schemas.microsoft.com/office/drawing/2014/main" id="{481BBE61-CFAE-C29F-136F-434DBC361A62}"/>
              </a:ext>
            </a:extLst>
          </p:cNvPr>
          <p:cNvGrpSpPr/>
          <p:nvPr userDrawn="1"/>
        </p:nvGrpSpPr>
        <p:grpSpPr>
          <a:xfrm>
            <a:off x="2394618" y="1872377"/>
            <a:ext cx="226409" cy="3205947"/>
            <a:chOff x="2746644" y="1872377"/>
            <a:chExt cx="226409" cy="3205947"/>
          </a:xfrm>
        </p:grpSpPr>
        <p:sp>
          <p:nvSpPr>
            <p:cNvPr id="55" name="object 14">
              <a:extLst>
                <a:ext uri="{FF2B5EF4-FFF2-40B4-BE49-F238E27FC236}">
                  <a16:creationId xmlns:a16="http://schemas.microsoft.com/office/drawing/2014/main" id="{89E6EA38-6A81-1582-D5A7-B6C407B97A45}"/>
                </a:ext>
              </a:extLst>
            </p:cNvPr>
            <p:cNvSpPr/>
            <p:nvPr/>
          </p:nvSpPr>
          <p:spPr>
            <a:xfrm>
              <a:off x="2752740" y="2113503"/>
              <a:ext cx="0" cy="2964821"/>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56" name="object 15">
              <a:extLst>
                <a:ext uri="{FF2B5EF4-FFF2-40B4-BE49-F238E27FC236}">
                  <a16:creationId xmlns:a16="http://schemas.microsoft.com/office/drawing/2014/main" id="{CD50E4F5-5DF4-942D-898B-6E08EE983B75}"/>
                </a:ext>
              </a:extLst>
            </p:cNvPr>
            <p:cNvSpPr/>
            <p:nvPr/>
          </p:nvSpPr>
          <p:spPr>
            <a:xfrm>
              <a:off x="2757752" y="1880475"/>
              <a:ext cx="187388" cy="170278"/>
            </a:xfrm>
            <a:custGeom>
              <a:avLst/>
              <a:gdLst/>
              <a:ahLst/>
              <a:cxnLst/>
              <a:rect l="l" t="t" r="r" b="b"/>
              <a:pathLst>
                <a:path w="277495"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57" name="object 16">
              <a:extLst>
                <a:ext uri="{FF2B5EF4-FFF2-40B4-BE49-F238E27FC236}">
                  <a16:creationId xmlns:a16="http://schemas.microsoft.com/office/drawing/2014/main" id="{A559A6FC-BE2B-F5C4-050A-EFAABB4C054F}"/>
                </a:ext>
              </a:extLst>
            </p:cNvPr>
            <p:cNvSpPr/>
            <p:nvPr/>
          </p:nvSpPr>
          <p:spPr>
            <a:xfrm>
              <a:off x="2746644" y="1872377"/>
              <a:ext cx="226409" cy="227038"/>
            </a:xfrm>
            <a:custGeom>
              <a:avLst/>
              <a:gdLst/>
              <a:ahLst/>
              <a:cxnLst/>
              <a:rect l="l" t="t" r="r" b="b"/>
              <a:pathLst>
                <a:path w="335279" h="335279">
                  <a:moveTo>
                    <a:pt x="20942" y="324599"/>
                  </a:moveTo>
                  <a:lnTo>
                    <a:pt x="17881" y="317195"/>
                  </a:lnTo>
                  <a:lnTo>
                    <a:pt x="10477" y="314121"/>
                  </a:lnTo>
                  <a:lnTo>
                    <a:pt x="3073" y="317195"/>
                  </a:lnTo>
                  <a:lnTo>
                    <a:pt x="0" y="324599"/>
                  </a:lnTo>
                  <a:lnTo>
                    <a:pt x="3073" y="332003"/>
                  </a:lnTo>
                  <a:lnTo>
                    <a:pt x="10477" y="335064"/>
                  </a:lnTo>
                  <a:lnTo>
                    <a:pt x="17881" y="332003"/>
                  </a:lnTo>
                  <a:lnTo>
                    <a:pt x="20942" y="324599"/>
                  </a:lnTo>
                  <a:close/>
                </a:path>
                <a:path w="335279" h="335279">
                  <a:moveTo>
                    <a:pt x="335064" y="10464"/>
                  </a:moveTo>
                  <a:lnTo>
                    <a:pt x="332003" y="3060"/>
                  </a:lnTo>
                  <a:lnTo>
                    <a:pt x="324599" y="0"/>
                  </a:lnTo>
                  <a:lnTo>
                    <a:pt x="317195" y="3060"/>
                  </a:lnTo>
                  <a:lnTo>
                    <a:pt x="314134" y="10464"/>
                  </a:lnTo>
                  <a:lnTo>
                    <a:pt x="317195" y="17868"/>
                  </a:lnTo>
                  <a:lnTo>
                    <a:pt x="324599" y="20942"/>
                  </a:lnTo>
                  <a:lnTo>
                    <a:pt x="332003" y="17868"/>
                  </a:lnTo>
                  <a:lnTo>
                    <a:pt x="335064" y="10464"/>
                  </a:lnTo>
                  <a:close/>
                </a:path>
              </a:pathLst>
            </a:custGeom>
            <a:solidFill>
              <a:srgbClr val="1A0F5C"/>
            </a:solidFill>
          </p:spPr>
          <p:txBody>
            <a:bodyPr wrap="square" lIns="0" tIns="0" rIns="0" bIns="0" rtlCol="0"/>
            <a:lstStyle/>
            <a:p>
              <a:endParaRPr/>
            </a:p>
          </p:txBody>
        </p:sp>
      </p:grpSp>
      <p:grpSp>
        <p:nvGrpSpPr>
          <p:cNvPr id="142" name="Group 141">
            <a:extLst>
              <a:ext uri="{FF2B5EF4-FFF2-40B4-BE49-F238E27FC236}">
                <a16:creationId xmlns:a16="http://schemas.microsoft.com/office/drawing/2014/main" id="{E277E4B0-CC3B-D16E-BB3D-910AE394C5B7}"/>
              </a:ext>
            </a:extLst>
          </p:cNvPr>
          <p:cNvGrpSpPr/>
          <p:nvPr userDrawn="1"/>
        </p:nvGrpSpPr>
        <p:grpSpPr>
          <a:xfrm>
            <a:off x="381000" y="3351205"/>
            <a:ext cx="247488" cy="1982784"/>
            <a:chOff x="381000" y="3351205"/>
            <a:chExt cx="247488" cy="1982784"/>
          </a:xfrm>
        </p:grpSpPr>
        <p:sp>
          <p:nvSpPr>
            <p:cNvPr id="143" name="object 5">
              <a:extLst>
                <a:ext uri="{FF2B5EF4-FFF2-40B4-BE49-F238E27FC236}">
                  <a16:creationId xmlns:a16="http://schemas.microsoft.com/office/drawing/2014/main" id="{A1AE2022-DBB5-4B1A-288D-2912782A9854}"/>
                </a:ext>
              </a:extLst>
            </p:cNvPr>
            <p:cNvSpPr/>
            <p:nvPr/>
          </p:nvSpPr>
          <p:spPr>
            <a:xfrm>
              <a:off x="409283" y="3421862"/>
              <a:ext cx="0" cy="1670964"/>
            </a:xfrm>
            <a:custGeom>
              <a:avLst/>
              <a:gdLst/>
              <a:ahLst/>
              <a:cxnLst/>
              <a:rect l="l" t="t" r="r" b="b"/>
              <a:pathLst>
                <a:path h="2467609">
                  <a:moveTo>
                    <a:pt x="0" y="0"/>
                  </a:moveTo>
                  <a:lnTo>
                    <a:pt x="0" y="2467139"/>
                  </a:lnTo>
                </a:path>
              </a:pathLst>
            </a:custGeom>
            <a:ln w="20941">
              <a:solidFill>
                <a:srgbClr val="1A0F5C"/>
              </a:solidFill>
              <a:prstDash val="dot"/>
            </a:ln>
          </p:spPr>
          <p:txBody>
            <a:bodyPr wrap="square" lIns="0" tIns="0" rIns="0" bIns="0" rtlCol="0"/>
            <a:lstStyle/>
            <a:p>
              <a:endParaRPr/>
            </a:p>
          </p:txBody>
        </p:sp>
        <p:sp>
          <p:nvSpPr>
            <p:cNvPr id="144" name="object 6">
              <a:extLst>
                <a:ext uri="{FF2B5EF4-FFF2-40B4-BE49-F238E27FC236}">
                  <a16:creationId xmlns:a16="http://schemas.microsoft.com/office/drawing/2014/main" id="{8F66E85C-C235-CB67-5E0A-E3D4C9A29667}"/>
                </a:ext>
              </a:extLst>
            </p:cNvPr>
            <p:cNvSpPr/>
            <p:nvPr/>
          </p:nvSpPr>
          <p:spPr>
            <a:xfrm>
              <a:off x="413322" y="5155199"/>
              <a:ext cx="187388" cy="170708"/>
            </a:xfrm>
            <a:custGeom>
              <a:avLst/>
              <a:gdLst/>
              <a:ahLst/>
              <a:cxnLst/>
              <a:rect l="l" t="t" r="r" b="b"/>
              <a:pathLst>
                <a:path w="277494" h="252095">
                  <a:moveTo>
                    <a:pt x="0" y="0"/>
                  </a:moveTo>
                  <a:lnTo>
                    <a:pt x="13866" y="48836"/>
                  </a:lnTo>
                  <a:lnTo>
                    <a:pt x="35063" y="94111"/>
                  </a:lnTo>
                  <a:lnTo>
                    <a:pt x="62897" y="135126"/>
                  </a:lnTo>
                  <a:lnTo>
                    <a:pt x="96675" y="171188"/>
                  </a:lnTo>
                  <a:lnTo>
                    <a:pt x="135701" y="201599"/>
                  </a:lnTo>
                  <a:lnTo>
                    <a:pt x="179281" y="225664"/>
                  </a:lnTo>
                  <a:lnTo>
                    <a:pt x="226723" y="242687"/>
                  </a:lnTo>
                  <a:lnTo>
                    <a:pt x="277331" y="251971"/>
                  </a:lnTo>
                </a:path>
              </a:pathLst>
            </a:custGeom>
            <a:ln w="20941">
              <a:solidFill>
                <a:srgbClr val="1A0F5C"/>
              </a:solidFill>
              <a:prstDash val="dot"/>
            </a:ln>
          </p:spPr>
          <p:txBody>
            <a:bodyPr wrap="square" lIns="0" tIns="0" rIns="0" bIns="0" rtlCol="0"/>
            <a:lstStyle/>
            <a:p>
              <a:endParaRPr/>
            </a:p>
          </p:txBody>
        </p:sp>
        <p:sp>
          <p:nvSpPr>
            <p:cNvPr id="145" name="object 7">
              <a:extLst>
                <a:ext uri="{FF2B5EF4-FFF2-40B4-BE49-F238E27FC236}">
                  <a16:creationId xmlns:a16="http://schemas.microsoft.com/office/drawing/2014/main" id="{A90029A1-DAC4-7F61-F2A2-AEA48A1A6A82}"/>
                </a:ext>
              </a:extLst>
            </p:cNvPr>
            <p:cNvSpPr/>
            <p:nvPr/>
          </p:nvSpPr>
          <p:spPr>
            <a:xfrm>
              <a:off x="402212" y="5106567"/>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146" name="object 9">
              <a:extLst>
                <a:ext uri="{FF2B5EF4-FFF2-40B4-BE49-F238E27FC236}">
                  <a16:creationId xmlns:a16="http://schemas.microsoft.com/office/drawing/2014/main" id="{D809730F-0245-E5DB-6075-5FC8AA225054}"/>
                </a:ext>
              </a:extLst>
            </p:cNvPr>
            <p:cNvSpPr/>
            <p:nvPr/>
          </p:nvSpPr>
          <p:spPr>
            <a:xfrm>
              <a:off x="614337" y="5319799"/>
              <a:ext cx="14151" cy="14190"/>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147" name="object 12">
              <a:extLst>
                <a:ext uri="{FF2B5EF4-FFF2-40B4-BE49-F238E27FC236}">
                  <a16:creationId xmlns:a16="http://schemas.microsoft.com/office/drawing/2014/main" id="{F4C6135A-2B6C-B286-1CC5-DB75CACC4F95}"/>
                </a:ext>
              </a:extLst>
            </p:cNvPr>
            <p:cNvSpPr/>
            <p:nvPr/>
          </p:nvSpPr>
          <p:spPr>
            <a:xfrm>
              <a:off x="381000" y="3351205"/>
              <a:ext cx="56602" cy="56759"/>
            </a:xfrm>
            <a:custGeom>
              <a:avLst/>
              <a:gdLst/>
              <a:ahLst/>
              <a:cxnLst/>
              <a:rect l="l" t="t" r="r" b="b"/>
              <a:pathLst>
                <a:path w="83819" h="83820">
                  <a:moveTo>
                    <a:pt x="41883" y="0"/>
                  </a:moveTo>
                  <a:lnTo>
                    <a:pt x="25581" y="3291"/>
                  </a:lnTo>
                  <a:lnTo>
                    <a:pt x="12267" y="12267"/>
                  </a:lnTo>
                  <a:lnTo>
                    <a:pt x="3291" y="25581"/>
                  </a:lnTo>
                  <a:lnTo>
                    <a:pt x="0" y="41883"/>
                  </a:lnTo>
                  <a:lnTo>
                    <a:pt x="3291" y="58185"/>
                  </a:lnTo>
                  <a:lnTo>
                    <a:pt x="12267" y="71499"/>
                  </a:lnTo>
                  <a:lnTo>
                    <a:pt x="25581" y="80475"/>
                  </a:lnTo>
                  <a:lnTo>
                    <a:pt x="41883" y="83767"/>
                  </a:lnTo>
                  <a:lnTo>
                    <a:pt x="58185" y="80475"/>
                  </a:lnTo>
                  <a:lnTo>
                    <a:pt x="71499" y="71499"/>
                  </a:lnTo>
                  <a:lnTo>
                    <a:pt x="80475" y="58185"/>
                  </a:lnTo>
                  <a:lnTo>
                    <a:pt x="83767" y="41883"/>
                  </a:lnTo>
                  <a:lnTo>
                    <a:pt x="80475" y="25581"/>
                  </a:lnTo>
                  <a:lnTo>
                    <a:pt x="71499" y="12267"/>
                  </a:lnTo>
                  <a:lnTo>
                    <a:pt x="58185" y="3291"/>
                  </a:lnTo>
                  <a:lnTo>
                    <a:pt x="41883" y="0"/>
                  </a:lnTo>
                  <a:close/>
                </a:path>
              </a:pathLst>
            </a:custGeom>
            <a:solidFill>
              <a:srgbClr val="1A0F5C"/>
            </a:solidFill>
          </p:spPr>
          <p:txBody>
            <a:bodyPr wrap="square" lIns="0" tIns="0" rIns="0" bIns="0" rtlCol="0"/>
            <a:lstStyle/>
            <a:p>
              <a:endParaRPr/>
            </a:p>
          </p:txBody>
        </p:sp>
      </p:grpSp>
      <p:grpSp>
        <p:nvGrpSpPr>
          <p:cNvPr id="113" name="Group 112">
            <a:extLst>
              <a:ext uri="{FF2B5EF4-FFF2-40B4-BE49-F238E27FC236}">
                <a16:creationId xmlns:a16="http://schemas.microsoft.com/office/drawing/2014/main" id="{57854E72-9F64-73AF-CA82-3096A85C5440}"/>
              </a:ext>
            </a:extLst>
          </p:cNvPr>
          <p:cNvGrpSpPr/>
          <p:nvPr userDrawn="1"/>
        </p:nvGrpSpPr>
        <p:grpSpPr>
          <a:xfrm>
            <a:off x="608958" y="5141587"/>
            <a:ext cx="1796116" cy="191424"/>
            <a:chOff x="608957" y="5141587"/>
            <a:chExt cx="2142079" cy="191424"/>
          </a:xfrm>
        </p:grpSpPr>
        <p:sp>
          <p:nvSpPr>
            <p:cNvPr id="61" name="object 8">
              <a:extLst>
                <a:ext uri="{FF2B5EF4-FFF2-40B4-BE49-F238E27FC236}">
                  <a16:creationId xmlns:a16="http://schemas.microsoft.com/office/drawing/2014/main" id="{75AD6B4D-56CD-CBD5-1D27-42052B48904C}"/>
                </a:ext>
              </a:extLst>
            </p:cNvPr>
            <p:cNvSpPr/>
            <p:nvPr/>
          </p:nvSpPr>
          <p:spPr>
            <a:xfrm>
              <a:off x="608957" y="5326991"/>
              <a:ext cx="1955026" cy="6020"/>
            </a:xfrm>
            <a:custGeom>
              <a:avLst/>
              <a:gdLst/>
              <a:ahLst/>
              <a:cxnLst/>
              <a:rect l="l" t="t" r="r" b="b"/>
              <a:pathLst>
                <a:path w="3588385" h="8890">
                  <a:moveTo>
                    <a:pt x="0" y="0"/>
                  </a:moveTo>
                  <a:lnTo>
                    <a:pt x="3587786" y="8711"/>
                  </a:lnTo>
                </a:path>
              </a:pathLst>
            </a:custGeom>
            <a:ln w="20941">
              <a:solidFill>
                <a:srgbClr val="1A0F5C"/>
              </a:solidFill>
              <a:prstDash val="dot"/>
            </a:ln>
          </p:spPr>
          <p:txBody>
            <a:bodyPr wrap="square" lIns="0" tIns="0" rIns="0" bIns="0" rtlCol="0"/>
            <a:lstStyle/>
            <a:p>
              <a:endParaRPr/>
            </a:p>
          </p:txBody>
        </p:sp>
        <p:sp>
          <p:nvSpPr>
            <p:cNvPr id="63" name="object 10">
              <a:extLst>
                <a:ext uri="{FF2B5EF4-FFF2-40B4-BE49-F238E27FC236}">
                  <a16:creationId xmlns:a16="http://schemas.microsoft.com/office/drawing/2014/main" id="{D7C8A975-CA69-0CBC-BA39-90E954E29B65}"/>
                </a:ext>
              </a:extLst>
            </p:cNvPr>
            <p:cNvSpPr/>
            <p:nvPr/>
          </p:nvSpPr>
          <p:spPr>
            <a:xfrm>
              <a:off x="2614035" y="5141587"/>
              <a:ext cx="137001" cy="187478"/>
            </a:xfrm>
            <a:custGeom>
              <a:avLst/>
              <a:gdLst/>
              <a:ahLst/>
              <a:cxnLst/>
              <a:rect l="l" t="t" r="r" b="b"/>
              <a:pathLst>
                <a:path w="251460" h="276859">
                  <a:moveTo>
                    <a:pt x="0" y="276766"/>
                  </a:moveTo>
                  <a:lnTo>
                    <a:pt x="48818" y="263026"/>
                  </a:lnTo>
                  <a:lnTo>
                    <a:pt x="94055" y="241941"/>
                  </a:lnTo>
                  <a:lnTo>
                    <a:pt x="135016" y="214203"/>
                  </a:lnTo>
                  <a:lnTo>
                    <a:pt x="171006" y="180507"/>
                  </a:lnTo>
                  <a:lnTo>
                    <a:pt x="201330" y="141545"/>
                  </a:lnTo>
                  <a:lnTo>
                    <a:pt x="225295" y="98011"/>
                  </a:lnTo>
                  <a:lnTo>
                    <a:pt x="242204" y="50598"/>
                  </a:lnTo>
                  <a:lnTo>
                    <a:pt x="251364" y="0"/>
                  </a:lnTo>
                </a:path>
              </a:pathLst>
            </a:custGeom>
            <a:ln w="20941">
              <a:solidFill>
                <a:srgbClr val="1A0F5C"/>
              </a:solidFill>
              <a:prstDash val="dot"/>
            </a:ln>
          </p:spPr>
          <p:txBody>
            <a:bodyPr wrap="square" lIns="0" tIns="0" rIns="0" bIns="0" rtlCol="0"/>
            <a:lstStyle/>
            <a:p>
              <a:endParaRPr/>
            </a:p>
          </p:txBody>
        </p:sp>
      </p:grpSp>
      <p:grpSp>
        <p:nvGrpSpPr>
          <p:cNvPr id="24" name="object 21">
            <a:extLst>
              <a:ext uri="{FF2B5EF4-FFF2-40B4-BE49-F238E27FC236}">
                <a16:creationId xmlns:a16="http://schemas.microsoft.com/office/drawing/2014/main" id="{D912B15F-8799-7B6C-5F34-E6263B7F1C69}"/>
              </a:ext>
            </a:extLst>
          </p:cNvPr>
          <p:cNvGrpSpPr/>
          <p:nvPr/>
        </p:nvGrpSpPr>
        <p:grpSpPr>
          <a:xfrm>
            <a:off x="4240298" y="2134832"/>
            <a:ext cx="226409" cy="3206049"/>
            <a:chOff x="10072992" y="3905106"/>
            <a:chExt cx="335280" cy="4734560"/>
          </a:xfrm>
        </p:grpSpPr>
        <p:sp>
          <p:nvSpPr>
            <p:cNvPr id="49" name="object 22">
              <a:extLst>
                <a:ext uri="{FF2B5EF4-FFF2-40B4-BE49-F238E27FC236}">
                  <a16:creationId xmlns:a16="http://schemas.microsoft.com/office/drawing/2014/main" id="{AFF3A81E-518C-7E77-7EB0-B276417480FA}"/>
                </a:ext>
              </a:extLst>
            </p:cNvPr>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sp>
          <p:nvSpPr>
            <p:cNvPr id="50" name="object 23">
              <a:extLst>
                <a:ext uri="{FF2B5EF4-FFF2-40B4-BE49-F238E27FC236}">
                  <a16:creationId xmlns:a16="http://schemas.microsoft.com/office/drawing/2014/main" id="{5F5B3569-3F4E-477A-6BE3-C16E0D116B18}"/>
                </a:ext>
              </a:extLst>
            </p:cNvPr>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51" name="object 24">
              <a:extLst>
                <a:ext uri="{FF2B5EF4-FFF2-40B4-BE49-F238E27FC236}">
                  <a16:creationId xmlns:a16="http://schemas.microsoft.com/office/drawing/2014/main" id="{C5468CE2-1CE4-A6A3-B35D-A9CFBFB1BA49}"/>
                </a:ext>
              </a:extLst>
            </p:cNvPr>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grpSp>
      <p:grpSp>
        <p:nvGrpSpPr>
          <p:cNvPr id="23" name="object 17">
            <a:extLst>
              <a:ext uri="{FF2B5EF4-FFF2-40B4-BE49-F238E27FC236}">
                <a16:creationId xmlns:a16="http://schemas.microsoft.com/office/drawing/2014/main" id="{B28073F3-6020-CCD2-BECA-EBD2532009DF}"/>
              </a:ext>
            </a:extLst>
          </p:cNvPr>
          <p:cNvGrpSpPr/>
          <p:nvPr/>
        </p:nvGrpSpPr>
        <p:grpSpPr>
          <a:xfrm>
            <a:off x="2629119" y="1872371"/>
            <a:ext cx="1626896" cy="227038"/>
            <a:chOff x="6313944" y="3517515"/>
            <a:chExt cx="3780154" cy="335280"/>
          </a:xfrm>
        </p:grpSpPr>
        <p:sp>
          <p:nvSpPr>
            <p:cNvPr id="52" name="object 18">
              <a:extLst>
                <a:ext uri="{FF2B5EF4-FFF2-40B4-BE49-F238E27FC236}">
                  <a16:creationId xmlns:a16="http://schemas.microsoft.com/office/drawing/2014/main" id="{4C38A7E6-1066-98D2-C580-D735479826F2}"/>
                </a:ext>
              </a:extLst>
            </p:cNvPr>
            <p:cNvSpPr/>
            <p:nvPr/>
          </p:nvSpPr>
          <p:spPr>
            <a:xfrm>
              <a:off x="6313944" y="3527986"/>
              <a:ext cx="3424554" cy="0"/>
            </a:xfrm>
            <a:custGeom>
              <a:avLst/>
              <a:gdLst/>
              <a:ahLst/>
              <a:cxnLst/>
              <a:rect l="l" t="t" r="r" b="b"/>
              <a:pathLst>
                <a:path w="3424554">
                  <a:moveTo>
                    <a:pt x="0" y="0"/>
                  </a:moveTo>
                  <a:lnTo>
                    <a:pt x="3423979" y="0"/>
                  </a:lnTo>
                </a:path>
              </a:pathLst>
            </a:custGeom>
            <a:ln w="20941">
              <a:solidFill>
                <a:srgbClr val="1A0F5C"/>
              </a:solidFill>
              <a:prstDash val="dot"/>
            </a:ln>
          </p:spPr>
          <p:txBody>
            <a:bodyPr wrap="square" lIns="0" tIns="0" rIns="0" bIns="0" rtlCol="0"/>
            <a:lstStyle/>
            <a:p>
              <a:endParaRPr/>
            </a:p>
          </p:txBody>
        </p:sp>
        <p:sp>
          <p:nvSpPr>
            <p:cNvPr id="53" name="object 19">
              <a:extLst>
                <a:ext uri="{FF2B5EF4-FFF2-40B4-BE49-F238E27FC236}">
                  <a16:creationId xmlns:a16="http://schemas.microsoft.com/office/drawing/2014/main" id="{3BE53713-1ABF-45F7-2F82-56A2797C6E61}"/>
                </a:ext>
              </a:extLst>
            </p:cNvPr>
            <p:cNvSpPr/>
            <p:nvPr/>
          </p:nvSpPr>
          <p:spPr>
            <a:xfrm>
              <a:off x="983063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54" name="object 20">
              <a:extLst>
                <a:ext uri="{FF2B5EF4-FFF2-40B4-BE49-F238E27FC236}">
                  <a16:creationId xmlns:a16="http://schemas.microsoft.com/office/drawing/2014/main" id="{D73F6B89-9C24-E685-B8F7-5143CDEADC63}"/>
                </a:ext>
              </a:extLst>
            </p:cNvPr>
            <p:cNvSpPr/>
            <p:nvPr/>
          </p:nvSpPr>
          <p:spPr>
            <a:xfrm>
              <a:off x="9758870" y="3517524"/>
              <a:ext cx="335280" cy="335280"/>
            </a:xfrm>
            <a:custGeom>
              <a:avLst/>
              <a:gdLst/>
              <a:ahLst/>
              <a:cxnLst/>
              <a:rect l="l" t="t" r="r" b="b"/>
              <a:pathLst>
                <a:path w="335279" h="335279">
                  <a:moveTo>
                    <a:pt x="20929" y="10464"/>
                  </a:moveTo>
                  <a:lnTo>
                    <a:pt x="17868" y="3060"/>
                  </a:lnTo>
                  <a:lnTo>
                    <a:pt x="10464" y="0"/>
                  </a:lnTo>
                  <a:lnTo>
                    <a:pt x="3060" y="3060"/>
                  </a:lnTo>
                  <a:lnTo>
                    <a:pt x="0" y="10464"/>
                  </a:lnTo>
                  <a:lnTo>
                    <a:pt x="3060" y="17868"/>
                  </a:lnTo>
                  <a:lnTo>
                    <a:pt x="10464" y="20942"/>
                  </a:lnTo>
                  <a:lnTo>
                    <a:pt x="17868" y="17868"/>
                  </a:lnTo>
                  <a:lnTo>
                    <a:pt x="20929" y="10464"/>
                  </a:lnTo>
                  <a:close/>
                </a:path>
                <a:path w="335279" h="335279">
                  <a:moveTo>
                    <a:pt x="335064" y="324599"/>
                  </a:moveTo>
                  <a:lnTo>
                    <a:pt x="331990" y="317195"/>
                  </a:lnTo>
                  <a:lnTo>
                    <a:pt x="324586" y="314121"/>
                  </a:lnTo>
                  <a:lnTo>
                    <a:pt x="317182" y="317195"/>
                  </a:lnTo>
                  <a:lnTo>
                    <a:pt x="314121" y="324599"/>
                  </a:lnTo>
                  <a:lnTo>
                    <a:pt x="317182" y="332003"/>
                  </a:lnTo>
                  <a:lnTo>
                    <a:pt x="324586" y="335064"/>
                  </a:lnTo>
                  <a:lnTo>
                    <a:pt x="331990" y="332003"/>
                  </a:lnTo>
                  <a:lnTo>
                    <a:pt x="335064" y="324599"/>
                  </a:lnTo>
                  <a:close/>
                </a:path>
              </a:pathLst>
            </a:custGeom>
            <a:solidFill>
              <a:srgbClr val="1A0F5C"/>
            </a:solidFill>
          </p:spPr>
          <p:txBody>
            <a:bodyPr wrap="square" lIns="0" tIns="0" rIns="0" bIns="0" rtlCol="0"/>
            <a:lstStyle/>
            <a:p>
              <a:endParaRPr/>
            </a:p>
          </p:txBody>
        </p:sp>
      </p:grpSp>
      <p:grpSp>
        <p:nvGrpSpPr>
          <p:cNvPr id="26" name="object 29">
            <a:extLst>
              <a:ext uri="{FF2B5EF4-FFF2-40B4-BE49-F238E27FC236}">
                <a16:creationId xmlns:a16="http://schemas.microsoft.com/office/drawing/2014/main" id="{8FA7A9C2-7F49-B7E0-8589-A8C8E932789E}"/>
              </a:ext>
            </a:extLst>
          </p:cNvPr>
          <p:cNvGrpSpPr/>
          <p:nvPr/>
        </p:nvGrpSpPr>
        <p:grpSpPr>
          <a:xfrm>
            <a:off x="6086644" y="1872371"/>
            <a:ext cx="226409" cy="3206049"/>
            <a:chOff x="14219462" y="3517515"/>
            <a:chExt cx="335280" cy="4734560"/>
          </a:xfrm>
        </p:grpSpPr>
        <p:sp>
          <p:nvSpPr>
            <p:cNvPr id="43" name="object 30">
              <a:extLst>
                <a:ext uri="{FF2B5EF4-FFF2-40B4-BE49-F238E27FC236}">
                  <a16:creationId xmlns:a16="http://schemas.microsoft.com/office/drawing/2014/main" id="{9FE12F61-0FB4-94ED-80BC-31C82915D246}"/>
                </a:ext>
              </a:extLst>
            </p:cNvPr>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44" name="object 31">
              <a:extLst>
                <a:ext uri="{FF2B5EF4-FFF2-40B4-BE49-F238E27FC236}">
                  <a16:creationId xmlns:a16="http://schemas.microsoft.com/office/drawing/2014/main" id="{7AE019EF-E4A6-0AED-4E99-8DF49446C91A}"/>
                </a:ext>
              </a:extLst>
            </p:cNvPr>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45" name="object 32">
              <a:extLst>
                <a:ext uri="{FF2B5EF4-FFF2-40B4-BE49-F238E27FC236}">
                  <a16:creationId xmlns:a16="http://schemas.microsoft.com/office/drawing/2014/main" id="{427E641D-8805-E277-9625-A8B0CD58682F}"/>
                </a:ext>
              </a:extLst>
            </p:cNvPr>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a:p>
          </p:txBody>
        </p:sp>
      </p:grpSp>
      <p:grpSp>
        <p:nvGrpSpPr>
          <p:cNvPr id="25" name="object 25">
            <a:extLst>
              <a:ext uri="{FF2B5EF4-FFF2-40B4-BE49-F238E27FC236}">
                <a16:creationId xmlns:a16="http://schemas.microsoft.com/office/drawing/2014/main" id="{EF0EC330-A54E-0A08-05C3-18798EA6B50D}"/>
              </a:ext>
            </a:extLst>
          </p:cNvPr>
          <p:cNvGrpSpPr/>
          <p:nvPr/>
        </p:nvGrpSpPr>
        <p:grpSpPr>
          <a:xfrm>
            <a:off x="4474333" y="5113658"/>
            <a:ext cx="1623784" cy="227038"/>
            <a:chOff x="10460414" y="8304114"/>
            <a:chExt cx="3780154" cy="335280"/>
          </a:xfrm>
        </p:grpSpPr>
        <p:sp>
          <p:nvSpPr>
            <p:cNvPr id="46" name="object 26">
              <a:extLst>
                <a:ext uri="{FF2B5EF4-FFF2-40B4-BE49-F238E27FC236}">
                  <a16:creationId xmlns:a16="http://schemas.microsoft.com/office/drawing/2014/main" id="{50C051EC-07DA-E1CC-F6A5-24FCD3457D01}"/>
                </a:ext>
              </a:extLst>
            </p:cNvPr>
            <p:cNvSpPr/>
            <p:nvPr/>
          </p:nvSpPr>
          <p:spPr>
            <a:xfrm>
              <a:off x="10460414" y="8628710"/>
              <a:ext cx="3424554" cy="0"/>
            </a:xfrm>
            <a:custGeom>
              <a:avLst/>
              <a:gdLst/>
              <a:ahLst/>
              <a:cxnLst/>
              <a:rect l="l" t="t" r="r" b="b"/>
              <a:pathLst>
                <a:path w="3424555">
                  <a:moveTo>
                    <a:pt x="0" y="0"/>
                  </a:moveTo>
                  <a:lnTo>
                    <a:pt x="3423979" y="0"/>
                  </a:lnTo>
                </a:path>
              </a:pathLst>
            </a:custGeom>
            <a:ln w="20941">
              <a:solidFill>
                <a:srgbClr val="1A0F5C"/>
              </a:solidFill>
              <a:prstDash val="dot"/>
            </a:ln>
          </p:spPr>
          <p:txBody>
            <a:bodyPr wrap="square" lIns="0" tIns="0" rIns="0" bIns="0" rtlCol="0"/>
            <a:lstStyle/>
            <a:p>
              <a:endParaRPr/>
            </a:p>
          </p:txBody>
        </p:sp>
        <p:sp>
          <p:nvSpPr>
            <p:cNvPr id="47" name="object 27">
              <a:extLst>
                <a:ext uri="{FF2B5EF4-FFF2-40B4-BE49-F238E27FC236}">
                  <a16:creationId xmlns:a16="http://schemas.microsoft.com/office/drawing/2014/main" id="{0B53266E-05BF-7F85-FEEE-B771F63DCE06}"/>
                </a:ext>
              </a:extLst>
            </p:cNvPr>
            <p:cNvSpPr/>
            <p:nvPr/>
          </p:nvSpPr>
          <p:spPr>
            <a:xfrm>
              <a:off x="13977108" y="8345379"/>
              <a:ext cx="251460" cy="277495"/>
            </a:xfrm>
            <a:custGeom>
              <a:avLst/>
              <a:gdLst/>
              <a:ahLst/>
              <a:cxnLst/>
              <a:rect l="l" t="t" r="r" b="b"/>
              <a:pathLst>
                <a:path w="251459" h="277495">
                  <a:moveTo>
                    <a:pt x="0" y="277352"/>
                  </a:moveTo>
                  <a:lnTo>
                    <a:pt x="48810" y="263492"/>
                  </a:lnTo>
                  <a:lnTo>
                    <a:pt x="94040" y="242297"/>
                  </a:lnTo>
                  <a:lnTo>
                    <a:pt x="134994" y="214462"/>
                  </a:lnTo>
                  <a:lnTo>
                    <a:pt x="170979" y="180682"/>
                  </a:lnTo>
                  <a:lnTo>
                    <a:pt x="201299" y="141652"/>
                  </a:lnTo>
                  <a:lnTo>
                    <a:pt x="225261" y="98065"/>
                  </a:lnTo>
                  <a:lnTo>
                    <a:pt x="242170" y="50616"/>
                  </a:lnTo>
                  <a:lnTo>
                    <a:pt x="251332" y="0"/>
                  </a:lnTo>
                </a:path>
              </a:pathLst>
            </a:custGeom>
            <a:ln w="20941">
              <a:solidFill>
                <a:srgbClr val="1A0F5C"/>
              </a:solidFill>
              <a:prstDash val="dot"/>
            </a:ln>
          </p:spPr>
          <p:txBody>
            <a:bodyPr wrap="square" lIns="0" tIns="0" rIns="0" bIns="0" rtlCol="0"/>
            <a:lstStyle/>
            <a:p>
              <a:endParaRPr/>
            </a:p>
          </p:txBody>
        </p:sp>
        <p:sp>
          <p:nvSpPr>
            <p:cNvPr id="48" name="object 28">
              <a:extLst>
                <a:ext uri="{FF2B5EF4-FFF2-40B4-BE49-F238E27FC236}">
                  <a16:creationId xmlns:a16="http://schemas.microsoft.com/office/drawing/2014/main" id="{7CFA776A-F2E4-123F-8245-2A8CB70570F4}"/>
                </a:ext>
              </a:extLst>
            </p:cNvPr>
            <p:cNvSpPr/>
            <p:nvPr/>
          </p:nvSpPr>
          <p:spPr>
            <a:xfrm>
              <a:off x="13905331" y="8304117"/>
              <a:ext cx="335280" cy="335280"/>
            </a:xfrm>
            <a:custGeom>
              <a:avLst/>
              <a:gdLst/>
              <a:ahLst/>
              <a:cxnLst/>
              <a:rect l="l" t="t" r="r" b="b"/>
              <a:pathLst>
                <a:path w="335280" h="335279">
                  <a:moveTo>
                    <a:pt x="20942" y="324599"/>
                  </a:moveTo>
                  <a:lnTo>
                    <a:pt x="17881" y="317195"/>
                  </a:lnTo>
                  <a:lnTo>
                    <a:pt x="10477" y="314134"/>
                  </a:lnTo>
                  <a:lnTo>
                    <a:pt x="3073" y="317195"/>
                  </a:lnTo>
                  <a:lnTo>
                    <a:pt x="0" y="324599"/>
                  </a:lnTo>
                  <a:lnTo>
                    <a:pt x="3073" y="332003"/>
                  </a:lnTo>
                  <a:lnTo>
                    <a:pt x="10477" y="335076"/>
                  </a:lnTo>
                  <a:lnTo>
                    <a:pt x="17881" y="332003"/>
                  </a:lnTo>
                  <a:lnTo>
                    <a:pt x="20942" y="324599"/>
                  </a:lnTo>
                  <a:close/>
                </a:path>
                <a:path w="335280" h="335279">
                  <a:moveTo>
                    <a:pt x="335076" y="10477"/>
                  </a:moveTo>
                  <a:lnTo>
                    <a:pt x="332003" y="3073"/>
                  </a:lnTo>
                  <a:lnTo>
                    <a:pt x="324599" y="0"/>
                  </a:lnTo>
                  <a:lnTo>
                    <a:pt x="317195" y="3073"/>
                  </a:lnTo>
                  <a:lnTo>
                    <a:pt x="314134" y="10477"/>
                  </a:lnTo>
                  <a:lnTo>
                    <a:pt x="317195" y="17881"/>
                  </a:lnTo>
                  <a:lnTo>
                    <a:pt x="324599" y="20942"/>
                  </a:lnTo>
                  <a:lnTo>
                    <a:pt x="332003" y="17881"/>
                  </a:lnTo>
                  <a:lnTo>
                    <a:pt x="335076" y="10477"/>
                  </a:lnTo>
                  <a:close/>
                </a:path>
              </a:pathLst>
            </a:custGeom>
            <a:solidFill>
              <a:srgbClr val="1A0F5C"/>
            </a:solidFill>
          </p:spPr>
          <p:txBody>
            <a:bodyPr wrap="square" lIns="0" tIns="0" rIns="0" bIns="0" rtlCol="0"/>
            <a:lstStyle/>
            <a:p>
              <a:endParaRPr/>
            </a:p>
          </p:txBody>
        </p:sp>
      </p:grpSp>
      <p:grpSp>
        <p:nvGrpSpPr>
          <p:cNvPr id="27" name="object 33">
            <a:extLst>
              <a:ext uri="{FF2B5EF4-FFF2-40B4-BE49-F238E27FC236}">
                <a16:creationId xmlns:a16="http://schemas.microsoft.com/office/drawing/2014/main" id="{897E395E-A42B-F93A-89D3-E4E38620C2DA}"/>
              </a:ext>
            </a:extLst>
          </p:cNvPr>
          <p:cNvGrpSpPr/>
          <p:nvPr/>
        </p:nvGrpSpPr>
        <p:grpSpPr>
          <a:xfrm>
            <a:off x="10037234" y="1872371"/>
            <a:ext cx="1753116" cy="227038"/>
            <a:chOff x="14607437" y="3517515"/>
            <a:chExt cx="3874135" cy="335280"/>
          </a:xfrm>
        </p:grpSpPr>
        <p:sp>
          <p:nvSpPr>
            <p:cNvPr id="40" name="object 34">
              <a:extLst>
                <a:ext uri="{FF2B5EF4-FFF2-40B4-BE49-F238E27FC236}">
                  <a16:creationId xmlns:a16="http://schemas.microsoft.com/office/drawing/2014/main" id="{A72F11A5-F3CB-EBCF-33D6-C86B7A8F2542}"/>
                </a:ext>
              </a:extLst>
            </p:cNvPr>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a:p>
          </p:txBody>
        </p:sp>
        <p:sp>
          <p:nvSpPr>
            <p:cNvPr id="41" name="object 35">
              <a:extLst>
                <a:ext uri="{FF2B5EF4-FFF2-40B4-BE49-F238E27FC236}">
                  <a16:creationId xmlns:a16="http://schemas.microsoft.com/office/drawing/2014/main" id="{E9FBEA00-C184-8D4E-59C3-200048294678}"/>
                </a:ext>
              </a:extLst>
            </p:cNvPr>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42" name="object 36">
              <a:extLst>
                <a:ext uri="{FF2B5EF4-FFF2-40B4-BE49-F238E27FC236}">
                  <a16:creationId xmlns:a16="http://schemas.microsoft.com/office/drawing/2014/main" id="{DB1DF6D1-9675-BFD5-7522-A5686653BAC9}"/>
                </a:ext>
              </a:extLst>
            </p:cNvPr>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a:p>
          </p:txBody>
        </p:sp>
      </p:grpSp>
      <p:grpSp>
        <p:nvGrpSpPr>
          <p:cNvPr id="125" name="object 21">
            <a:extLst>
              <a:ext uri="{FF2B5EF4-FFF2-40B4-BE49-F238E27FC236}">
                <a16:creationId xmlns:a16="http://schemas.microsoft.com/office/drawing/2014/main" id="{0D44E981-C563-5718-7D23-1A8DA363BF6E}"/>
              </a:ext>
            </a:extLst>
          </p:cNvPr>
          <p:cNvGrpSpPr/>
          <p:nvPr/>
        </p:nvGrpSpPr>
        <p:grpSpPr>
          <a:xfrm>
            <a:off x="7937117" y="2134832"/>
            <a:ext cx="226409" cy="3206049"/>
            <a:chOff x="10072992" y="3905106"/>
            <a:chExt cx="335280" cy="4734560"/>
          </a:xfrm>
        </p:grpSpPr>
        <p:sp>
          <p:nvSpPr>
            <p:cNvPr id="126" name="object 22">
              <a:extLst>
                <a:ext uri="{FF2B5EF4-FFF2-40B4-BE49-F238E27FC236}">
                  <a16:creationId xmlns:a16="http://schemas.microsoft.com/office/drawing/2014/main" id="{E2CDA8C1-2ADB-83C0-D181-0A6D65C64B86}"/>
                </a:ext>
              </a:extLst>
            </p:cNvPr>
            <p:cNvSpPr/>
            <p:nvPr/>
          </p:nvSpPr>
          <p:spPr>
            <a:xfrm>
              <a:off x="10083463" y="3905106"/>
              <a:ext cx="0" cy="4378325"/>
            </a:xfrm>
            <a:custGeom>
              <a:avLst/>
              <a:gdLst/>
              <a:ahLst/>
              <a:cxnLst/>
              <a:rect l="l" t="t" r="r" b="b"/>
              <a:pathLst>
                <a:path h="4378325">
                  <a:moveTo>
                    <a:pt x="0" y="0"/>
                  </a:moveTo>
                  <a:lnTo>
                    <a:pt x="0" y="4377981"/>
                  </a:lnTo>
                </a:path>
              </a:pathLst>
            </a:custGeom>
            <a:ln w="20941">
              <a:solidFill>
                <a:srgbClr val="1A0F5C"/>
              </a:solidFill>
              <a:prstDash val="dot"/>
            </a:ln>
          </p:spPr>
          <p:txBody>
            <a:bodyPr wrap="square" lIns="0" tIns="0" rIns="0" bIns="0" rtlCol="0"/>
            <a:lstStyle/>
            <a:p>
              <a:endParaRPr/>
            </a:p>
          </p:txBody>
        </p:sp>
        <p:sp>
          <p:nvSpPr>
            <p:cNvPr id="127" name="object 23">
              <a:extLst>
                <a:ext uri="{FF2B5EF4-FFF2-40B4-BE49-F238E27FC236}">
                  <a16:creationId xmlns:a16="http://schemas.microsoft.com/office/drawing/2014/main" id="{092E7E38-6EA2-443F-91FC-D6EFC36E4A6F}"/>
                </a:ext>
              </a:extLst>
            </p:cNvPr>
            <p:cNvSpPr/>
            <p:nvPr/>
          </p:nvSpPr>
          <p:spPr>
            <a:xfrm>
              <a:off x="10089439" y="8375882"/>
              <a:ext cx="277495" cy="251460"/>
            </a:xfrm>
            <a:custGeom>
              <a:avLst/>
              <a:gdLst/>
              <a:ahLst/>
              <a:cxnLst/>
              <a:rect l="l" t="t" r="r" b="b"/>
              <a:pathLst>
                <a:path w="277495" h="251459">
                  <a:moveTo>
                    <a:pt x="0" y="0"/>
                  </a:moveTo>
                  <a:lnTo>
                    <a:pt x="13863" y="48811"/>
                  </a:lnTo>
                  <a:lnTo>
                    <a:pt x="35059" y="94042"/>
                  </a:lnTo>
                  <a:lnTo>
                    <a:pt x="62894" y="134998"/>
                  </a:lnTo>
                  <a:lnTo>
                    <a:pt x="96673" y="170984"/>
                  </a:lnTo>
                  <a:lnTo>
                    <a:pt x="135703" y="201306"/>
                  </a:lnTo>
                  <a:lnTo>
                    <a:pt x="179289" y="225269"/>
                  </a:lnTo>
                  <a:lnTo>
                    <a:pt x="226737" y="242180"/>
                  </a:lnTo>
                  <a:lnTo>
                    <a:pt x="277352" y="251343"/>
                  </a:lnTo>
                </a:path>
              </a:pathLst>
            </a:custGeom>
            <a:ln w="20941">
              <a:solidFill>
                <a:srgbClr val="1A0F5C"/>
              </a:solidFill>
              <a:prstDash val="dot"/>
            </a:ln>
          </p:spPr>
          <p:txBody>
            <a:bodyPr wrap="square" lIns="0" tIns="0" rIns="0" bIns="0" rtlCol="0"/>
            <a:lstStyle/>
            <a:p>
              <a:endParaRPr/>
            </a:p>
          </p:txBody>
        </p:sp>
        <p:sp>
          <p:nvSpPr>
            <p:cNvPr id="128" name="object 24">
              <a:extLst>
                <a:ext uri="{FF2B5EF4-FFF2-40B4-BE49-F238E27FC236}">
                  <a16:creationId xmlns:a16="http://schemas.microsoft.com/office/drawing/2014/main" id="{194A8829-614A-48E3-8245-7324410998AC}"/>
                </a:ext>
              </a:extLst>
            </p:cNvPr>
            <p:cNvSpPr/>
            <p:nvPr/>
          </p:nvSpPr>
          <p:spPr>
            <a:xfrm>
              <a:off x="10072993" y="8304117"/>
              <a:ext cx="335280" cy="335280"/>
            </a:xfrm>
            <a:custGeom>
              <a:avLst/>
              <a:gdLst/>
              <a:ahLst/>
              <a:cxnLst/>
              <a:rect l="l" t="t" r="r" b="b"/>
              <a:pathLst>
                <a:path w="335279" h="335279">
                  <a:moveTo>
                    <a:pt x="20942" y="10477"/>
                  </a:moveTo>
                  <a:lnTo>
                    <a:pt x="17868" y="3073"/>
                  </a:lnTo>
                  <a:lnTo>
                    <a:pt x="10464" y="0"/>
                  </a:lnTo>
                  <a:lnTo>
                    <a:pt x="3060" y="3073"/>
                  </a:lnTo>
                  <a:lnTo>
                    <a:pt x="0" y="10477"/>
                  </a:lnTo>
                  <a:lnTo>
                    <a:pt x="3060" y="17881"/>
                  </a:lnTo>
                  <a:lnTo>
                    <a:pt x="10464" y="20942"/>
                  </a:lnTo>
                  <a:lnTo>
                    <a:pt x="17868" y="17881"/>
                  </a:lnTo>
                  <a:lnTo>
                    <a:pt x="20942" y="10477"/>
                  </a:lnTo>
                  <a:close/>
                </a:path>
                <a:path w="335279" h="335279">
                  <a:moveTo>
                    <a:pt x="335064" y="324599"/>
                  </a:moveTo>
                  <a:lnTo>
                    <a:pt x="332003" y="317195"/>
                  </a:lnTo>
                  <a:lnTo>
                    <a:pt x="324599" y="314134"/>
                  </a:lnTo>
                  <a:lnTo>
                    <a:pt x="317195" y="317195"/>
                  </a:lnTo>
                  <a:lnTo>
                    <a:pt x="314121" y="324599"/>
                  </a:lnTo>
                  <a:lnTo>
                    <a:pt x="317195" y="332003"/>
                  </a:lnTo>
                  <a:lnTo>
                    <a:pt x="324599" y="335076"/>
                  </a:lnTo>
                  <a:lnTo>
                    <a:pt x="332003" y="332003"/>
                  </a:lnTo>
                  <a:lnTo>
                    <a:pt x="335064" y="324599"/>
                  </a:lnTo>
                  <a:close/>
                </a:path>
              </a:pathLst>
            </a:custGeom>
            <a:solidFill>
              <a:srgbClr val="1A0F5C"/>
            </a:solidFill>
          </p:spPr>
          <p:txBody>
            <a:bodyPr wrap="square" lIns="0" tIns="0" rIns="0" bIns="0" rtlCol="0"/>
            <a:lstStyle/>
            <a:p>
              <a:endParaRPr/>
            </a:p>
          </p:txBody>
        </p:sp>
      </p:grpSp>
      <p:grpSp>
        <p:nvGrpSpPr>
          <p:cNvPr id="114" name="object 29">
            <a:extLst>
              <a:ext uri="{FF2B5EF4-FFF2-40B4-BE49-F238E27FC236}">
                <a16:creationId xmlns:a16="http://schemas.microsoft.com/office/drawing/2014/main" id="{A65EE313-D4BD-A8B9-A760-7A7B7E4E9C92}"/>
              </a:ext>
            </a:extLst>
          </p:cNvPr>
          <p:cNvGrpSpPr/>
          <p:nvPr userDrawn="1"/>
        </p:nvGrpSpPr>
        <p:grpSpPr>
          <a:xfrm>
            <a:off x="9782172" y="1872371"/>
            <a:ext cx="226409" cy="3206049"/>
            <a:chOff x="14219462" y="3517515"/>
            <a:chExt cx="335280" cy="4734560"/>
          </a:xfrm>
        </p:grpSpPr>
        <p:sp>
          <p:nvSpPr>
            <p:cNvPr id="115" name="object 30">
              <a:extLst>
                <a:ext uri="{FF2B5EF4-FFF2-40B4-BE49-F238E27FC236}">
                  <a16:creationId xmlns:a16="http://schemas.microsoft.com/office/drawing/2014/main" id="{D191635E-3F23-F10A-4EE6-3D72465D44B0}"/>
                </a:ext>
              </a:extLst>
            </p:cNvPr>
            <p:cNvSpPr/>
            <p:nvPr/>
          </p:nvSpPr>
          <p:spPr>
            <a:xfrm>
              <a:off x="14229933" y="3873609"/>
              <a:ext cx="0" cy="4378325"/>
            </a:xfrm>
            <a:custGeom>
              <a:avLst/>
              <a:gdLst/>
              <a:ahLst/>
              <a:cxnLst/>
              <a:rect l="l" t="t" r="r" b="b"/>
              <a:pathLst>
                <a:path h="4378325">
                  <a:moveTo>
                    <a:pt x="0" y="4377981"/>
                  </a:moveTo>
                  <a:lnTo>
                    <a:pt x="0" y="0"/>
                  </a:lnTo>
                </a:path>
              </a:pathLst>
            </a:custGeom>
            <a:ln w="20941">
              <a:solidFill>
                <a:srgbClr val="1A0F5C"/>
              </a:solidFill>
              <a:prstDash val="dot"/>
            </a:ln>
          </p:spPr>
          <p:txBody>
            <a:bodyPr wrap="square" lIns="0" tIns="0" rIns="0" bIns="0" rtlCol="0"/>
            <a:lstStyle/>
            <a:p>
              <a:endParaRPr/>
            </a:p>
          </p:txBody>
        </p:sp>
        <p:sp>
          <p:nvSpPr>
            <p:cNvPr id="116" name="object 31">
              <a:extLst>
                <a:ext uri="{FF2B5EF4-FFF2-40B4-BE49-F238E27FC236}">
                  <a16:creationId xmlns:a16="http://schemas.microsoft.com/office/drawing/2014/main" id="{CC0FA61B-64BA-6BBD-2C2D-FDB7906BB0B2}"/>
                </a:ext>
              </a:extLst>
            </p:cNvPr>
            <p:cNvSpPr/>
            <p:nvPr/>
          </p:nvSpPr>
          <p:spPr>
            <a:xfrm>
              <a:off x="14235909" y="3529483"/>
              <a:ext cx="277495" cy="251460"/>
            </a:xfrm>
            <a:custGeom>
              <a:avLst/>
              <a:gdLst/>
              <a:ahLst/>
              <a:cxnLst/>
              <a:rect l="l" t="t" r="r" b="b"/>
              <a:pathLst>
                <a:path w="277494" h="251460">
                  <a:moveTo>
                    <a:pt x="0" y="251332"/>
                  </a:moveTo>
                  <a:lnTo>
                    <a:pt x="13863" y="202521"/>
                  </a:lnTo>
                  <a:lnTo>
                    <a:pt x="35059" y="157290"/>
                  </a:lnTo>
                  <a:lnTo>
                    <a:pt x="62894" y="116335"/>
                  </a:lnTo>
                  <a:lnTo>
                    <a:pt x="96673" y="80349"/>
                  </a:lnTo>
                  <a:lnTo>
                    <a:pt x="135703" y="50028"/>
                  </a:lnTo>
                  <a:lnTo>
                    <a:pt x="179289" y="26067"/>
                  </a:lnTo>
                  <a:lnTo>
                    <a:pt x="226737" y="9159"/>
                  </a:lnTo>
                  <a:lnTo>
                    <a:pt x="277352" y="0"/>
                  </a:lnTo>
                </a:path>
              </a:pathLst>
            </a:custGeom>
            <a:ln w="20941">
              <a:solidFill>
                <a:srgbClr val="1A0F5C"/>
              </a:solidFill>
              <a:prstDash val="dot"/>
            </a:ln>
          </p:spPr>
          <p:txBody>
            <a:bodyPr wrap="square" lIns="0" tIns="0" rIns="0" bIns="0" rtlCol="0"/>
            <a:lstStyle/>
            <a:p>
              <a:endParaRPr/>
            </a:p>
          </p:txBody>
        </p:sp>
        <p:sp>
          <p:nvSpPr>
            <p:cNvPr id="117" name="object 32">
              <a:extLst>
                <a:ext uri="{FF2B5EF4-FFF2-40B4-BE49-F238E27FC236}">
                  <a16:creationId xmlns:a16="http://schemas.microsoft.com/office/drawing/2014/main" id="{C13FA14E-F2D1-9FE6-849D-B47A290EE7A2}"/>
                </a:ext>
              </a:extLst>
            </p:cNvPr>
            <p:cNvSpPr/>
            <p:nvPr/>
          </p:nvSpPr>
          <p:spPr>
            <a:xfrm>
              <a:off x="14219466" y="3517524"/>
              <a:ext cx="335280" cy="335280"/>
            </a:xfrm>
            <a:custGeom>
              <a:avLst/>
              <a:gdLst/>
              <a:ahLst/>
              <a:cxnLst/>
              <a:rect l="l" t="t" r="r" b="b"/>
              <a:pathLst>
                <a:path w="335280" h="335279">
                  <a:moveTo>
                    <a:pt x="20942" y="324599"/>
                  </a:moveTo>
                  <a:lnTo>
                    <a:pt x="17868" y="317195"/>
                  </a:lnTo>
                  <a:lnTo>
                    <a:pt x="10464" y="314121"/>
                  </a:lnTo>
                  <a:lnTo>
                    <a:pt x="3060" y="317195"/>
                  </a:lnTo>
                  <a:lnTo>
                    <a:pt x="0" y="324599"/>
                  </a:lnTo>
                  <a:lnTo>
                    <a:pt x="3060" y="332003"/>
                  </a:lnTo>
                  <a:lnTo>
                    <a:pt x="10464" y="335064"/>
                  </a:lnTo>
                  <a:lnTo>
                    <a:pt x="17868" y="332003"/>
                  </a:lnTo>
                  <a:lnTo>
                    <a:pt x="20942" y="324599"/>
                  </a:lnTo>
                  <a:close/>
                </a:path>
                <a:path w="335280" h="335279">
                  <a:moveTo>
                    <a:pt x="335064" y="10464"/>
                  </a:moveTo>
                  <a:lnTo>
                    <a:pt x="331990" y="3060"/>
                  </a:lnTo>
                  <a:lnTo>
                    <a:pt x="324586" y="0"/>
                  </a:lnTo>
                  <a:lnTo>
                    <a:pt x="317195" y="3060"/>
                  </a:lnTo>
                  <a:lnTo>
                    <a:pt x="314121" y="10464"/>
                  </a:lnTo>
                  <a:lnTo>
                    <a:pt x="317195" y="17868"/>
                  </a:lnTo>
                  <a:lnTo>
                    <a:pt x="324586" y="20942"/>
                  </a:lnTo>
                  <a:lnTo>
                    <a:pt x="331990" y="17868"/>
                  </a:lnTo>
                  <a:lnTo>
                    <a:pt x="335064" y="10464"/>
                  </a:lnTo>
                  <a:close/>
                </a:path>
              </a:pathLst>
            </a:custGeom>
            <a:solidFill>
              <a:srgbClr val="1A0F5C"/>
            </a:solidFill>
          </p:spPr>
          <p:txBody>
            <a:bodyPr wrap="square" lIns="0" tIns="0" rIns="0" bIns="0" rtlCol="0"/>
            <a:lstStyle/>
            <a:p>
              <a:endParaRPr/>
            </a:p>
          </p:txBody>
        </p:sp>
      </p:grpSp>
      <p:grpSp>
        <p:nvGrpSpPr>
          <p:cNvPr id="118" name="object 37">
            <a:extLst>
              <a:ext uri="{FF2B5EF4-FFF2-40B4-BE49-F238E27FC236}">
                <a16:creationId xmlns:a16="http://schemas.microsoft.com/office/drawing/2014/main" id="{B1F20906-1084-D86F-0059-AC2F74060E4E}"/>
              </a:ext>
            </a:extLst>
          </p:cNvPr>
          <p:cNvGrpSpPr/>
          <p:nvPr userDrawn="1"/>
        </p:nvGrpSpPr>
        <p:grpSpPr>
          <a:xfrm>
            <a:off x="11755685" y="2134641"/>
            <a:ext cx="55315" cy="1408236"/>
            <a:chOff x="18429794" y="3904825"/>
            <a:chExt cx="81915" cy="2079625"/>
          </a:xfrm>
        </p:grpSpPr>
        <p:sp>
          <p:nvSpPr>
            <p:cNvPr id="119" name="object 38">
              <a:extLst>
                <a:ext uri="{FF2B5EF4-FFF2-40B4-BE49-F238E27FC236}">
                  <a16:creationId xmlns:a16="http://schemas.microsoft.com/office/drawing/2014/main" id="{AEEAF466-16BF-11CE-FE47-CA95F1D4E6F4}"/>
                </a:ext>
              </a:extLst>
            </p:cNvPr>
            <p:cNvSpPr/>
            <p:nvPr/>
          </p:nvSpPr>
          <p:spPr>
            <a:xfrm>
              <a:off x="18470641" y="3904825"/>
              <a:ext cx="0" cy="1975485"/>
            </a:xfrm>
            <a:custGeom>
              <a:avLst/>
              <a:gdLst/>
              <a:ahLst/>
              <a:cxnLst/>
              <a:rect l="l" t="t" r="r" b="b"/>
              <a:pathLst>
                <a:path h="1975485">
                  <a:moveTo>
                    <a:pt x="0" y="0"/>
                  </a:moveTo>
                  <a:lnTo>
                    <a:pt x="0" y="1975426"/>
                  </a:lnTo>
                </a:path>
              </a:pathLst>
            </a:custGeom>
            <a:ln w="20941">
              <a:solidFill>
                <a:srgbClr val="1A0F5C"/>
              </a:solidFill>
              <a:prstDash val="dot"/>
            </a:ln>
          </p:spPr>
          <p:txBody>
            <a:bodyPr wrap="square" lIns="0" tIns="0" rIns="0" bIns="0" rtlCol="0"/>
            <a:lstStyle/>
            <a:p>
              <a:endParaRPr/>
            </a:p>
          </p:txBody>
        </p:sp>
        <p:sp>
          <p:nvSpPr>
            <p:cNvPr id="120" name="object 39">
              <a:extLst>
                <a:ext uri="{FF2B5EF4-FFF2-40B4-BE49-F238E27FC236}">
                  <a16:creationId xmlns:a16="http://schemas.microsoft.com/office/drawing/2014/main" id="{F52EBCCC-9F1D-BF94-AB26-49AD5504994D}"/>
                </a:ext>
              </a:extLst>
            </p:cNvPr>
            <p:cNvSpPr/>
            <p:nvPr/>
          </p:nvSpPr>
          <p:spPr>
            <a:xfrm>
              <a:off x="18460175" y="5901139"/>
              <a:ext cx="20955" cy="20955"/>
            </a:xfrm>
            <a:custGeom>
              <a:avLst/>
              <a:gdLst/>
              <a:ahLst/>
              <a:cxnLst/>
              <a:rect l="l" t="t" r="r" b="b"/>
              <a:pathLst>
                <a:path w="20955" h="20954">
                  <a:moveTo>
                    <a:pt x="0" y="10470"/>
                  </a:moveTo>
                  <a:lnTo>
                    <a:pt x="3066" y="3066"/>
                  </a:lnTo>
                  <a:lnTo>
                    <a:pt x="10470" y="0"/>
                  </a:lnTo>
                  <a:lnTo>
                    <a:pt x="17874" y="3066"/>
                  </a:lnTo>
                  <a:lnTo>
                    <a:pt x="20941" y="10470"/>
                  </a:lnTo>
                  <a:lnTo>
                    <a:pt x="17874" y="17874"/>
                  </a:lnTo>
                  <a:lnTo>
                    <a:pt x="10470" y="20941"/>
                  </a:lnTo>
                  <a:lnTo>
                    <a:pt x="3066" y="17874"/>
                  </a:lnTo>
                  <a:lnTo>
                    <a:pt x="0" y="10470"/>
                  </a:lnTo>
                  <a:close/>
                </a:path>
              </a:pathLst>
            </a:custGeom>
            <a:solidFill>
              <a:srgbClr val="1A0F5C"/>
            </a:solidFill>
          </p:spPr>
          <p:txBody>
            <a:bodyPr wrap="square" lIns="0" tIns="0" rIns="0" bIns="0" rtlCol="0"/>
            <a:lstStyle/>
            <a:p>
              <a:endParaRPr/>
            </a:p>
          </p:txBody>
        </p:sp>
        <p:sp>
          <p:nvSpPr>
            <p:cNvPr id="121" name="object 40">
              <a:extLst>
                <a:ext uri="{FF2B5EF4-FFF2-40B4-BE49-F238E27FC236}">
                  <a16:creationId xmlns:a16="http://schemas.microsoft.com/office/drawing/2014/main" id="{762BA1B8-20B6-7C54-CF55-BA3E86A3DE78}"/>
                </a:ext>
              </a:extLst>
            </p:cNvPr>
            <p:cNvSpPr/>
            <p:nvPr/>
          </p:nvSpPr>
          <p:spPr>
            <a:xfrm>
              <a:off x="18429794" y="5871842"/>
              <a:ext cx="81915" cy="112395"/>
            </a:xfrm>
            <a:custGeom>
              <a:avLst/>
              <a:gdLst/>
              <a:ahLst/>
              <a:cxnLst/>
              <a:rect l="l" t="t" r="r" b="b"/>
              <a:pathLst>
                <a:path w="81915" h="112395">
                  <a:moveTo>
                    <a:pt x="81704" y="0"/>
                  </a:moveTo>
                  <a:lnTo>
                    <a:pt x="0" y="0"/>
                  </a:lnTo>
                  <a:lnTo>
                    <a:pt x="40846" y="112268"/>
                  </a:lnTo>
                  <a:lnTo>
                    <a:pt x="81704" y="0"/>
                  </a:lnTo>
                  <a:close/>
                </a:path>
              </a:pathLst>
            </a:custGeom>
            <a:solidFill>
              <a:srgbClr val="1A0F5C"/>
            </a:solidFill>
          </p:spPr>
          <p:txBody>
            <a:bodyPr wrap="square" lIns="0" tIns="0" rIns="0" bIns="0" rtlCol="0"/>
            <a:lstStyle/>
            <a:p>
              <a:endParaRPr/>
            </a:p>
          </p:txBody>
        </p:sp>
      </p:grpSp>
      <p:grpSp>
        <p:nvGrpSpPr>
          <p:cNvPr id="122" name="object 33">
            <a:extLst>
              <a:ext uri="{FF2B5EF4-FFF2-40B4-BE49-F238E27FC236}">
                <a16:creationId xmlns:a16="http://schemas.microsoft.com/office/drawing/2014/main" id="{497EADDE-E9EC-BF0D-F241-B5B0AF8E7D44}"/>
              </a:ext>
            </a:extLst>
          </p:cNvPr>
          <p:cNvGrpSpPr/>
          <p:nvPr userDrawn="1"/>
        </p:nvGrpSpPr>
        <p:grpSpPr>
          <a:xfrm>
            <a:off x="6354143" y="1872371"/>
            <a:ext cx="1588843" cy="227038"/>
            <a:chOff x="14607437" y="3517515"/>
            <a:chExt cx="3874135" cy="335280"/>
          </a:xfrm>
        </p:grpSpPr>
        <p:sp>
          <p:nvSpPr>
            <p:cNvPr id="123" name="object 34">
              <a:extLst>
                <a:ext uri="{FF2B5EF4-FFF2-40B4-BE49-F238E27FC236}">
                  <a16:creationId xmlns:a16="http://schemas.microsoft.com/office/drawing/2014/main" id="{1E5BDDCE-EC54-71D9-2899-21997D5A50C3}"/>
                </a:ext>
              </a:extLst>
            </p:cNvPr>
            <p:cNvSpPr/>
            <p:nvPr/>
          </p:nvSpPr>
          <p:spPr>
            <a:xfrm>
              <a:off x="14607437" y="3527986"/>
              <a:ext cx="3517900" cy="0"/>
            </a:xfrm>
            <a:custGeom>
              <a:avLst/>
              <a:gdLst/>
              <a:ahLst/>
              <a:cxnLst/>
              <a:rect l="l" t="t" r="r" b="b"/>
              <a:pathLst>
                <a:path w="3517900">
                  <a:moveTo>
                    <a:pt x="0" y="0"/>
                  </a:moveTo>
                  <a:lnTo>
                    <a:pt x="3517390" y="0"/>
                  </a:lnTo>
                </a:path>
              </a:pathLst>
            </a:custGeom>
            <a:ln w="20941">
              <a:solidFill>
                <a:srgbClr val="1A0F5C"/>
              </a:solidFill>
              <a:prstDash val="dot"/>
            </a:ln>
          </p:spPr>
          <p:txBody>
            <a:bodyPr wrap="square" lIns="0" tIns="0" rIns="0" bIns="0" rtlCol="0"/>
            <a:lstStyle/>
            <a:p>
              <a:endParaRPr/>
            </a:p>
          </p:txBody>
        </p:sp>
        <p:sp>
          <p:nvSpPr>
            <p:cNvPr id="129" name="object 35">
              <a:extLst>
                <a:ext uri="{FF2B5EF4-FFF2-40B4-BE49-F238E27FC236}">
                  <a16:creationId xmlns:a16="http://schemas.microsoft.com/office/drawing/2014/main" id="{A7EFF38A-5974-CACC-40EF-982F195EB72D}"/>
                </a:ext>
              </a:extLst>
            </p:cNvPr>
            <p:cNvSpPr/>
            <p:nvPr/>
          </p:nvSpPr>
          <p:spPr>
            <a:xfrm>
              <a:off x="18217817" y="3533965"/>
              <a:ext cx="251460" cy="277495"/>
            </a:xfrm>
            <a:custGeom>
              <a:avLst/>
              <a:gdLst/>
              <a:ahLst/>
              <a:cxnLst/>
              <a:rect l="l" t="t" r="r" b="b"/>
              <a:pathLst>
                <a:path w="251459" h="277495">
                  <a:moveTo>
                    <a:pt x="0" y="0"/>
                  </a:moveTo>
                  <a:lnTo>
                    <a:pt x="48810" y="13860"/>
                  </a:lnTo>
                  <a:lnTo>
                    <a:pt x="94040" y="35055"/>
                  </a:lnTo>
                  <a:lnTo>
                    <a:pt x="134994" y="62889"/>
                  </a:lnTo>
                  <a:lnTo>
                    <a:pt x="170979" y="96669"/>
                  </a:lnTo>
                  <a:lnTo>
                    <a:pt x="201299" y="135700"/>
                  </a:lnTo>
                  <a:lnTo>
                    <a:pt x="225261" y="179287"/>
                  </a:lnTo>
                  <a:lnTo>
                    <a:pt x="242170" y="226736"/>
                  </a:lnTo>
                  <a:lnTo>
                    <a:pt x="251332" y="277352"/>
                  </a:lnTo>
                </a:path>
              </a:pathLst>
            </a:custGeom>
            <a:ln w="20941">
              <a:solidFill>
                <a:srgbClr val="1A0F5C"/>
              </a:solidFill>
              <a:prstDash val="dot"/>
            </a:ln>
          </p:spPr>
          <p:txBody>
            <a:bodyPr wrap="square" lIns="0" tIns="0" rIns="0" bIns="0" rtlCol="0"/>
            <a:lstStyle/>
            <a:p>
              <a:endParaRPr/>
            </a:p>
          </p:txBody>
        </p:sp>
        <p:sp>
          <p:nvSpPr>
            <p:cNvPr id="130" name="object 36">
              <a:extLst>
                <a:ext uri="{FF2B5EF4-FFF2-40B4-BE49-F238E27FC236}">
                  <a16:creationId xmlns:a16="http://schemas.microsoft.com/office/drawing/2014/main" id="{C1492C11-00B7-4340-F031-C00DAAFADA06}"/>
                </a:ext>
              </a:extLst>
            </p:cNvPr>
            <p:cNvSpPr/>
            <p:nvPr/>
          </p:nvSpPr>
          <p:spPr>
            <a:xfrm>
              <a:off x="18146040" y="3517524"/>
              <a:ext cx="335280" cy="335280"/>
            </a:xfrm>
            <a:custGeom>
              <a:avLst/>
              <a:gdLst/>
              <a:ahLst/>
              <a:cxnLst/>
              <a:rect l="l" t="t" r="r" b="b"/>
              <a:pathLst>
                <a:path w="335280" h="335279">
                  <a:moveTo>
                    <a:pt x="20942" y="10464"/>
                  </a:moveTo>
                  <a:lnTo>
                    <a:pt x="17881" y="3060"/>
                  </a:lnTo>
                  <a:lnTo>
                    <a:pt x="10477" y="0"/>
                  </a:lnTo>
                  <a:lnTo>
                    <a:pt x="3073" y="3060"/>
                  </a:lnTo>
                  <a:lnTo>
                    <a:pt x="0" y="10464"/>
                  </a:lnTo>
                  <a:lnTo>
                    <a:pt x="3073" y="17868"/>
                  </a:lnTo>
                  <a:lnTo>
                    <a:pt x="10477" y="20942"/>
                  </a:lnTo>
                  <a:lnTo>
                    <a:pt x="17881" y="17868"/>
                  </a:lnTo>
                  <a:lnTo>
                    <a:pt x="20942" y="10464"/>
                  </a:lnTo>
                  <a:close/>
                </a:path>
                <a:path w="335280" h="335279">
                  <a:moveTo>
                    <a:pt x="335076" y="324599"/>
                  </a:moveTo>
                  <a:lnTo>
                    <a:pt x="332003" y="317195"/>
                  </a:lnTo>
                  <a:lnTo>
                    <a:pt x="324599" y="314121"/>
                  </a:lnTo>
                  <a:lnTo>
                    <a:pt x="317195" y="317195"/>
                  </a:lnTo>
                  <a:lnTo>
                    <a:pt x="314134" y="324599"/>
                  </a:lnTo>
                  <a:lnTo>
                    <a:pt x="317195" y="332003"/>
                  </a:lnTo>
                  <a:lnTo>
                    <a:pt x="324599" y="335064"/>
                  </a:lnTo>
                  <a:lnTo>
                    <a:pt x="332003" y="332003"/>
                  </a:lnTo>
                  <a:lnTo>
                    <a:pt x="335076" y="324599"/>
                  </a:lnTo>
                  <a:close/>
                </a:path>
              </a:pathLst>
            </a:custGeom>
            <a:solidFill>
              <a:srgbClr val="1A0F5C"/>
            </a:solidFill>
          </p:spPr>
          <p:txBody>
            <a:bodyPr wrap="square" lIns="0" tIns="0" rIns="0" bIns="0" rtlCol="0"/>
            <a:lstStyle/>
            <a:p>
              <a:endParaRPr/>
            </a:p>
          </p:txBody>
        </p:sp>
      </p:grpSp>
    </p:spTree>
    <p:extLst>
      <p:ext uri="{BB962C8B-B14F-4D97-AF65-F5344CB8AC3E}">
        <p14:creationId xmlns:p14="http://schemas.microsoft.com/office/powerpoint/2010/main" val="127246817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hape - 1">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56A2-AAC0-9B45-FB5E-AE7B93E72AC8}"/>
              </a:ext>
            </a:extLst>
          </p:cNvPr>
          <p:cNvSpPr>
            <a:spLocks noGrp="1"/>
          </p:cNvSpPr>
          <p:nvPr>
            <p:ph type="title"/>
          </p:nvPr>
        </p:nvSpPr>
        <p:spPr/>
        <p:txBody>
          <a:bodyPr/>
          <a:lstStyle/>
          <a:p>
            <a:r>
              <a:rPr lang="en-US"/>
              <a:t>Click to edit Master title style</a:t>
            </a:r>
            <a:endParaRPr lang="en-IN"/>
          </a:p>
        </p:txBody>
      </p:sp>
      <p:sp>
        <p:nvSpPr>
          <p:cNvPr id="4" name="Text Placeholder 4">
            <a:extLst>
              <a:ext uri="{FF2B5EF4-FFF2-40B4-BE49-F238E27FC236}">
                <a16:creationId xmlns:a16="http://schemas.microsoft.com/office/drawing/2014/main" id="{5E2EDF93-AD54-4B15-96CC-7D9EFE4A9931}"/>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extLst>
      <p:ext uri="{BB962C8B-B14F-4D97-AF65-F5344CB8AC3E}">
        <p14:creationId xmlns:p14="http://schemas.microsoft.com/office/powerpoint/2010/main" val="14488886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hape - 2">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C8AC-A727-D801-86D0-1A331FCE8FF8}"/>
              </a:ext>
            </a:extLst>
          </p:cNvPr>
          <p:cNvSpPr>
            <a:spLocks noGrp="1"/>
          </p:cNvSpPr>
          <p:nvPr>
            <p:ph type="title"/>
          </p:nvPr>
        </p:nvSpPr>
        <p:spPr/>
        <p:txBody>
          <a:bodyPr/>
          <a:lstStyle/>
          <a:p>
            <a:r>
              <a:rPr lang="en-US"/>
              <a:t>Click to edit Master title style</a:t>
            </a:r>
            <a:endParaRPr lang="en-IN"/>
          </a:p>
        </p:txBody>
      </p:sp>
      <p:sp>
        <p:nvSpPr>
          <p:cNvPr id="4" name="Text Placeholder 4">
            <a:extLst>
              <a:ext uri="{FF2B5EF4-FFF2-40B4-BE49-F238E27FC236}">
                <a16:creationId xmlns:a16="http://schemas.microsoft.com/office/drawing/2014/main" id="{4A0AE534-194E-4CA1-802B-273FE7F77F4C}"/>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extLst>
      <p:ext uri="{BB962C8B-B14F-4D97-AF65-F5344CB8AC3E}">
        <p14:creationId xmlns:p14="http://schemas.microsoft.com/office/powerpoint/2010/main" val="34009461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hape - 3">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35536-6F0A-E1DD-ABEF-419B2B3F8DBD}"/>
              </a:ext>
            </a:extLst>
          </p:cNvPr>
          <p:cNvSpPr>
            <a:spLocks noGrp="1"/>
          </p:cNvSpPr>
          <p:nvPr>
            <p:ph type="title"/>
          </p:nvPr>
        </p:nvSpPr>
        <p:spPr/>
        <p:txBody>
          <a:bodyPr/>
          <a:lstStyle/>
          <a:p>
            <a:r>
              <a:rPr lang="en-US"/>
              <a:t>Click to edit Master title style</a:t>
            </a:r>
            <a:endParaRPr lang="en-IN"/>
          </a:p>
        </p:txBody>
      </p:sp>
      <p:sp>
        <p:nvSpPr>
          <p:cNvPr id="4" name="Text Placeholder 4">
            <a:extLst>
              <a:ext uri="{FF2B5EF4-FFF2-40B4-BE49-F238E27FC236}">
                <a16:creationId xmlns:a16="http://schemas.microsoft.com/office/drawing/2014/main" id="{581BB100-EC1A-4A8C-8920-AE8CB0CCA5A1}"/>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extLst>
      <p:ext uri="{BB962C8B-B14F-4D97-AF65-F5344CB8AC3E}">
        <p14:creationId xmlns:p14="http://schemas.microsoft.com/office/powerpoint/2010/main" val="173527601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hape - 4">
    <p:bg>
      <p:bgPr>
        <a:blipFill dpi="0" rotWithShape="1">
          <a:blip r:embed="rId2">
            <a:alphaModFix amt="5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0FC53-E775-BE26-8CEA-9917C525BCEF}"/>
              </a:ext>
            </a:extLst>
          </p:cNvPr>
          <p:cNvSpPr>
            <a:spLocks noGrp="1"/>
          </p:cNvSpPr>
          <p:nvPr>
            <p:ph type="title"/>
          </p:nvPr>
        </p:nvSpPr>
        <p:spPr/>
        <p:txBody>
          <a:bodyPr/>
          <a:lstStyle/>
          <a:p>
            <a:r>
              <a:rPr lang="en-US"/>
              <a:t>Click to edit Master title style</a:t>
            </a:r>
            <a:endParaRPr lang="en-IN"/>
          </a:p>
        </p:txBody>
      </p:sp>
      <p:sp>
        <p:nvSpPr>
          <p:cNvPr id="4" name="Text Placeholder 4">
            <a:extLst>
              <a:ext uri="{FF2B5EF4-FFF2-40B4-BE49-F238E27FC236}">
                <a16:creationId xmlns:a16="http://schemas.microsoft.com/office/drawing/2014/main" id="{41E7D028-82C4-423F-BC42-3DB3483E23F0}"/>
              </a:ext>
            </a:extLst>
          </p:cNvPr>
          <p:cNvSpPr>
            <a:spLocks noGrp="1"/>
          </p:cNvSpPr>
          <p:nvPr>
            <p:ph type="body" sz="quarter" idx="10" hasCustomPrompt="1"/>
          </p:nvPr>
        </p:nvSpPr>
        <p:spPr>
          <a:xfrm>
            <a:off x="381000" y="1170535"/>
            <a:ext cx="11430000" cy="446088"/>
          </a:xfrm>
        </p:spPr>
        <p:txBody>
          <a:bodyPr anchor="ctr">
            <a:noAutofit/>
          </a:bodyPr>
          <a:lstStyle>
            <a:lvl1pPr marL="0" indent="0">
              <a:buFont typeface="Arial" panose="020B0604020202020204" pitchFamily="34" charset="0"/>
              <a:buNone/>
              <a:defRPr sz="1600"/>
            </a:lvl1pPr>
          </a:lstStyle>
          <a:p>
            <a:pPr lvl="0"/>
            <a:r>
              <a:rPr lang="en-GB"/>
              <a:t>Optional sub-head</a:t>
            </a:r>
            <a:endParaRPr lang="en-US"/>
          </a:p>
        </p:txBody>
      </p:sp>
    </p:spTree>
    <p:extLst>
      <p:ext uri="{BB962C8B-B14F-4D97-AF65-F5344CB8AC3E}">
        <p14:creationId xmlns:p14="http://schemas.microsoft.com/office/powerpoint/2010/main" val="36486109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11" name="Text Placeholder 4">
            <a:extLst>
              <a:ext uri="{FF2B5EF4-FFF2-40B4-BE49-F238E27FC236}">
                <a16:creationId xmlns:a16="http://schemas.microsoft.com/office/drawing/2014/main" id="{19A1030D-22C8-5F68-9B50-298D99C4F06B}"/>
              </a:ext>
            </a:extLst>
          </p:cNvPr>
          <p:cNvSpPr>
            <a:spLocks noGrp="1"/>
          </p:cNvSpPr>
          <p:nvPr>
            <p:ph type="body" sz="quarter" idx="10" hasCustomPrompt="1"/>
          </p:nvPr>
        </p:nvSpPr>
        <p:spPr>
          <a:xfrm>
            <a:off x="384175" y="1170535"/>
            <a:ext cx="7301457"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13" name="Text Placeholder 12">
            <a:extLst>
              <a:ext uri="{FF2B5EF4-FFF2-40B4-BE49-F238E27FC236}">
                <a16:creationId xmlns:a16="http://schemas.microsoft.com/office/drawing/2014/main" id="{24A55360-4235-A19B-584F-72D1D033C78E}"/>
              </a:ext>
            </a:extLst>
          </p:cNvPr>
          <p:cNvSpPr>
            <a:spLocks noGrp="1"/>
          </p:cNvSpPr>
          <p:nvPr>
            <p:ph type="body" sz="quarter" idx="12" hasCustomPrompt="1"/>
          </p:nvPr>
        </p:nvSpPr>
        <p:spPr>
          <a:xfrm>
            <a:off x="384175" y="1740535"/>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4" name="Text Placeholder 12">
            <a:extLst>
              <a:ext uri="{FF2B5EF4-FFF2-40B4-BE49-F238E27FC236}">
                <a16:creationId xmlns:a16="http://schemas.microsoft.com/office/drawing/2014/main" id="{AAFBE375-306E-55C3-C9A5-5A771D29D694}"/>
              </a:ext>
            </a:extLst>
          </p:cNvPr>
          <p:cNvSpPr>
            <a:spLocks noGrp="1"/>
          </p:cNvSpPr>
          <p:nvPr>
            <p:ph type="body" sz="quarter" idx="13" hasCustomPrompt="1"/>
          </p:nvPr>
        </p:nvSpPr>
        <p:spPr>
          <a:xfrm>
            <a:off x="384175" y="2164087"/>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15" name="Text Placeholder 12">
            <a:extLst>
              <a:ext uri="{FF2B5EF4-FFF2-40B4-BE49-F238E27FC236}">
                <a16:creationId xmlns:a16="http://schemas.microsoft.com/office/drawing/2014/main" id="{64DB6396-FF36-173F-4120-40BE3E5249CC}"/>
              </a:ext>
            </a:extLst>
          </p:cNvPr>
          <p:cNvSpPr>
            <a:spLocks noGrp="1"/>
          </p:cNvSpPr>
          <p:nvPr>
            <p:ph type="body" sz="quarter" idx="14" hasCustomPrompt="1"/>
          </p:nvPr>
        </p:nvSpPr>
        <p:spPr>
          <a:xfrm>
            <a:off x="384175" y="4085081"/>
            <a:ext cx="5403308" cy="369332"/>
          </a:xfrm>
        </p:spPr>
        <p:txBody>
          <a:bodyPr anchor="ctr">
            <a:noAutofit/>
          </a:bodyPr>
          <a:lstStyle>
            <a:lvl1pPr marL="0" indent="0">
              <a:buNone/>
              <a:defRPr sz="1400" b="1"/>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Subject Header</a:t>
            </a:r>
            <a:endParaRPr lang="en-US"/>
          </a:p>
        </p:txBody>
      </p:sp>
      <p:sp>
        <p:nvSpPr>
          <p:cNvPr id="16" name="Text Placeholder 12">
            <a:extLst>
              <a:ext uri="{FF2B5EF4-FFF2-40B4-BE49-F238E27FC236}">
                <a16:creationId xmlns:a16="http://schemas.microsoft.com/office/drawing/2014/main" id="{DEF3A942-1C22-F263-9D6F-5D98F8246405}"/>
              </a:ext>
            </a:extLst>
          </p:cNvPr>
          <p:cNvSpPr>
            <a:spLocks noGrp="1"/>
          </p:cNvSpPr>
          <p:nvPr>
            <p:ph type="body" sz="quarter" idx="15" hasCustomPrompt="1"/>
          </p:nvPr>
        </p:nvSpPr>
        <p:spPr>
          <a:xfrm>
            <a:off x="384175" y="4508633"/>
            <a:ext cx="5403308" cy="1645913"/>
          </a:xfrm>
        </p:spPr>
        <p:txBody>
          <a:bodyPr anchor="t">
            <a:noAutofit/>
          </a:bodyPr>
          <a:lstStyle>
            <a:lvl1pPr marL="0" indent="0">
              <a:buNone/>
              <a:defRPr sz="1400" b="0"/>
            </a:lvl1pPr>
            <a:lvl2pPr marL="457200" indent="0">
              <a:buNone/>
              <a:defRPr sz="1800" b="1"/>
            </a:lvl2pPr>
            <a:lvl3pPr marL="914400" indent="0">
              <a:buNone/>
              <a:defRPr sz="1800" b="1"/>
            </a:lvl3pPr>
            <a:lvl4pPr marL="1371600" indent="0">
              <a:buNone/>
              <a:defRPr sz="1800" b="1"/>
            </a:lvl4pPr>
            <a:lvl5pPr marL="1828800" indent="0">
              <a:buNone/>
              <a:defRPr sz="1800" b="1"/>
            </a:lvl5pPr>
          </a:lstStyle>
          <a:p>
            <a:pPr lvl="0"/>
            <a:r>
              <a:rPr lang="en-GB"/>
              <a:t>Copy</a:t>
            </a:r>
            <a:endParaRPr lang="en-US"/>
          </a:p>
        </p:txBody>
      </p:sp>
      <p:sp>
        <p:nvSpPr>
          <p:cNvPr id="9" name="Picture Placeholder 8">
            <a:extLst>
              <a:ext uri="{FF2B5EF4-FFF2-40B4-BE49-F238E27FC236}">
                <a16:creationId xmlns:a16="http://schemas.microsoft.com/office/drawing/2014/main" id="{CC0A8F83-7E33-1521-974A-F980172DB5C9}"/>
              </a:ext>
            </a:extLst>
          </p:cNvPr>
          <p:cNvSpPr>
            <a:spLocks noGrp="1"/>
          </p:cNvSpPr>
          <p:nvPr>
            <p:ph type="pic" sz="quarter" idx="11"/>
          </p:nvPr>
        </p:nvSpPr>
        <p:spPr>
          <a:xfrm>
            <a:off x="6070600" y="0"/>
            <a:ext cx="6118800" cy="6858000"/>
          </a:xfrm>
          <a:custGeom>
            <a:avLst/>
            <a:gdLst>
              <a:gd name="connsiteX0" fmla="*/ 3049853 w 6118800"/>
              <a:gd name="connsiteY0" fmla="*/ 0 h 6858000"/>
              <a:gd name="connsiteX1" fmla="*/ 6118800 w 6118800"/>
              <a:gd name="connsiteY1" fmla="*/ 0 h 6858000"/>
              <a:gd name="connsiteX2" fmla="*/ 6118800 w 6118800"/>
              <a:gd name="connsiteY2" fmla="*/ 6858000 h 6858000"/>
              <a:gd name="connsiteX3" fmla="*/ 0 w 61188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118800" h="6858000">
                <a:moveTo>
                  <a:pt x="3049853" y="0"/>
                </a:moveTo>
                <a:lnTo>
                  <a:pt x="6118800" y="0"/>
                </a:lnTo>
                <a:lnTo>
                  <a:pt x="6118800" y="6858000"/>
                </a:lnTo>
                <a:lnTo>
                  <a:pt x="0" y="6858000"/>
                </a:lnTo>
                <a:close/>
              </a:path>
            </a:pathLst>
          </a:custGeom>
        </p:spPr>
        <p:txBody>
          <a:bodyPr wrap="square" anchor="ctr">
            <a:noAutofit/>
          </a:bodyPr>
          <a:lstStyle>
            <a:lvl1pPr marL="0" indent="0" algn="ctr">
              <a:buNone/>
              <a:defRPr sz="1400"/>
            </a:lvl1pPr>
          </a:lstStyle>
          <a:p>
            <a:endParaRPr lang="en-US"/>
          </a:p>
        </p:txBody>
      </p:sp>
      <p:sp>
        <p:nvSpPr>
          <p:cNvPr id="2" name="Title 1">
            <a:extLst>
              <a:ext uri="{FF2B5EF4-FFF2-40B4-BE49-F238E27FC236}">
                <a16:creationId xmlns:a16="http://schemas.microsoft.com/office/drawing/2014/main" id="{9F05A3DA-FBE7-CD5B-5B77-C5C261C636A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4213579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lour slide - 1">
    <p:bg>
      <p:bgPr>
        <a:solidFill>
          <a:schemeClr val="accent2"/>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694BD34-3180-D411-4A2B-6BA518A170F0}"/>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lvl1pPr>
          </a:lstStyle>
          <a:p>
            <a:pPr marL="0" lvl="0" indent="0">
              <a:buNone/>
            </a:pPr>
            <a:r>
              <a:rPr lang="en-GB"/>
              <a:t>Optional sub-head</a:t>
            </a:r>
            <a:endParaRPr lang="en-US"/>
          </a:p>
        </p:txBody>
      </p:sp>
      <p:sp>
        <p:nvSpPr>
          <p:cNvPr id="2" name="Title 1">
            <a:extLst>
              <a:ext uri="{FF2B5EF4-FFF2-40B4-BE49-F238E27FC236}">
                <a16:creationId xmlns:a16="http://schemas.microsoft.com/office/drawing/2014/main" id="{8581B42F-3040-A0A7-E1E6-5FD802E2746B}"/>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3178895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olour slide - 2">
    <p:bg>
      <p:bgPr>
        <a:solidFill>
          <a:schemeClr val="accent4"/>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E435F4B-8E8A-47A0-944B-5D9538AF4EA8}"/>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a:extLst>
              <a:ext uri="{FF2B5EF4-FFF2-40B4-BE49-F238E27FC236}">
                <a16:creationId xmlns:a16="http://schemas.microsoft.com/office/drawing/2014/main" id="{A0E48206-BC0C-47BD-8FE1-900014F50460}"/>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Personal</a:t>
            </a:r>
          </a:p>
        </p:txBody>
      </p:sp>
      <p:pic>
        <p:nvPicPr>
          <p:cNvPr id="8" name="Graphic 7">
            <a:extLst>
              <a:ext uri="{FF2B5EF4-FFF2-40B4-BE49-F238E27FC236}">
                <a16:creationId xmlns:a16="http://schemas.microsoft.com/office/drawing/2014/main" id="{D712C01A-ACE0-4CE0-8754-8A6F869B3FC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6321119"/>
            <a:ext cx="739897" cy="245411"/>
          </a:xfrm>
          <a:prstGeom prst="rect">
            <a:avLst/>
          </a:prstGeom>
        </p:spPr>
      </p:pic>
      <p:sp>
        <p:nvSpPr>
          <p:cNvPr id="9" name="bg object 18">
            <a:extLst>
              <a:ext uri="{FF2B5EF4-FFF2-40B4-BE49-F238E27FC236}">
                <a16:creationId xmlns:a16="http://schemas.microsoft.com/office/drawing/2014/main" id="{B8FE5730-15CF-45F0-AB3C-EC8D491D8C11}"/>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0" name="TextBox 9">
            <a:extLst>
              <a:ext uri="{FF2B5EF4-FFF2-40B4-BE49-F238E27FC236}">
                <a16:creationId xmlns:a16="http://schemas.microsoft.com/office/drawing/2014/main" id="{78CECE90-0B6C-497D-ADB5-F0A29B2D0031}"/>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sp>
        <p:nvSpPr>
          <p:cNvPr id="3" name="Title 2">
            <a:extLst>
              <a:ext uri="{FF2B5EF4-FFF2-40B4-BE49-F238E27FC236}">
                <a16:creationId xmlns:a16="http://schemas.microsoft.com/office/drawing/2014/main" id="{8AD47C1A-2C59-B90D-9F24-CEE7BA4750EE}"/>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39881310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Colour slide - 3">
    <p:bg>
      <p:bgPr>
        <a:solidFill>
          <a:schemeClr val="accent1"/>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76D36AB-DAB0-6AAE-8698-A08D0635F1CA}"/>
              </a:ext>
            </a:extLst>
          </p:cNvPr>
          <p:cNvSpPr>
            <a:spLocks noGrp="1"/>
          </p:cNvSpPr>
          <p:nvPr>
            <p:ph type="body" sz="quarter" idx="10" hasCustomPrompt="1"/>
          </p:nvPr>
        </p:nvSpPr>
        <p:spPr>
          <a:xfrm>
            <a:off x="381000" y="1170535"/>
            <a:ext cx="11430000" cy="446088"/>
          </a:xfrm>
        </p:spPr>
        <p:txBody>
          <a:bodyPr vert="horz" lIns="91440" tIns="45720" rIns="91440" bIns="45720" rtlCol="0" anchor="ctr">
            <a:noAutofit/>
          </a:bodyPr>
          <a:lstStyle>
            <a:lvl1pPr>
              <a:defRPr lang="en-US" sz="1600" dirty="0">
                <a:solidFill>
                  <a:schemeClr val="bg1"/>
                </a:solidFill>
              </a:defRPr>
            </a:lvl1pPr>
          </a:lstStyle>
          <a:p>
            <a:pPr marL="0" lvl="0" indent="0">
              <a:buNone/>
            </a:pPr>
            <a:r>
              <a:rPr lang="en-GB"/>
              <a:t>Optional sub-head</a:t>
            </a:r>
            <a:endParaRPr lang="en-US"/>
          </a:p>
        </p:txBody>
      </p:sp>
      <p:sp>
        <p:nvSpPr>
          <p:cNvPr id="7" name="TextBox 6">
            <a:extLst>
              <a:ext uri="{FF2B5EF4-FFF2-40B4-BE49-F238E27FC236}">
                <a16:creationId xmlns:a16="http://schemas.microsoft.com/office/drawing/2014/main" id="{B58DF92B-444B-450C-B2F4-A79799B25837}"/>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Personal</a:t>
            </a:r>
          </a:p>
        </p:txBody>
      </p:sp>
      <p:pic>
        <p:nvPicPr>
          <p:cNvPr id="8" name="Graphic 7">
            <a:extLst>
              <a:ext uri="{FF2B5EF4-FFF2-40B4-BE49-F238E27FC236}">
                <a16:creationId xmlns:a16="http://schemas.microsoft.com/office/drawing/2014/main" id="{B772C313-D795-46AE-8166-2389B0354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83908" y="6321119"/>
            <a:ext cx="739897" cy="245411"/>
          </a:xfrm>
          <a:prstGeom prst="rect">
            <a:avLst/>
          </a:prstGeom>
        </p:spPr>
      </p:pic>
      <p:sp>
        <p:nvSpPr>
          <p:cNvPr id="9" name="bg object 18">
            <a:extLst>
              <a:ext uri="{FF2B5EF4-FFF2-40B4-BE49-F238E27FC236}">
                <a16:creationId xmlns:a16="http://schemas.microsoft.com/office/drawing/2014/main" id="{040C9277-5BEA-4CEB-83C3-1F9BF1AD2140}"/>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0" name="TextBox 9">
            <a:extLst>
              <a:ext uri="{FF2B5EF4-FFF2-40B4-BE49-F238E27FC236}">
                <a16:creationId xmlns:a16="http://schemas.microsoft.com/office/drawing/2014/main" id="{402B5150-995D-45C5-872C-41053A7CCDB2}"/>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1DEAD1E-EFFC-6957-6E8E-0B38F6BBB96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IN"/>
          </a:p>
        </p:txBody>
      </p:sp>
    </p:spTree>
    <p:extLst>
      <p:ext uri="{BB962C8B-B14F-4D97-AF65-F5344CB8AC3E}">
        <p14:creationId xmlns:p14="http://schemas.microsoft.com/office/powerpoint/2010/main" val="39169642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A6921CE-6E1E-C202-1B66-BB421D84D6D8}"/>
              </a:ext>
            </a:extLst>
          </p:cNvPr>
          <p:cNvGrpSpPr/>
          <p:nvPr userDrawn="1"/>
        </p:nvGrpSpPr>
        <p:grpSpPr>
          <a:xfrm>
            <a:off x="4664822" y="1853965"/>
            <a:ext cx="7527178" cy="3172826"/>
            <a:chOff x="6843171" y="2880169"/>
            <a:chExt cx="13261527" cy="5589946"/>
          </a:xfrm>
        </p:grpSpPr>
        <p:sp>
          <p:nvSpPr>
            <p:cNvPr id="10" name="object 3">
              <a:extLst>
                <a:ext uri="{FF2B5EF4-FFF2-40B4-BE49-F238E27FC236}">
                  <a16:creationId xmlns:a16="http://schemas.microsoft.com/office/drawing/2014/main" id="{FD4D5D13-8FCC-5EAE-58A6-A87C971D22EF}"/>
                </a:ext>
              </a:extLst>
            </p:cNvPr>
            <p:cNvSpPr/>
            <p:nvPr/>
          </p:nvSpPr>
          <p:spPr>
            <a:xfrm>
              <a:off x="11915702" y="5512356"/>
              <a:ext cx="1968500" cy="2938780"/>
            </a:xfrm>
            <a:custGeom>
              <a:avLst/>
              <a:gdLst/>
              <a:ahLst/>
              <a:cxnLst/>
              <a:rect l="l" t="t" r="r" b="b"/>
              <a:pathLst>
                <a:path w="1968500" h="2938779">
                  <a:moveTo>
                    <a:pt x="1968128" y="1983897"/>
                  </a:moveTo>
                  <a:lnTo>
                    <a:pt x="1403213" y="2938350"/>
                  </a:lnTo>
                  <a:lnTo>
                    <a:pt x="0" y="954358"/>
                  </a:lnTo>
                  <a:lnTo>
                    <a:pt x="564872" y="0"/>
                  </a:lnTo>
                  <a:lnTo>
                    <a:pt x="1968128" y="1983897"/>
                  </a:lnTo>
                  <a:close/>
                </a:path>
              </a:pathLst>
            </a:custGeom>
            <a:ln w="18962">
              <a:solidFill>
                <a:srgbClr val="FF6196"/>
              </a:solidFill>
            </a:ln>
          </p:spPr>
          <p:txBody>
            <a:bodyPr wrap="square" lIns="0" tIns="0" rIns="0" bIns="0" rtlCol="0"/>
            <a:lstStyle/>
            <a:p>
              <a:endParaRPr/>
            </a:p>
          </p:txBody>
        </p:sp>
        <p:sp>
          <p:nvSpPr>
            <p:cNvPr id="11" name="object 4">
              <a:extLst>
                <a:ext uri="{FF2B5EF4-FFF2-40B4-BE49-F238E27FC236}">
                  <a16:creationId xmlns:a16="http://schemas.microsoft.com/office/drawing/2014/main" id="{021EFEF1-7524-14D5-6032-5D75D9F50837}"/>
                </a:ext>
              </a:extLst>
            </p:cNvPr>
            <p:cNvSpPr/>
            <p:nvPr/>
          </p:nvSpPr>
          <p:spPr>
            <a:xfrm>
              <a:off x="15772093" y="3874620"/>
              <a:ext cx="4332605" cy="4595495"/>
            </a:xfrm>
            <a:custGeom>
              <a:avLst/>
              <a:gdLst/>
              <a:ahLst/>
              <a:cxnLst/>
              <a:rect l="l" t="t" r="r" b="b"/>
              <a:pathLst>
                <a:path w="4332605" h="4595495">
                  <a:moveTo>
                    <a:pt x="0" y="2343101"/>
                  </a:moveTo>
                  <a:lnTo>
                    <a:pt x="4332006" y="4595492"/>
                  </a:lnTo>
                </a:path>
                <a:path w="4332605" h="4595495">
                  <a:moveTo>
                    <a:pt x="4332006" y="2197142"/>
                  </a:moveTo>
                  <a:lnTo>
                    <a:pt x="149073" y="0"/>
                  </a:lnTo>
                  <a:lnTo>
                    <a:pt x="0" y="2343101"/>
                  </a:lnTo>
                </a:path>
              </a:pathLst>
            </a:custGeom>
            <a:ln w="18962">
              <a:solidFill>
                <a:srgbClr val="FF6196"/>
              </a:solidFill>
            </a:ln>
          </p:spPr>
          <p:txBody>
            <a:bodyPr wrap="square" lIns="0" tIns="0" rIns="0" bIns="0" rtlCol="0"/>
            <a:lstStyle/>
            <a:p>
              <a:endParaRPr/>
            </a:p>
          </p:txBody>
        </p:sp>
        <p:sp>
          <p:nvSpPr>
            <p:cNvPr id="12" name="object 5">
              <a:extLst>
                <a:ext uri="{FF2B5EF4-FFF2-40B4-BE49-F238E27FC236}">
                  <a16:creationId xmlns:a16="http://schemas.microsoft.com/office/drawing/2014/main" id="{2734B5CF-10E2-0AFB-EA4E-1673608BFA24}"/>
                </a:ext>
              </a:extLst>
            </p:cNvPr>
            <p:cNvSpPr/>
            <p:nvPr/>
          </p:nvSpPr>
          <p:spPr>
            <a:xfrm>
              <a:off x="6843171" y="2880169"/>
              <a:ext cx="3718560" cy="3296285"/>
            </a:xfrm>
            <a:custGeom>
              <a:avLst/>
              <a:gdLst/>
              <a:ahLst/>
              <a:cxnLst/>
              <a:rect l="l" t="t" r="r" b="b"/>
              <a:pathLst>
                <a:path w="3718559" h="3296285">
                  <a:moveTo>
                    <a:pt x="2086596" y="0"/>
                  </a:moveTo>
                  <a:lnTo>
                    <a:pt x="0" y="2983008"/>
                  </a:lnTo>
                  <a:lnTo>
                    <a:pt x="1631699" y="3296161"/>
                  </a:lnTo>
                  <a:lnTo>
                    <a:pt x="3718200" y="313194"/>
                  </a:lnTo>
                  <a:lnTo>
                    <a:pt x="2086596" y="0"/>
                  </a:lnTo>
                  <a:close/>
                </a:path>
              </a:pathLst>
            </a:custGeom>
            <a:ln w="18962">
              <a:solidFill>
                <a:srgbClr val="FF6196"/>
              </a:solidFill>
            </a:ln>
          </p:spPr>
          <p:txBody>
            <a:bodyPr wrap="square" lIns="0" tIns="0" rIns="0" bIns="0" rtlCol="0"/>
            <a:lstStyle/>
            <a:p>
              <a:endParaRPr/>
            </a:p>
          </p:txBody>
        </p:sp>
      </p:grpSp>
      <p:sp>
        <p:nvSpPr>
          <p:cNvPr id="4" name="object 12">
            <a:extLst>
              <a:ext uri="{FF2B5EF4-FFF2-40B4-BE49-F238E27FC236}">
                <a16:creationId xmlns:a16="http://schemas.microsoft.com/office/drawing/2014/main" id="{AB432B6B-B4FB-FC09-9CDE-F1D56E511984}"/>
              </a:ext>
            </a:extLst>
          </p:cNvPr>
          <p:cNvSpPr txBox="1">
            <a:spLocks/>
          </p:cNvSpPr>
          <p:nvPr userDrawn="1"/>
        </p:nvSpPr>
        <p:spPr>
          <a:xfrm>
            <a:off x="288132" y="1642095"/>
            <a:ext cx="654025" cy="1538883"/>
          </a:xfrm>
          <a:prstGeom prst="rect">
            <a:avLst/>
          </a:prstGeom>
        </p:spPr>
        <p:txBody>
          <a:bodyPr vert="horz" wrap="none" lIns="0" tIns="0" rIns="0" bIns="0" rtlCol="0" anchor="t">
            <a:spAutoFit/>
          </a:bodyPr>
          <a:lstStyle>
            <a:lvl1pPr algn="l" defTabSz="914400" rtl="0" eaLnBrk="1" latinLnBrk="0" hangingPunct="1">
              <a:lnSpc>
                <a:spcPct val="90000"/>
              </a:lnSpc>
              <a:spcBef>
                <a:spcPct val="0"/>
              </a:spcBef>
              <a:buNone/>
              <a:defRPr sz="2600" b="1" kern="1200">
                <a:solidFill>
                  <a:schemeClr val="bg1"/>
                </a:solidFill>
                <a:latin typeface="Arial" panose="020B0604020202020204" pitchFamily="34" charset="0"/>
                <a:ea typeface="+mj-ea"/>
                <a:cs typeface="Arial" panose="020B0604020202020204" pitchFamily="34" charset="0"/>
              </a:defRPr>
            </a:lvl1pPr>
          </a:lstStyle>
          <a:p>
            <a:pPr marL="12700">
              <a:lnSpc>
                <a:spcPct val="100000"/>
              </a:lnSpc>
              <a:spcBef>
                <a:spcPts val="140"/>
              </a:spcBef>
              <a:tabLst>
                <a:tab pos="9925685" algn="l"/>
              </a:tabLst>
            </a:pPr>
            <a:r>
              <a:rPr lang="en-GB" sz="10000"/>
              <a:t>“</a:t>
            </a:r>
          </a:p>
        </p:txBody>
      </p:sp>
      <p:sp>
        <p:nvSpPr>
          <p:cNvPr id="6" name="Text Placeholder 5">
            <a:extLst>
              <a:ext uri="{FF2B5EF4-FFF2-40B4-BE49-F238E27FC236}">
                <a16:creationId xmlns:a16="http://schemas.microsoft.com/office/drawing/2014/main" id="{3606B65F-581D-D5A9-59B6-C552ABF69CDB}"/>
              </a:ext>
            </a:extLst>
          </p:cNvPr>
          <p:cNvSpPr>
            <a:spLocks noGrp="1"/>
          </p:cNvSpPr>
          <p:nvPr>
            <p:ph type="body" sz="quarter" idx="11" hasCustomPrompt="1"/>
          </p:nvPr>
        </p:nvSpPr>
        <p:spPr>
          <a:xfrm>
            <a:off x="857723" y="2609504"/>
            <a:ext cx="7426326" cy="2598117"/>
          </a:xfrm>
        </p:spPr>
        <p:txBody>
          <a:bodyPr>
            <a:normAutofit/>
          </a:bodyPr>
          <a:lstStyle>
            <a:lvl1pPr marL="0" indent="0">
              <a:buNone/>
              <a:defRPr sz="3600"/>
            </a:lvl1pPr>
          </a:lstStyle>
          <a:p>
            <a:pPr lvl="0"/>
            <a:r>
              <a:rPr lang="en-GB"/>
              <a:t>Delivering a streamlined reporting service that gives a direct and transparent view of the quality of our work, and creates value for customers and World Courier.</a:t>
            </a:r>
            <a:endParaRPr lang="en-US"/>
          </a:p>
        </p:txBody>
      </p:sp>
      <p:sp>
        <p:nvSpPr>
          <p:cNvPr id="13" name="Title 1">
            <a:extLst>
              <a:ext uri="{FF2B5EF4-FFF2-40B4-BE49-F238E27FC236}">
                <a16:creationId xmlns:a16="http://schemas.microsoft.com/office/drawing/2014/main" id="{FF63E76E-395A-FAA7-5830-77D4E7B59322}"/>
              </a:ext>
            </a:extLst>
          </p:cNvPr>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14" name="Text Placeholder 4">
            <a:extLst>
              <a:ext uri="{FF2B5EF4-FFF2-40B4-BE49-F238E27FC236}">
                <a16:creationId xmlns:a16="http://schemas.microsoft.com/office/drawing/2014/main" id="{0480C5E3-9738-AF69-964C-586C5CCA25A8}"/>
              </a:ext>
            </a:extLst>
          </p:cNvPr>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extLst>
      <p:ext uri="{BB962C8B-B14F-4D97-AF65-F5344CB8AC3E}">
        <p14:creationId xmlns:p14="http://schemas.microsoft.com/office/powerpoint/2010/main" val="6817408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_Blank">
    <p:bg>
      <p:bgPr>
        <a:solidFill>
          <a:schemeClr val="tx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160C7F-3E21-6602-9799-1D43D797C89F}"/>
              </a:ext>
            </a:extLst>
          </p:cNvPr>
          <p:cNvSpPr>
            <a:spLocks noGrp="1"/>
          </p:cNvSpPr>
          <p:nvPr>
            <p:ph type="title"/>
          </p:nvPr>
        </p:nvSpPr>
        <p:spPr>
          <a:xfrm>
            <a:off x="381000" y="365125"/>
            <a:ext cx="11430000" cy="814521"/>
          </a:xfrm>
        </p:spPr>
        <p:txBody>
          <a:bodyPr/>
          <a:lstStyle/>
          <a:p>
            <a:r>
              <a:rPr lang="en-GB"/>
              <a:t>Click to edit Master title style</a:t>
            </a:r>
            <a:endParaRPr lang="en-US"/>
          </a:p>
        </p:txBody>
      </p:sp>
      <p:sp>
        <p:nvSpPr>
          <p:cNvPr id="5" name="Text Placeholder 4">
            <a:extLst>
              <a:ext uri="{FF2B5EF4-FFF2-40B4-BE49-F238E27FC236}">
                <a16:creationId xmlns:a16="http://schemas.microsoft.com/office/drawing/2014/main" id="{A6B6BCD8-1A39-0611-98FD-FFF847660C58}"/>
              </a:ext>
            </a:extLst>
          </p:cNvPr>
          <p:cNvSpPr>
            <a:spLocks noGrp="1"/>
          </p:cNvSpPr>
          <p:nvPr>
            <p:ph type="body" sz="quarter" idx="10" hasCustomPrompt="1"/>
          </p:nvPr>
        </p:nvSpPr>
        <p:spPr>
          <a:xfrm>
            <a:off x="381000" y="1179646"/>
            <a:ext cx="11430000" cy="446088"/>
          </a:xfrm>
        </p:spPr>
        <p:txBody>
          <a:bodyPr vert="horz" lIns="91440" tIns="45720" rIns="91440" bIns="45720" rtlCol="0" anchor="ctr">
            <a:noAutofit/>
          </a:bodyPr>
          <a:lstStyle>
            <a:lvl1pPr>
              <a:defRPr lang="en-US" sz="1600" baseline="0" dirty="0">
                <a:solidFill>
                  <a:schemeClr val="bg1"/>
                </a:solidFill>
              </a:defRPr>
            </a:lvl1pPr>
          </a:lstStyle>
          <a:p>
            <a:pPr marL="0" lvl="0" indent="0">
              <a:spcBef>
                <a:spcPts val="1200"/>
              </a:spcBef>
              <a:buNone/>
            </a:pPr>
            <a:r>
              <a:rPr lang="en-GB"/>
              <a:t>Optional sub-head</a:t>
            </a:r>
            <a:endParaRPr lang="en-US"/>
          </a:p>
        </p:txBody>
      </p:sp>
    </p:spTree>
    <p:extLst>
      <p:ext uri="{BB962C8B-B14F-4D97-AF65-F5344CB8AC3E}">
        <p14:creationId xmlns:p14="http://schemas.microsoft.com/office/powerpoint/2010/main" val="337530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2.svg"/><Relationship Id="rId5" Type="http://schemas.openxmlformats.org/officeDocument/2006/relationships/slideLayout" Target="../slideLayouts/slideLayout16.xml"/><Relationship Id="rId10" Type="http://schemas.openxmlformats.org/officeDocument/2006/relationships/tags" Target="../tags/tag13.xml"/><Relationship Id="rId4" Type="http://schemas.openxmlformats.org/officeDocument/2006/relationships/slideLayout" Target="../slideLayouts/slideLayout1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2.xml"/><Relationship Id="rId18" Type="http://schemas.openxmlformats.org/officeDocument/2006/relationships/slideLayout" Target="../slideLayouts/slideLayout37.xml"/><Relationship Id="rId26" Type="http://schemas.openxmlformats.org/officeDocument/2006/relationships/slideLayout" Target="../slideLayouts/slideLayout45.xml"/><Relationship Id="rId39" Type="http://schemas.openxmlformats.org/officeDocument/2006/relationships/slideLayout" Target="../slideLayouts/slideLayout58.xml"/><Relationship Id="rId21" Type="http://schemas.openxmlformats.org/officeDocument/2006/relationships/slideLayout" Target="../slideLayouts/slideLayout40.xml"/><Relationship Id="rId34" Type="http://schemas.openxmlformats.org/officeDocument/2006/relationships/slideLayout" Target="../slideLayouts/slideLayout53.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slideLayout" Target="../slideLayouts/slideLayout39.xml"/><Relationship Id="rId29" Type="http://schemas.openxmlformats.org/officeDocument/2006/relationships/slideLayout" Target="../slideLayouts/slideLayout48.xml"/><Relationship Id="rId41" Type="http://schemas.openxmlformats.org/officeDocument/2006/relationships/image" Target="../media/image1.svg"/><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24" Type="http://schemas.openxmlformats.org/officeDocument/2006/relationships/slideLayout" Target="../slideLayouts/slideLayout43.xml"/><Relationship Id="rId32" Type="http://schemas.openxmlformats.org/officeDocument/2006/relationships/slideLayout" Target="../slideLayouts/slideLayout51.xml"/><Relationship Id="rId37" Type="http://schemas.openxmlformats.org/officeDocument/2006/relationships/slideLayout" Target="../slideLayouts/slideLayout56.xml"/><Relationship Id="rId40" Type="http://schemas.openxmlformats.org/officeDocument/2006/relationships/theme" Target="../theme/theme3.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23" Type="http://schemas.openxmlformats.org/officeDocument/2006/relationships/slideLayout" Target="../slideLayouts/slideLayout42.xml"/><Relationship Id="rId28" Type="http://schemas.openxmlformats.org/officeDocument/2006/relationships/slideLayout" Target="../slideLayouts/slideLayout47.xml"/><Relationship Id="rId36" Type="http://schemas.openxmlformats.org/officeDocument/2006/relationships/slideLayout" Target="../slideLayouts/slideLayout55.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31" Type="http://schemas.openxmlformats.org/officeDocument/2006/relationships/slideLayout" Target="../slideLayouts/slideLayout50.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 Id="rId22" Type="http://schemas.openxmlformats.org/officeDocument/2006/relationships/slideLayout" Target="../slideLayouts/slideLayout41.xml"/><Relationship Id="rId27" Type="http://schemas.openxmlformats.org/officeDocument/2006/relationships/slideLayout" Target="../slideLayouts/slideLayout46.xml"/><Relationship Id="rId30" Type="http://schemas.openxmlformats.org/officeDocument/2006/relationships/slideLayout" Target="../slideLayouts/slideLayout49.xml"/><Relationship Id="rId35" Type="http://schemas.openxmlformats.org/officeDocument/2006/relationships/slideLayout" Target="../slideLayouts/slideLayout54.xml"/><Relationship Id="rId8" Type="http://schemas.openxmlformats.org/officeDocument/2006/relationships/slideLayout" Target="../slideLayouts/slideLayout27.xml"/><Relationship Id="rId3" Type="http://schemas.openxmlformats.org/officeDocument/2006/relationships/slideLayout" Target="../slideLayouts/slideLayout22.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5" Type="http://schemas.openxmlformats.org/officeDocument/2006/relationships/slideLayout" Target="../slideLayouts/slideLayout44.xml"/><Relationship Id="rId33" Type="http://schemas.openxmlformats.org/officeDocument/2006/relationships/slideLayout" Target="../slideLayouts/slideLayout52.xml"/><Relationship Id="rId38" Type="http://schemas.openxmlformats.org/officeDocument/2006/relationships/slideLayout" Target="../slideLayouts/slideLayout57.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0.xml"/><Relationship Id="rId1" Type="http://schemas.openxmlformats.org/officeDocument/2006/relationships/slideLayout" Target="../slideLayouts/slideLayout59.xml"/><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229A4E-DB65-446D-9634-A4520D14CF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AADDC-A1DD-46B3-89BE-C6244EF0A8E6}" type="datetime4">
              <a:rPr lang="en-GB" smtClean="0"/>
              <a:t>24 June 2026</a:t>
            </a:fld>
            <a:endParaRPr lang="en-GB"/>
          </a:p>
        </p:txBody>
      </p:sp>
    </p:spTree>
    <p:custDataLst>
      <p:tags r:id="rId13"/>
    </p:custDataLst>
    <p:extLst>
      <p:ext uri="{BB962C8B-B14F-4D97-AF65-F5344CB8AC3E}">
        <p14:creationId xmlns:p14="http://schemas.microsoft.com/office/powerpoint/2010/main" val="158299046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6" r:id="rId6"/>
    <p:sldLayoutId id="2147483677" r:id="rId7"/>
    <p:sldLayoutId id="2147483678" r:id="rId8"/>
    <p:sldLayoutId id="2147483680" r:id="rId9"/>
    <p:sldLayoutId id="2147483710" r:id="rId10"/>
    <p:sldLayoutId id="2147483751" r:id="rId11"/>
  </p:sldLayoutIdLst>
  <p:hf sldNum="0" hdr="0" ftr="0"/>
  <p:txStyles>
    <p:titleStyle>
      <a:lvl1pPr algn="l" defTabSz="914400" rtl="0" eaLnBrk="1" latinLnBrk="0" hangingPunct="1">
        <a:lnSpc>
          <a:spcPct val="90000"/>
        </a:lnSpc>
        <a:spcBef>
          <a:spcPct val="0"/>
        </a:spcBef>
        <a:buNone/>
        <a:defRPr sz="40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1440" tIns="45720" rIns="91440" bIns="4572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bg object 18">
            <a:extLst>
              <a:ext uri="{FF2B5EF4-FFF2-40B4-BE49-F238E27FC236}">
                <a16:creationId xmlns:a16="http://schemas.microsoft.com/office/drawing/2014/main" id="{12F9AF8E-F443-9242-CE3B-F010F16832CE}"/>
              </a:ext>
            </a:extLst>
          </p:cNvPr>
          <p:cNvSpPr/>
          <p:nvPr userDrawn="1"/>
        </p:nvSpPr>
        <p:spPr>
          <a:xfrm>
            <a:off x="11307847" y="6413630"/>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4" name="TextBox 13">
            <a:extLst>
              <a:ext uri="{FF2B5EF4-FFF2-40B4-BE49-F238E27FC236}">
                <a16:creationId xmlns:a16="http://schemas.microsoft.com/office/drawing/2014/main" id="{E8D733C1-E61E-CFF1-452A-73029B0577D6}"/>
              </a:ext>
            </a:extLst>
          </p:cNvPr>
          <p:cNvSpPr txBox="1"/>
          <p:nvPr userDrawn="1"/>
        </p:nvSpPr>
        <p:spPr>
          <a:xfrm>
            <a:off x="1610591" y="6413631"/>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Personal</a:t>
            </a:r>
          </a:p>
        </p:txBody>
      </p:sp>
      <p:sp>
        <p:nvSpPr>
          <p:cNvPr id="15" name="TextBox 14">
            <a:extLst>
              <a:ext uri="{FF2B5EF4-FFF2-40B4-BE49-F238E27FC236}">
                <a16:creationId xmlns:a16="http://schemas.microsoft.com/office/drawing/2014/main" id="{1B758F04-8CD8-E2F8-C107-75E95DDA898D}"/>
              </a:ext>
            </a:extLst>
          </p:cNvPr>
          <p:cNvSpPr txBox="1"/>
          <p:nvPr userDrawn="1"/>
        </p:nvSpPr>
        <p:spPr>
          <a:xfrm>
            <a:off x="11464173" y="6413630"/>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Arial" panose="020B0604020202020204" pitchFamily="34" charset="0"/>
                <a:cs typeface="Arial" panose="020B0604020202020204" pitchFamily="34" charset="0"/>
              </a:rPr>
              <a:t>‹#›</a:t>
            </a:fld>
            <a:endParaRPr lang="en-US" sz="800">
              <a:solidFill>
                <a:schemeClr val="tx1"/>
              </a:solidFill>
              <a:latin typeface="Arial" panose="020B0604020202020204" pitchFamily="34" charset="0"/>
              <a:cs typeface="Arial" panose="020B0604020202020204" pitchFamily="34" charset="0"/>
            </a:endParaRPr>
          </a:p>
        </p:txBody>
      </p:sp>
      <p:pic>
        <p:nvPicPr>
          <p:cNvPr id="16" name="Graphic 15">
            <a:extLst>
              <a:ext uri="{FF2B5EF4-FFF2-40B4-BE49-F238E27FC236}">
                <a16:creationId xmlns:a16="http://schemas.microsoft.com/office/drawing/2014/main" id="{D9CDDFE7-CC48-8FE6-7550-23F59404E9A6}"/>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383908" y="6383663"/>
            <a:ext cx="739897" cy="245411"/>
          </a:xfrm>
          <a:prstGeom prst="rect">
            <a:avLst/>
          </a:prstGeom>
        </p:spPr>
      </p:pic>
    </p:spTree>
    <p:custDataLst>
      <p:tags r:id="rId10"/>
    </p:custDataLst>
    <p:extLst>
      <p:ext uri="{BB962C8B-B14F-4D97-AF65-F5344CB8AC3E}">
        <p14:creationId xmlns:p14="http://schemas.microsoft.com/office/powerpoint/2010/main" val="84974861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Lst>
  <p:hf sldNum="0" hdr="0" ftr="0"/>
  <p:txStyles>
    <p:titleStyle>
      <a:lvl1pPr algn="l" defTabSz="914400" rtl="0" eaLnBrk="1" latinLnBrk="0" hangingPunct="1">
        <a:lnSpc>
          <a:spcPct val="90000"/>
        </a:lnSpc>
        <a:spcBef>
          <a:spcPct val="0"/>
        </a:spcBef>
        <a:buNone/>
        <a:defRPr sz="4000" b="1" kern="1200">
          <a:solidFill>
            <a:schemeClr val="bg1"/>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958265"/>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90000" tIns="90000" rIns="90000" bIns="9000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bg object 18">
            <a:extLst>
              <a:ext uri="{FF2B5EF4-FFF2-40B4-BE49-F238E27FC236}">
                <a16:creationId xmlns:a16="http://schemas.microsoft.com/office/drawing/2014/main" id="{F44A85DB-87B7-A979-1C42-40DF5CB63808}"/>
              </a:ext>
            </a:extLst>
          </p:cNvPr>
          <p:cNvSpPr/>
          <p:nvPr userDrawn="1"/>
        </p:nvSpPr>
        <p:spPr>
          <a:xfrm>
            <a:off x="11307847" y="6413631"/>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rgbClr val="1A0F5C"/>
          </a:solidFill>
        </p:spPr>
        <p:txBody>
          <a:bodyPr wrap="square" lIns="0" tIns="0" rIns="0" bIns="0" rtlCol="0"/>
          <a:lstStyle/>
          <a:p>
            <a:endParaRPr/>
          </a:p>
        </p:txBody>
      </p:sp>
      <p:sp>
        <p:nvSpPr>
          <p:cNvPr id="15" name="TextBox 14">
            <a:extLst>
              <a:ext uri="{FF2B5EF4-FFF2-40B4-BE49-F238E27FC236}">
                <a16:creationId xmlns:a16="http://schemas.microsoft.com/office/drawing/2014/main" id="{6EA53D74-1490-616A-ABCB-1C69E2F86054}"/>
              </a:ext>
            </a:extLst>
          </p:cNvPr>
          <p:cNvSpPr txBox="1"/>
          <p:nvPr userDrawn="1"/>
        </p:nvSpPr>
        <p:spPr>
          <a:xfrm>
            <a:off x="1610591" y="6413631"/>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2"/>
                </a:solidFill>
                <a:latin typeface="+mn-lt"/>
                <a:cs typeface="Arial" panose="020B0604020202020204" pitchFamily="34" charset="0"/>
              </a:rPr>
              <a:t>Circulation</a:t>
            </a:r>
            <a:r>
              <a:rPr lang="en-GB" sz="800" spc="120">
                <a:solidFill>
                  <a:schemeClr val="bg2"/>
                </a:solidFill>
                <a:latin typeface="+mn-lt"/>
                <a:cs typeface="Arial" panose="020B0604020202020204" pitchFamily="34" charset="0"/>
              </a:rPr>
              <a:t> </a:t>
            </a:r>
            <a:r>
              <a:rPr lang="en-GB" sz="800" spc="55">
                <a:solidFill>
                  <a:schemeClr val="bg2"/>
                </a:solidFill>
                <a:latin typeface="+mn-lt"/>
                <a:cs typeface="Arial" panose="020B0604020202020204" pitchFamily="34" charset="0"/>
              </a:rPr>
              <a:t>Limited</a:t>
            </a:r>
            <a:r>
              <a:rPr lang="en-GB" sz="800" spc="125">
                <a:solidFill>
                  <a:schemeClr val="bg2"/>
                </a:solidFill>
                <a:latin typeface="+mn-lt"/>
                <a:cs typeface="Arial" panose="020B0604020202020204" pitchFamily="34" charset="0"/>
              </a:rPr>
              <a:t> </a:t>
            </a:r>
            <a:r>
              <a:rPr lang="en-GB" sz="800">
                <a:solidFill>
                  <a:schemeClr val="bg2"/>
                </a:solidFill>
                <a:latin typeface="+mn-lt"/>
                <a:cs typeface="Arial" panose="020B0604020202020204" pitchFamily="34" charset="0"/>
              </a:rPr>
              <a:t>–</a:t>
            </a:r>
            <a:r>
              <a:rPr lang="en-GB" sz="800" spc="120">
                <a:solidFill>
                  <a:schemeClr val="bg2"/>
                </a:solidFill>
                <a:latin typeface="+mn-lt"/>
                <a:cs typeface="Arial" panose="020B0604020202020204" pitchFamily="34" charset="0"/>
              </a:rPr>
              <a:t> </a:t>
            </a:r>
            <a:r>
              <a:rPr lang="en-GB" sz="800" spc="55">
                <a:solidFill>
                  <a:schemeClr val="bg2"/>
                </a:solidFill>
                <a:latin typeface="+mn-lt"/>
                <a:cs typeface="Arial" panose="020B0604020202020204" pitchFamily="34" charset="0"/>
              </a:rPr>
              <a:t>Personal</a:t>
            </a:r>
          </a:p>
        </p:txBody>
      </p:sp>
      <p:sp>
        <p:nvSpPr>
          <p:cNvPr id="17" name="TextBox 16">
            <a:extLst>
              <a:ext uri="{FF2B5EF4-FFF2-40B4-BE49-F238E27FC236}">
                <a16:creationId xmlns:a16="http://schemas.microsoft.com/office/drawing/2014/main" id="{2D91630A-C1B0-0EE4-82E5-2C18C033CC98}"/>
              </a:ext>
            </a:extLst>
          </p:cNvPr>
          <p:cNvSpPr txBox="1"/>
          <p:nvPr userDrawn="1"/>
        </p:nvSpPr>
        <p:spPr>
          <a:xfrm>
            <a:off x="11464173" y="6413631"/>
            <a:ext cx="571500" cy="215444"/>
          </a:xfrm>
          <a:prstGeom prst="rect">
            <a:avLst/>
          </a:prstGeom>
          <a:noFill/>
        </p:spPr>
        <p:txBody>
          <a:bodyPr wrap="square" rtlCol="0">
            <a:spAutoFit/>
          </a:bodyPr>
          <a:lstStyle/>
          <a:p>
            <a:fld id="{5CAB9123-6C5D-6742-A884-75399720DA2F}" type="slidenum">
              <a:rPr lang="en-US" sz="800" smtClean="0">
                <a:solidFill>
                  <a:schemeClr val="bg1"/>
                </a:solidFill>
                <a:latin typeface="+mn-lt"/>
                <a:cs typeface="Arial" panose="020B0604020202020204" pitchFamily="34" charset="0"/>
              </a:rPr>
              <a:t>‹#›</a:t>
            </a:fld>
            <a:endParaRPr lang="en-US" sz="800">
              <a:solidFill>
                <a:schemeClr val="bg1"/>
              </a:solidFill>
              <a:latin typeface="+mn-lt"/>
              <a:cs typeface="Arial" panose="020B0604020202020204" pitchFamily="34" charset="0"/>
            </a:endParaRPr>
          </a:p>
        </p:txBody>
      </p:sp>
      <p:pic>
        <p:nvPicPr>
          <p:cNvPr id="14" name="Graphic 13">
            <a:extLst>
              <a:ext uri="{FF2B5EF4-FFF2-40B4-BE49-F238E27FC236}">
                <a16:creationId xmlns:a16="http://schemas.microsoft.com/office/drawing/2014/main" id="{A692409C-91D8-0F83-A79B-C4478236DAB9}"/>
              </a:ext>
            </a:extLst>
          </p:cNvPr>
          <p:cNvPicPr>
            <a:picLocks noChangeAspect="1"/>
          </p:cNvPicPr>
          <p:nvPr userDrawn="1"/>
        </p:nvPicPr>
        <p:blipFill>
          <a:blip>
            <a:extLst>
              <a:ext uri="{96DAC541-7B7A-43D3-8B79-37D633B846F1}">
                <asvg:svgBlip xmlns:asvg="http://schemas.microsoft.com/office/drawing/2016/SVG/main" r:embed="rId41"/>
              </a:ext>
            </a:extLst>
          </a:blip>
          <a:stretch>
            <a:fillRect/>
          </a:stretch>
        </p:blipFill>
        <p:spPr>
          <a:xfrm>
            <a:off x="383908" y="6383663"/>
            <a:ext cx="739897" cy="245411"/>
          </a:xfrm>
          <a:prstGeom prst="rect">
            <a:avLst/>
          </a:prstGeom>
        </p:spPr>
      </p:pic>
    </p:spTree>
    <p:extLst>
      <p:ext uri="{BB962C8B-B14F-4D97-AF65-F5344CB8AC3E}">
        <p14:creationId xmlns:p14="http://schemas.microsoft.com/office/powerpoint/2010/main" val="3097252474"/>
      </p:ext>
    </p:extLst>
  </p:cSld>
  <p:clrMap bg1="lt1" tx1="dk1" bg2="lt2" tx2="dk2" accent1="accent1" accent2="accent2" accent3="accent3" accent4="accent4" accent5="accent5" accent6="accent6" hlink="hlink" folHlink="folHlink"/>
  <p:sldLayoutIdLst>
    <p:sldLayoutId id="2147483664" r:id="rId1"/>
    <p:sldLayoutId id="2147483713" r:id="rId2"/>
    <p:sldLayoutId id="2147483663" r:id="rId3"/>
    <p:sldLayoutId id="2147483660" r:id="rId4"/>
    <p:sldLayoutId id="2147483724" r:id="rId5"/>
    <p:sldLayoutId id="2147483725" r:id="rId6"/>
    <p:sldLayoutId id="2147483723" r:id="rId7"/>
    <p:sldLayoutId id="2147483726" r:id="rId8"/>
    <p:sldLayoutId id="2147483727" r:id="rId9"/>
    <p:sldLayoutId id="2147483662" r:id="rId10"/>
    <p:sldLayoutId id="2147483721" r:id="rId11"/>
    <p:sldLayoutId id="2147483722" r:id="rId12"/>
    <p:sldLayoutId id="2147483661" r:id="rId13"/>
    <p:sldLayoutId id="2147483714" r:id="rId14"/>
    <p:sldLayoutId id="2147483744" r:id="rId15"/>
    <p:sldLayoutId id="2147483742" r:id="rId16"/>
    <p:sldLayoutId id="2147483743" r:id="rId17"/>
    <p:sldLayoutId id="2147483715" r:id="rId18"/>
    <p:sldLayoutId id="2147483692" r:id="rId19"/>
    <p:sldLayoutId id="2147483717" r:id="rId20"/>
    <p:sldLayoutId id="2147483739" r:id="rId21"/>
    <p:sldLayoutId id="2147483718" r:id="rId22"/>
    <p:sldLayoutId id="2147483740" r:id="rId23"/>
    <p:sldLayoutId id="2147483719" r:id="rId24"/>
    <p:sldLayoutId id="2147483741" r:id="rId25"/>
    <p:sldLayoutId id="2147483720" r:id="rId26"/>
    <p:sldLayoutId id="2147483696" r:id="rId27"/>
    <p:sldLayoutId id="2147483711" r:id="rId28"/>
    <p:sldLayoutId id="2147483745" r:id="rId29"/>
    <p:sldLayoutId id="2147483746" r:id="rId30"/>
    <p:sldLayoutId id="2147483747" r:id="rId31"/>
    <p:sldLayoutId id="2147483693" r:id="rId32"/>
    <p:sldLayoutId id="2147483694" r:id="rId33"/>
    <p:sldLayoutId id="2147483695" r:id="rId34"/>
    <p:sldLayoutId id="2147483698" r:id="rId35"/>
    <p:sldLayoutId id="2147483697" r:id="rId36"/>
    <p:sldLayoutId id="2147483681" r:id="rId37"/>
    <p:sldLayoutId id="2147483682" r:id="rId38"/>
    <p:sldLayoutId id="2147483683" r:id="rId39"/>
  </p:sldLayoutIdLst>
  <p:hf sldNum="0" hdr="0" ftr="0"/>
  <p:txStyles>
    <p:titleStyle>
      <a:lvl1pPr algn="l" defTabSz="914400" rtl="0" eaLnBrk="1" latinLnBrk="0" hangingPunct="1">
        <a:lnSpc>
          <a:spcPct val="90000"/>
        </a:lnSpc>
        <a:spcBef>
          <a:spcPct val="0"/>
        </a:spcBef>
        <a:buNone/>
        <a:defRPr sz="2300" b="1" kern="1200">
          <a:solidFill>
            <a:schemeClr val="bg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76" userDrawn="1">
          <p15:clr>
            <a:srgbClr val="F26B43"/>
          </p15:clr>
        </p15:guide>
        <p15:guide id="2" pos="240" userDrawn="1">
          <p15:clr>
            <a:srgbClr val="F26B43"/>
          </p15:clr>
        </p15:guide>
        <p15:guide id="3" pos="7450" userDrawn="1">
          <p15:clr>
            <a:srgbClr val="F26B43"/>
          </p15:clr>
        </p15:guide>
        <p15:guide id="4" orient="horz" pos="113" userDrawn="1">
          <p15:clr>
            <a:srgbClr val="F26B43"/>
          </p15:clr>
        </p15:guide>
        <p15:guide id="5" orient="horz" pos="731" userDrawn="1">
          <p15:clr>
            <a:srgbClr val="F26B43"/>
          </p15:clr>
        </p15:guide>
        <p15:guide id="6" orient="horz" pos="1094" userDrawn="1">
          <p15:clr>
            <a:srgbClr val="F26B43"/>
          </p15:clr>
        </p15:guide>
        <p15:guide id="7" orient="horz" pos="951" userDrawn="1">
          <p15:clr>
            <a:srgbClr val="F26B43"/>
          </p15:clr>
        </p15:guide>
        <p15:guide id="8" pos="3840" userDrawn="1">
          <p15:clr>
            <a:srgbClr val="F26B43"/>
          </p15:clr>
        </p15:guide>
        <p15:guide id="9" pos="3786" userDrawn="1">
          <p15:clr>
            <a:srgbClr val="F26B43"/>
          </p15:clr>
        </p15:guide>
        <p15:guide id="10" pos="3901"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586848-F742-645F-A2C5-1F698FEAFE7C}"/>
              </a:ext>
            </a:extLst>
          </p:cNvPr>
          <p:cNvSpPr>
            <a:spLocks noGrp="1"/>
          </p:cNvSpPr>
          <p:nvPr>
            <p:ph type="title"/>
          </p:nvPr>
        </p:nvSpPr>
        <p:spPr>
          <a:xfrm>
            <a:off x="381000" y="180520"/>
            <a:ext cx="114300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472317-BCA6-85A8-36E7-0A0C80ED624B}"/>
              </a:ext>
            </a:extLst>
          </p:cNvPr>
          <p:cNvSpPr>
            <a:spLocks noGrp="1"/>
          </p:cNvSpPr>
          <p:nvPr>
            <p:ph type="body" idx="1"/>
          </p:nvPr>
        </p:nvSpPr>
        <p:spPr>
          <a:xfrm>
            <a:off x="381000" y="1749425"/>
            <a:ext cx="11430000" cy="4410075"/>
          </a:xfrm>
          <a:prstGeom prst="rect">
            <a:avLst/>
          </a:prstGeom>
        </p:spPr>
        <p:txBody>
          <a:bodyPr vert="horz" lIns="72000" tIns="45720" rIns="7200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bg object 18">
            <a:extLst>
              <a:ext uri="{FF2B5EF4-FFF2-40B4-BE49-F238E27FC236}">
                <a16:creationId xmlns:a16="http://schemas.microsoft.com/office/drawing/2014/main" id="{F44A85DB-87B7-A979-1C42-40DF5CB63808}"/>
              </a:ext>
            </a:extLst>
          </p:cNvPr>
          <p:cNvSpPr/>
          <p:nvPr userDrawn="1"/>
        </p:nvSpPr>
        <p:spPr>
          <a:xfrm>
            <a:off x="11307847" y="6356872"/>
            <a:ext cx="884153" cy="209659"/>
          </a:xfrm>
          <a:custGeom>
            <a:avLst/>
            <a:gdLst/>
            <a:ahLst/>
            <a:cxnLst/>
            <a:rect l="l" t="t" r="r" b="b"/>
            <a:pathLst>
              <a:path w="1566544" h="371475">
                <a:moveTo>
                  <a:pt x="214210" y="0"/>
                </a:moveTo>
                <a:lnTo>
                  <a:pt x="165100" y="0"/>
                </a:lnTo>
                <a:lnTo>
                  <a:pt x="0" y="370878"/>
                </a:lnTo>
                <a:lnTo>
                  <a:pt x="49110" y="370878"/>
                </a:lnTo>
                <a:lnTo>
                  <a:pt x="214210" y="0"/>
                </a:lnTo>
                <a:close/>
              </a:path>
              <a:path w="1566544" h="371475">
                <a:moveTo>
                  <a:pt x="1566252" y="0"/>
                </a:moveTo>
                <a:lnTo>
                  <a:pt x="254063" y="0"/>
                </a:lnTo>
                <a:lnTo>
                  <a:pt x="88950" y="370878"/>
                </a:lnTo>
                <a:lnTo>
                  <a:pt x="1566252" y="370878"/>
                </a:lnTo>
                <a:lnTo>
                  <a:pt x="1566252" y="0"/>
                </a:lnTo>
                <a:close/>
              </a:path>
            </a:pathLst>
          </a:custGeom>
          <a:solidFill>
            <a:schemeClr val="bg1"/>
          </a:solidFill>
        </p:spPr>
        <p:txBody>
          <a:bodyPr wrap="square" lIns="0" tIns="0" rIns="0" bIns="0" rtlCol="0"/>
          <a:lstStyle/>
          <a:p>
            <a:endParaRPr/>
          </a:p>
        </p:txBody>
      </p:sp>
      <p:sp>
        <p:nvSpPr>
          <p:cNvPr id="15" name="TextBox 14">
            <a:extLst>
              <a:ext uri="{FF2B5EF4-FFF2-40B4-BE49-F238E27FC236}">
                <a16:creationId xmlns:a16="http://schemas.microsoft.com/office/drawing/2014/main" id="{6EA53D74-1490-616A-ABCB-1C69E2F86054}"/>
              </a:ext>
            </a:extLst>
          </p:cNvPr>
          <p:cNvSpPr txBox="1"/>
          <p:nvPr userDrawn="1"/>
        </p:nvSpPr>
        <p:spPr>
          <a:xfrm>
            <a:off x="1610591" y="6356872"/>
            <a:ext cx="2005445"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800" spc="55">
                <a:solidFill>
                  <a:schemeClr val="bg1"/>
                </a:solidFill>
                <a:latin typeface="Arial" panose="020B0604020202020204" pitchFamily="34" charset="0"/>
                <a:cs typeface="Arial" panose="020B0604020202020204" pitchFamily="34" charset="0"/>
              </a:rPr>
              <a:t>Circulation</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mn-lt"/>
                <a:cs typeface="Arial" panose="020B0604020202020204" pitchFamily="34" charset="0"/>
              </a:rPr>
              <a:t>Limited</a:t>
            </a:r>
            <a:r>
              <a:rPr lang="en-GB" sz="800" spc="125">
                <a:solidFill>
                  <a:schemeClr val="bg1"/>
                </a:solidFill>
                <a:latin typeface="Arial" panose="020B0604020202020204" pitchFamily="34" charset="0"/>
                <a:cs typeface="Arial" panose="020B0604020202020204" pitchFamily="34" charset="0"/>
              </a:rPr>
              <a:t> </a:t>
            </a:r>
            <a:r>
              <a:rPr lang="en-GB" sz="800">
                <a:solidFill>
                  <a:schemeClr val="bg1"/>
                </a:solidFill>
                <a:latin typeface="Arial" panose="020B0604020202020204" pitchFamily="34" charset="0"/>
                <a:cs typeface="Arial" panose="020B0604020202020204" pitchFamily="34" charset="0"/>
              </a:rPr>
              <a:t>–</a:t>
            </a:r>
            <a:r>
              <a:rPr lang="en-GB" sz="800" spc="120">
                <a:solidFill>
                  <a:schemeClr val="bg1"/>
                </a:solidFill>
                <a:latin typeface="Arial" panose="020B0604020202020204" pitchFamily="34" charset="0"/>
                <a:cs typeface="Arial" panose="020B0604020202020204" pitchFamily="34" charset="0"/>
              </a:rPr>
              <a:t> </a:t>
            </a:r>
            <a:r>
              <a:rPr lang="en-GB" sz="800" spc="55">
                <a:solidFill>
                  <a:schemeClr val="bg1"/>
                </a:solidFill>
                <a:latin typeface="Arial" panose="020B0604020202020204" pitchFamily="34" charset="0"/>
                <a:cs typeface="Arial" panose="020B0604020202020204" pitchFamily="34" charset="0"/>
              </a:rPr>
              <a:t>Personal</a:t>
            </a:r>
          </a:p>
        </p:txBody>
      </p:sp>
      <p:sp>
        <p:nvSpPr>
          <p:cNvPr id="17" name="TextBox 16">
            <a:extLst>
              <a:ext uri="{FF2B5EF4-FFF2-40B4-BE49-F238E27FC236}">
                <a16:creationId xmlns:a16="http://schemas.microsoft.com/office/drawing/2014/main" id="{2D91630A-C1B0-0EE4-82E5-2C18C033CC98}"/>
              </a:ext>
            </a:extLst>
          </p:cNvPr>
          <p:cNvSpPr txBox="1"/>
          <p:nvPr userDrawn="1"/>
        </p:nvSpPr>
        <p:spPr>
          <a:xfrm>
            <a:off x="11464173" y="6356872"/>
            <a:ext cx="571500" cy="215444"/>
          </a:xfrm>
          <a:prstGeom prst="rect">
            <a:avLst/>
          </a:prstGeom>
          <a:noFill/>
        </p:spPr>
        <p:txBody>
          <a:bodyPr wrap="square" rtlCol="0">
            <a:spAutoFit/>
          </a:bodyPr>
          <a:lstStyle/>
          <a:p>
            <a:fld id="{5CAB9123-6C5D-6742-A884-75399720DA2F}" type="slidenum">
              <a:rPr lang="en-US" sz="800" smtClean="0">
                <a:solidFill>
                  <a:schemeClr val="tx1"/>
                </a:solidFill>
                <a:latin typeface="+mn-lt"/>
                <a:cs typeface="Arial" panose="020B0604020202020204" pitchFamily="34" charset="0"/>
              </a:rPr>
              <a:t>‹#›</a:t>
            </a:fld>
            <a:endParaRPr lang="en-US" sz="800">
              <a:solidFill>
                <a:schemeClr val="tx1"/>
              </a:solidFill>
              <a:latin typeface="+mn-lt"/>
              <a:cs typeface="Arial" panose="020B0604020202020204" pitchFamily="34" charset="0"/>
            </a:endParaRPr>
          </a:p>
        </p:txBody>
      </p:sp>
      <p:pic>
        <p:nvPicPr>
          <p:cNvPr id="11" name="Graphic 10">
            <a:extLst>
              <a:ext uri="{FF2B5EF4-FFF2-40B4-BE49-F238E27FC236}">
                <a16:creationId xmlns:a16="http://schemas.microsoft.com/office/drawing/2014/main" id="{E85A8294-EEBA-598A-19E4-4C76B88DA20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3908" y="6321119"/>
            <a:ext cx="739897" cy="245411"/>
          </a:xfrm>
          <a:prstGeom prst="rect">
            <a:avLst/>
          </a:prstGeom>
        </p:spPr>
      </p:pic>
    </p:spTree>
    <p:extLst>
      <p:ext uri="{BB962C8B-B14F-4D97-AF65-F5344CB8AC3E}">
        <p14:creationId xmlns:p14="http://schemas.microsoft.com/office/powerpoint/2010/main" val="3097163699"/>
      </p:ext>
    </p:extLst>
  </p:cSld>
  <p:clrMap bg1="lt1" tx1="dk1" bg2="lt2" tx2="dk2" accent1="accent1" accent2="accent2" accent3="accent3" accent4="accent4" accent5="accent5" accent6="accent6" hlink="hlink" folHlink="folHlink"/>
  <p:sldLayoutIdLst>
    <p:sldLayoutId id="2147483689" r:id="rId1"/>
    <p:sldLayoutId id="2147483691" r:id="rId2"/>
  </p:sldLayoutIdLst>
  <p:hf sldNum="0" hdr="0" ftr="0"/>
  <p:txStyles>
    <p:titleStyle>
      <a:lvl1pPr algn="l" defTabSz="914400" rtl="0" eaLnBrk="1" latinLnBrk="0" hangingPunct="1">
        <a:lnSpc>
          <a:spcPct val="90000"/>
        </a:lnSpc>
        <a:spcBef>
          <a:spcPct val="0"/>
        </a:spcBef>
        <a:buNone/>
        <a:defRPr sz="2300" b="1" kern="1200">
          <a:solidFill>
            <a:schemeClr val="bg1"/>
          </a:solidFill>
          <a:latin typeface="+mn-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40.xml"/><Relationship Id="rId1" Type="http://schemas.openxmlformats.org/officeDocument/2006/relationships/tags" Target="../tags/tag2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2.xml"/><Relationship Id="rId1" Type="http://schemas.openxmlformats.org/officeDocument/2006/relationships/tags" Target="../tags/tag2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9.xml"/><Relationship Id="rId1" Type="http://schemas.openxmlformats.org/officeDocument/2006/relationships/tags" Target="../tags/tag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343AEC8-0152-40B9-821D-13D54CCBCE61}"/>
              </a:ext>
            </a:extLst>
          </p:cNvPr>
          <p:cNvSpPr>
            <a:spLocks noGrp="1"/>
          </p:cNvSpPr>
          <p:nvPr>
            <p:ph type="title"/>
          </p:nvPr>
        </p:nvSpPr>
        <p:spPr/>
        <p:txBody>
          <a:bodyPr/>
          <a:lstStyle/>
          <a:p>
            <a:r>
              <a:rPr lang="en-GB"/>
              <a:t>JSPARK HACKATHON 2.0</a:t>
            </a:r>
          </a:p>
        </p:txBody>
      </p:sp>
      <p:sp>
        <p:nvSpPr>
          <p:cNvPr id="2" name="Date Placeholder 1">
            <a:extLst>
              <a:ext uri="{FF2B5EF4-FFF2-40B4-BE49-F238E27FC236}">
                <a16:creationId xmlns:a16="http://schemas.microsoft.com/office/drawing/2014/main" id="{2A09D5D8-E7BA-9979-10C1-5C7021808717}"/>
              </a:ext>
            </a:extLst>
          </p:cNvPr>
          <p:cNvSpPr>
            <a:spLocks noGrp="1"/>
          </p:cNvSpPr>
          <p:nvPr>
            <p:ph type="dt" sz="half" idx="2"/>
          </p:nvPr>
        </p:nvSpPr>
        <p:spPr>
          <a:xfrm>
            <a:off x="383908" y="4082987"/>
            <a:ext cx="9070643" cy="385496"/>
          </a:xfrm>
        </p:spPr>
        <p:txBody>
          <a:bodyPr/>
          <a:lstStyle/>
          <a:p>
            <a:r>
              <a:rPr lang="en-IN"/>
              <a:t>Resourcing </a:t>
            </a:r>
            <a:r>
              <a:rPr lang="en-IN" err="1"/>
              <a:t>CoLab</a:t>
            </a:r>
            <a:r>
              <a:rPr lang="en-IN"/>
              <a:t>: Driving Better Demand–Supply Alignment </a:t>
            </a:r>
            <a:r>
              <a:rPr lang="en-US"/>
              <a:t>- Problem Statement</a:t>
            </a:r>
            <a:endParaRPr lang="en-IN"/>
          </a:p>
        </p:txBody>
      </p:sp>
    </p:spTree>
    <p:custDataLst>
      <p:tags r:id="rId1"/>
    </p:custDataLst>
    <p:extLst>
      <p:ext uri="{BB962C8B-B14F-4D97-AF65-F5344CB8AC3E}">
        <p14:creationId xmlns:p14="http://schemas.microsoft.com/office/powerpoint/2010/main" val="3667900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0C24F8-2060-19AA-2B79-4CC6C40B0335}"/>
              </a:ext>
            </a:extLst>
          </p:cNvPr>
          <p:cNvSpPr>
            <a:spLocks noGrp="1"/>
          </p:cNvSpPr>
          <p:nvPr>
            <p:ph idx="16"/>
          </p:nvPr>
        </p:nvSpPr>
        <p:spPr/>
        <p:txBody>
          <a:bodyPr/>
          <a:lstStyle/>
          <a:p>
            <a:r>
              <a:rPr lang="en-US">
                <a:cs typeface="Arial"/>
              </a:rPr>
              <a:t>Expected Outcome</a:t>
            </a:r>
            <a:endParaRPr lang="en-US"/>
          </a:p>
        </p:txBody>
      </p:sp>
      <p:sp>
        <p:nvSpPr>
          <p:cNvPr id="22" name="Content Placeholder 21">
            <a:extLst>
              <a:ext uri="{FF2B5EF4-FFF2-40B4-BE49-F238E27FC236}">
                <a16:creationId xmlns:a16="http://schemas.microsoft.com/office/drawing/2014/main" id="{AA4189D6-0558-1A80-F394-A5FB9AA43F21}"/>
              </a:ext>
            </a:extLst>
          </p:cNvPr>
          <p:cNvSpPr>
            <a:spLocks noGrp="1"/>
          </p:cNvSpPr>
          <p:nvPr>
            <p:ph idx="15"/>
          </p:nvPr>
        </p:nvSpPr>
        <p:spPr/>
        <p:txBody>
          <a:bodyPr/>
          <a:lstStyle/>
          <a:p>
            <a:r>
              <a:rPr lang="en-IN">
                <a:cs typeface="Arial"/>
              </a:rPr>
              <a:t>Problem Statement</a:t>
            </a:r>
            <a:endParaRPr lang="en-US" err="1"/>
          </a:p>
        </p:txBody>
      </p:sp>
      <p:sp>
        <p:nvSpPr>
          <p:cNvPr id="21" name="Text Placeholder 20">
            <a:extLst>
              <a:ext uri="{FF2B5EF4-FFF2-40B4-BE49-F238E27FC236}">
                <a16:creationId xmlns:a16="http://schemas.microsoft.com/office/drawing/2014/main" id="{4D7154C7-52A2-1297-4A41-0EA0AF3D0DFE}"/>
              </a:ext>
            </a:extLst>
          </p:cNvPr>
          <p:cNvSpPr>
            <a:spLocks noGrp="1"/>
          </p:cNvSpPr>
          <p:nvPr>
            <p:ph type="body" sz="quarter" idx="10"/>
          </p:nvPr>
        </p:nvSpPr>
        <p:spPr>
          <a:xfrm>
            <a:off x="690620" y="1509712"/>
            <a:ext cx="731520" cy="548640"/>
          </a:xfrm>
        </p:spPr>
        <p:txBody>
          <a:bodyPr/>
          <a:lstStyle/>
          <a:p>
            <a:r>
              <a:rPr lang="en-IN"/>
              <a:t>1</a:t>
            </a:r>
          </a:p>
        </p:txBody>
      </p:sp>
      <p:sp>
        <p:nvSpPr>
          <p:cNvPr id="24" name="Text Placeholder 23">
            <a:extLst>
              <a:ext uri="{FF2B5EF4-FFF2-40B4-BE49-F238E27FC236}">
                <a16:creationId xmlns:a16="http://schemas.microsoft.com/office/drawing/2014/main" id="{1DA47052-37BC-1517-DEFD-156D5F1958C6}"/>
              </a:ext>
            </a:extLst>
          </p:cNvPr>
          <p:cNvSpPr>
            <a:spLocks noGrp="1"/>
          </p:cNvSpPr>
          <p:nvPr>
            <p:ph type="body" sz="quarter" idx="17"/>
          </p:nvPr>
        </p:nvSpPr>
        <p:spPr>
          <a:solidFill>
            <a:schemeClr val="tx2"/>
          </a:solidFill>
        </p:spPr>
        <p:txBody>
          <a:bodyPr/>
          <a:lstStyle/>
          <a:p>
            <a:r>
              <a:rPr lang="en-IN"/>
              <a:t>2</a:t>
            </a:r>
          </a:p>
        </p:txBody>
      </p:sp>
      <p:sp>
        <p:nvSpPr>
          <p:cNvPr id="20" name="Title 19">
            <a:extLst>
              <a:ext uri="{FF2B5EF4-FFF2-40B4-BE49-F238E27FC236}">
                <a16:creationId xmlns:a16="http://schemas.microsoft.com/office/drawing/2014/main" id="{4D1C01DD-B756-D37F-EEE0-FCAE4474DE8F}"/>
              </a:ext>
            </a:extLst>
          </p:cNvPr>
          <p:cNvSpPr>
            <a:spLocks noGrp="1"/>
          </p:cNvSpPr>
          <p:nvPr>
            <p:ph type="title"/>
          </p:nvPr>
        </p:nvSpPr>
        <p:spPr/>
        <p:txBody>
          <a:bodyPr/>
          <a:lstStyle/>
          <a:p>
            <a:r>
              <a:rPr lang="en-IN">
                <a:cs typeface="Arial"/>
              </a:rPr>
              <a:t>Index</a:t>
            </a:r>
            <a:endParaRPr lang="en-IN"/>
          </a:p>
        </p:txBody>
      </p:sp>
      <p:sp>
        <p:nvSpPr>
          <p:cNvPr id="6" name="Content Placeholder 21">
            <a:extLst>
              <a:ext uri="{FF2B5EF4-FFF2-40B4-BE49-F238E27FC236}">
                <a16:creationId xmlns:a16="http://schemas.microsoft.com/office/drawing/2014/main" id="{36BBCFF8-6D17-0312-A42E-D75509877018}"/>
              </a:ext>
            </a:extLst>
          </p:cNvPr>
          <p:cNvSpPr txBox="1">
            <a:spLocks/>
          </p:cNvSpPr>
          <p:nvPr/>
        </p:nvSpPr>
        <p:spPr>
          <a:xfrm>
            <a:off x="248920" y="3013392"/>
            <a:ext cx="11430000" cy="365760"/>
          </a:xfrm>
          <a:custGeom>
            <a:avLst/>
            <a:gdLst>
              <a:gd name="connsiteX0" fmla="*/ 102870 w 11430000"/>
              <a:gd name="connsiteY0" fmla="*/ 0 h 411480"/>
              <a:gd name="connsiteX1" fmla="*/ 11430000 w 11430000"/>
              <a:gd name="connsiteY1" fmla="*/ 0 h 411480"/>
              <a:gd name="connsiteX2" fmla="*/ 11327130 w 11430000"/>
              <a:gd name="connsiteY2" fmla="*/ 411480 h 411480"/>
              <a:gd name="connsiteX3" fmla="*/ 0 w 11430000"/>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11430000" h="411480">
                <a:moveTo>
                  <a:pt x="102870" y="0"/>
                </a:moveTo>
                <a:lnTo>
                  <a:pt x="11430000" y="0"/>
                </a:lnTo>
                <a:lnTo>
                  <a:pt x="11327130" y="411480"/>
                </a:lnTo>
                <a:lnTo>
                  <a:pt x="0" y="411480"/>
                </a:lnTo>
                <a:close/>
              </a:path>
            </a:pathLst>
          </a:custGeom>
          <a:solidFill>
            <a:schemeClr val="bg1">
              <a:lumMod val="95000"/>
            </a:schemeClr>
          </a:solidFill>
        </p:spPr>
        <p:txBody>
          <a:bodyPr vert="horz" wrap="square" lIns="1051560" tIns="45720" rIns="91440" bIns="45720" rtlCol="0" anchor="ctr">
            <a:noAutofit/>
          </a:bodyPr>
          <a:lstStyle>
            <a:lvl1pPr marL="0" indent="0" algn="l" defTabSz="914400" rtl="0" eaLnBrk="1" latinLnBrk="0" hangingPunct="1">
              <a:lnSpc>
                <a:spcPct val="100000"/>
              </a:lnSpc>
              <a:spcBef>
                <a:spcPts val="2100"/>
              </a:spcBef>
              <a:buFont typeface="Arial" panose="020B0604020202020204" pitchFamily="34" charset="0"/>
              <a:buNone/>
              <a:defRPr sz="1600" b="1" kern="1200" baseline="0">
                <a:solidFill>
                  <a:schemeClr val="bg2"/>
                </a:solidFill>
                <a:latin typeface="+mn-lt"/>
                <a:ea typeface="+mn-ea"/>
                <a:cs typeface="Arial" panose="020B0604020202020204" pitchFamily="34" charset="0"/>
              </a:defRPr>
            </a:lvl1pPr>
            <a:lvl2pPr marL="0" indent="0" algn="l" defTabSz="914400" rtl="0" eaLnBrk="1" latinLnBrk="0" hangingPunct="1">
              <a:lnSpc>
                <a:spcPct val="100000"/>
              </a:lnSpc>
              <a:spcBef>
                <a:spcPts val="2100"/>
              </a:spcBef>
              <a:buFont typeface="Arial" panose="020B0604020202020204" pitchFamily="34" charset="0"/>
              <a:buNone/>
              <a:defRPr sz="1400" kern="1200" baseline="0">
                <a:solidFill>
                  <a:schemeClr val="tx1"/>
                </a:solidFill>
                <a:latin typeface="+mn-lt"/>
                <a:ea typeface="+mn-ea"/>
                <a:cs typeface="Arial" panose="020B0604020202020204" pitchFamily="34" charset="0"/>
              </a:defRPr>
            </a:lvl2pPr>
            <a:lvl3pPr marL="1200150" indent="-285750" algn="l" defTabSz="914400" rtl="0" eaLnBrk="1" latinLnBrk="0" hangingPunct="1">
              <a:lnSpc>
                <a:spcPct val="90000"/>
              </a:lnSpc>
              <a:spcBef>
                <a:spcPts val="1000"/>
              </a:spcBef>
              <a:buFont typeface="Arial" panose="020B0604020202020204" pitchFamily="34" charset="0"/>
              <a:buNone/>
              <a:defRPr lang="en-US" sz="1800" kern="1200" baseline="0" dirty="0">
                <a:solidFill>
                  <a:schemeClr val="tx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l" defTabSz="914400" rtl="0" eaLnBrk="1" latinLnBrk="0" hangingPunct="1">
              <a:lnSpc>
                <a:spcPct val="100000"/>
              </a:lnSpc>
              <a:spcBef>
                <a:spcPts val="21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cs typeface="Arial"/>
              </a:rPr>
              <a:t>Evaluation Criteria</a:t>
            </a:r>
            <a:endParaRPr lang="en-US"/>
          </a:p>
        </p:txBody>
      </p:sp>
      <p:sp>
        <p:nvSpPr>
          <p:cNvPr id="8" name="Text Placeholder 20">
            <a:extLst>
              <a:ext uri="{FF2B5EF4-FFF2-40B4-BE49-F238E27FC236}">
                <a16:creationId xmlns:a16="http://schemas.microsoft.com/office/drawing/2014/main" id="{0A6B28F0-87BF-4021-1984-D07ADB78AA29}"/>
              </a:ext>
            </a:extLst>
          </p:cNvPr>
          <p:cNvSpPr txBox="1">
            <a:spLocks/>
          </p:cNvSpPr>
          <p:nvPr/>
        </p:nvSpPr>
        <p:spPr>
          <a:xfrm>
            <a:off x="455026" y="2921952"/>
            <a:ext cx="731520" cy="548640"/>
          </a:xfrm>
          <a:prstGeom prst="flowChartInputOutput">
            <a:avLst/>
          </a:prstGeom>
          <a:solidFill>
            <a:schemeClr val="tx2"/>
          </a:solidFill>
        </p:spPr>
        <p:txBody>
          <a:bodyPr vert="horz" lIns="45720" tIns="45720" rIns="45720" bIns="4572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1pPr>
            <a:lvl2pPr marL="0" indent="0" algn="ctr" defTabSz="914400" rtl="0" eaLnBrk="1" latinLnBrk="0" hangingPunct="1">
              <a:lnSpc>
                <a:spcPct val="90000"/>
              </a:lnSpc>
              <a:spcBef>
                <a:spcPts val="1000"/>
              </a:spcBef>
              <a:buFont typeface="Arial" panose="020B0604020202020204" pitchFamily="34" charset="0"/>
              <a:buNone/>
              <a:defRPr sz="1600" b="1" i="0" kern="1200" baseline="0">
                <a:solidFill>
                  <a:schemeClr val="bg1"/>
                </a:solidFill>
                <a:latin typeface="+mn-lt"/>
                <a:ea typeface="+mn-ea"/>
                <a:cs typeface="Arial" panose="020B0604020202020204" pitchFamily="34" charset="0"/>
              </a:defRPr>
            </a:lvl2pPr>
            <a:lvl3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3pPr>
            <a:lvl4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4pPr>
            <a:lvl5pPr marL="0" indent="0" algn="ctr" defTabSz="914400" rtl="0" eaLnBrk="1" latinLnBrk="0" hangingPunct="1">
              <a:lnSpc>
                <a:spcPct val="90000"/>
              </a:lnSpc>
              <a:spcBef>
                <a:spcPts val="1000"/>
              </a:spcBef>
              <a:buFont typeface="Arial" panose="020B0604020202020204" pitchFamily="34" charset="0"/>
              <a:buNone/>
              <a:defRPr sz="1600" kern="1200" baseline="0">
                <a:solidFill>
                  <a:schemeClr val="bg1">
                    <a:lumMod val="85000"/>
                  </a:schemeClr>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t>3</a:t>
            </a:r>
          </a:p>
        </p:txBody>
      </p:sp>
    </p:spTree>
    <p:extLst>
      <p:ext uri="{BB962C8B-B14F-4D97-AF65-F5344CB8AC3E}">
        <p14:creationId xmlns:p14="http://schemas.microsoft.com/office/powerpoint/2010/main" val="1129519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4061E13-5E8B-2626-0C3D-310BCD31E4BF}"/>
              </a:ext>
            </a:extLst>
          </p:cNvPr>
          <p:cNvSpPr>
            <a:spLocks noGrp="1"/>
          </p:cNvSpPr>
          <p:nvPr>
            <p:ph type="body" sz="quarter" idx="17"/>
          </p:nvPr>
        </p:nvSpPr>
        <p:spPr>
          <a:xfrm>
            <a:off x="381000" y="3766833"/>
            <a:ext cx="3517098" cy="2392667"/>
          </a:xfrm>
        </p:spPr>
        <p:txBody>
          <a:bodyPr/>
          <a:lstStyle/>
          <a:p>
            <a:pPr marL="0" indent="0" algn="ctr" fontAlgn="base">
              <a:buNone/>
            </a:pPr>
            <a:r>
              <a:rPr lang="en-US" b="1"/>
              <a:t>Allocation Driven by</a:t>
            </a:r>
            <a:r>
              <a:rPr lang="en-US"/>
              <a:t>​ </a:t>
            </a:r>
            <a:r>
              <a:rPr lang="en-US" b="1"/>
              <a:t>Negotiation, </a:t>
            </a:r>
          </a:p>
          <a:p>
            <a:pPr marL="0" indent="0" algn="ctr" fontAlgn="base">
              <a:buNone/>
            </a:pPr>
            <a:r>
              <a:rPr lang="en-US" b="1"/>
              <a:t>Not Data</a:t>
            </a:r>
            <a:endParaRPr lang="en-US" sz="1100"/>
          </a:p>
          <a:p>
            <a:pPr marL="228600" lvl="1" indent="0">
              <a:lnSpc>
                <a:spcPct val="150000"/>
              </a:lnSpc>
              <a:buNone/>
            </a:pPr>
            <a:r>
              <a:rPr lang="en-US"/>
              <a:t>Resourcing decisions rely on personal relationships and ad-hoc conversations rather than skills, availability, or project priority. Requests arrive with &lt; 2 weeks notice via inconsistent channels —Teams, email, or in person — with no standard format.</a:t>
            </a:r>
            <a:endParaRPr lang="en-IN"/>
          </a:p>
        </p:txBody>
      </p:sp>
      <p:sp>
        <p:nvSpPr>
          <p:cNvPr id="11" name="Text Placeholder 10">
            <a:extLst>
              <a:ext uri="{FF2B5EF4-FFF2-40B4-BE49-F238E27FC236}">
                <a16:creationId xmlns:a16="http://schemas.microsoft.com/office/drawing/2014/main" id="{92F7B6BB-6B4A-61E8-6724-EA75ECEA19F0}"/>
              </a:ext>
            </a:extLst>
          </p:cNvPr>
          <p:cNvSpPr>
            <a:spLocks noGrp="1"/>
          </p:cNvSpPr>
          <p:nvPr>
            <p:ph type="body" sz="quarter" idx="18"/>
          </p:nvPr>
        </p:nvSpPr>
        <p:spPr>
          <a:xfrm>
            <a:off x="4252914" y="3830128"/>
            <a:ext cx="3461353" cy="2329372"/>
          </a:xfrm>
        </p:spPr>
        <p:txBody>
          <a:bodyPr/>
          <a:lstStyle/>
          <a:p>
            <a:pPr marL="0" indent="0" algn="ctr" fontAlgn="base">
              <a:buNone/>
            </a:pPr>
            <a:r>
              <a:rPr lang="en-US" b="1"/>
              <a:t>Over-Allocation &amp;​</a:t>
            </a:r>
          </a:p>
          <a:p>
            <a:pPr marL="0" indent="0" algn="ctr" fontAlgn="base">
              <a:buNone/>
            </a:pPr>
            <a:r>
              <a:rPr lang="en-US" b="1"/>
              <a:t>Hidden Unbillable Cost</a:t>
            </a:r>
          </a:p>
          <a:p>
            <a:pPr marL="228600" lvl="1" indent="0">
              <a:lnSpc>
                <a:spcPct val="150000"/>
              </a:lnSpc>
              <a:buNone/>
            </a:pPr>
            <a:r>
              <a:rPr lang="en-US"/>
              <a:t>Staff are routinely over-allocated across competing projects, causing burnout and quality issues. Shadow resources work on projects without being billed, inflating team sizes silently. Unplanned leaves not captured, making true availability invisible.</a:t>
            </a:r>
            <a:endParaRPr lang="en-IN"/>
          </a:p>
        </p:txBody>
      </p:sp>
      <p:sp>
        <p:nvSpPr>
          <p:cNvPr id="12" name="Text Placeholder 11">
            <a:extLst>
              <a:ext uri="{FF2B5EF4-FFF2-40B4-BE49-F238E27FC236}">
                <a16:creationId xmlns:a16="http://schemas.microsoft.com/office/drawing/2014/main" id="{C8424965-4661-12B9-66BF-E0C73B10C6B5}"/>
              </a:ext>
            </a:extLst>
          </p:cNvPr>
          <p:cNvSpPr>
            <a:spLocks noGrp="1"/>
          </p:cNvSpPr>
          <p:nvPr>
            <p:ph type="body" sz="quarter" idx="19"/>
          </p:nvPr>
        </p:nvSpPr>
        <p:spPr>
          <a:xfrm>
            <a:off x="8124829" y="3942271"/>
            <a:ext cx="3461353" cy="2392667"/>
          </a:xfrm>
        </p:spPr>
        <p:txBody>
          <a:bodyPr/>
          <a:lstStyle/>
          <a:p>
            <a:pPr marL="0" indent="0" algn="ctr" fontAlgn="base">
              <a:buNone/>
            </a:pPr>
            <a:r>
              <a:rPr lang="en-US" b="1"/>
              <a:t>No Forward Visibility​</a:t>
            </a:r>
          </a:p>
          <a:p>
            <a:pPr marL="0" indent="0" algn="ctr" fontAlgn="base">
              <a:buNone/>
            </a:pPr>
            <a:r>
              <a:rPr lang="en-US" b="1"/>
              <a:t>into Demand</a:t>
            </a:r>
          </a:p>
          <a:p>
            <a:pPr marL="228600" lvl="1" indent="0">
              <a:lnSpc>
                <a:spcPct val="150000"/>
              </a:lnSpc>
              <a:buNone/>
            </a:pPr>
            <a:r>
              <a:rPr lang="en-US"/>
              <a:t>There is no reliable way to predict whether existing capacity can meet revenue targets or staff new projects. The HubSpot pipeline is not connected to capacity planning, leaving the RM team unable to answer:   </a:t>
            </a:r>
            <a:r>
              <a:rPr lang="en-US" b="1" i="1"/>
              <a:t>'Can we take this on?'</a:t>
            </a:r>
            <a:endParaRPr lang="en-IN" b="1" i="1"/>
          </a:p>
        </p:txBody>
      </p:sp>
      <p:sp>
        <p:nvSpPr>
          <p:cNvPr id="13" name="Text Placeholder 12">
            <a:extLst>
              <a:ext uri="{FF2B5EF4-FFF2-40B4-BE49-F238E27FC236}">
                <a16:creationId xmlns:a16="http://schemas.microsoft.com/office/drawing/2014/main" id="{E37C0758-0CA3-F1CC-7054-07681133669B}"/>
              </a:ext>
            </a:extLst>
          </p:cNvPr>
          <p:cNvSpPr>
            <a:spLocks noGrp="1"/>
          </p:cNvSpPr>
          <p:nvPr>
            <p:ph type="body" sz="quarter" idx="32"/>
          </p:nvPr>
        </p:nvSpPr>
        <p:spPr>
          <a:xfrm rot="10800000" flipH="1">
            <a:off x="968676" y="3636778"/>
            <a:ext cx="2286000" cy="135868"/>
          </a:xfrm>
        </p:spPr>
        <p:txBody>
          <a:bodyPr/>
          <a:lstStyle/>
          <a:p>
            <a:endParaRPr lang="en-IN"/>
          </a:p>
        </p:txBody>
      </p:sp>
      <p:sp>
        <p:nvSpPr>
          <p:cNvPr id="14" name="Text Placeholder 13">
            <a:extLst>
              <a:ext uri="{FF2B5EF4-FFF2-40B4-BE49-F238E27FC236}">
                <a16:creationId xmlns:a16="http://schemas.microsoft.com/office/drawing/2014/main" id="{B4353857-8033-0F93-D428-9D3377315B74}"/>
              </a:ext>
            </a:extLst>
          </p:cNvPr>
          <p:cNvSpPr>
            <a:spLocks noGrp="1"/>
          </p:cNvSpPr>
          <p:nvPr>
            <p:ph type="body" sz="quarter" idx="33"/>
          </p:nvPr>
        </p:nvSpPr>
        <p:spPr>
          <a:xfrm rot="10800000" flipH="1">
            <a:off x="4840591" y="3636778"/>
            <a:ext cx="2286000" cy="135868"/>
          </a:xfrm>
        </p:spPr>
        <p:txBody>
          <a:bodyPr/>
          <a:lstStyle/>
          <a:p>
            <a:endParaRPr lang="en-IN"/>
          </a:p>
        </p:txBody>
      </p:sp>
      <p:sp>
        <p:nvSpPr>
          <p:cNvPr id="15" name="Text Placeholder 14">
            <a:extLst>
              <a:ext uri="{FF2B5EF4-FFF2-40B4-BE49-F238E27FC236}">
                <a16:creationId xmlns:a16="http://schemas.microsoft.com/office/drawing/2014/main" id="{BC8C982D-625B-8CBA-E0B1-A82F41204171}"/>
              </a:ext>
            </a:extLst>
          </p:cNvPr>
          <p:cNvSpPr>
            <a:spLocks noGrp="1"/>
          </p:cNvSpPr>
          <p:nvPr>
            <p:ph type="body" sz="quarter" idx="34"/>
          </p:nvPr>
        </p:nvSpPr>
        <p:spPr>
          <a:xfrm rot="10800000" flipH="1">
            <a:off x="8712505" y="3636778"/>
            <a:ext cx="2286000" cy="135868"/>
          </a:xfrm>
        </p:spPr>
        <p:txBody>
          <a:bodyPr/>
          <a:lstStyle/>
          <a:p>
            <a:endParaRPr lang="en-IN"/>
          </a:p>
        </p:txBody>
      </p:sp>
      <p:sp>
        <p:nvSpPr>
          <p:cNvPr id="4" name="Text Placeholder 15">
            <a:extLst>
              <a:ext uri="{FF2B5EF4-FFF2-40B4-BE49-F238E27FC236}">
                <a16:creationId xmlns:a16="http://schemas.microsoft.com/office/drawing/2014/main" id="{9906FE61-30F7-12B0-28F2-44F750269EB1}"/>
              </a:ext>
            </a:extLst>
          </p:cNvPr>
          <p:cNvSpPr txBox="1">
            <a:spLocks/>
          </p:cNvSpPr>
          <p:nvPr/>
        </p:nvSpPr>
        <p:spPr>
          <a:xfrm>
            <a:off x="381000" y="2629406"/>
            <a:ext cx="3686171" cy="914400"/>
          </a:xfrm>
          <a:prstGeom prst="parallelogram">
            <a:avLst/>
          </a:prstGeom>
          <a:solidFill>
            <a:schemeClr val="bg2"/>
          </a:solidFill>
        </p:spPr>
        <p:txBody>
          <a:bodyPr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a:t>People &amp; Process</a:t>
            </a:r>
            <a:r>
              <a:rPr lang="en-IN" b="0"/>
              <a:t>​</a:t>
            </a:r>
            <a:endParaRPr lang="en-US" b="0"/>
          </a:p>
        </p:txBody>
      </p:sp>
      <p:sp>
        <p:nvSpPr>
          <p:cNvPr id="5" name="Text Placeholder 22">
            <a:extLst>
              <a:ext uri="{FF2B5EF4-FFF2-40B4-BE49-F238E27FC236}">
                <a16:creationId xmlns:a16="http://schemas.microsoft.com/office/drawing/2014/main" id="{45B628D9-7BD4-6878-330F-EE808C8DE588}"/>
              </a:ext>
            </a:extLst>
          </p:cNvPr>
          <p:cNvSpPr txBox="1">
            <a:spLocks/>
          </p:cNvSpPr>
          <p:nvPr/>
        </p:nvSpPr>
        <p:spPr>
          <a:xfrm>
            <a:off x="466725" y="2477900"/>
            <a:ext cx="274320" cy="274320"/>
          </a:xfrm>
          <a:prstGeom prst="ellipse">
            <a:avLst/>
          </a:prstGeom>
          <a:solidFill>
            <a:schemeClr val="accent1"/>
          </a:solidFill>
          <a:ln>
            <a:noFill/>
          </a:ln>
        </p:spPr>
        <p:txBody>
          <a:bodyPr lIns="0" tIns="0" rIns="0" bIns="0" anchor="ctr">
            <a:noAutofit/>
          </a:bodyPr>
          <a:lstStyle>
            <a:lvl1pPr marL="0" indent="0" algn="ctr" defTabSz="914400" rtl="0" eaLnBrk="1" latinLnBrk="0" hangingPunct="1">
              <a:lnSpc>
                <a:spcPct val="100000"/>
              </a:lnSpc>
              <a:spcBef>
                <a:spcPts val="0"/>
              </a:spcBef>
              <a:buFont typeface="Arial" panose="020B0604020202020204" pitchFamily="34" charset="0"/>
              <a:buNone/>
              <a:defRPr sz="100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t>1</a:t>
            </a:r>
          </a:p>
        </p:txBody>
      </p:sp>
      <p:sp>
        <p:nvSpPr>
          <p:cNvPr id="6" name="Text Placeholder 15">
            <a:extLst>
              <a:ext uri="{FF2B5EF4-FFF2-40B4-BE49-F238E27FC236}">
                <a16:creationId xmlns:a16="http://schemas.microsoft.com/office/drawing/2014/main" id="{FF037CBD-6CEA-7E99-8145-6FED0AB9D9FB}"/>
              </a:ext>
            </a:extLst>
          </p:cNvPr>
          <p:cNvSpPr txBox="1">
            <a:spLocks/>
          </p:cNvSpPr>
          <p:nvPr/>
        </p:nvSpPr>
        <p:spPr>
          <a:xfrm>
            <a:off x="4252914" y="2629406"/>
            <a:ext cx="3686171" cy="914400"/>
          </a:xfrm>
          <a:prstGeom prst="parallelogram">
            <a:avLst/>
          </a:prstGeom>
          <a:solidFill>
            <a:schemeClr val="bg2"/>
          </a:solidFill>
        </p:spPr>
        <p:txBody>
          <a:bodyPr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a:t>Utilization &amp; Cost</a:t>
            </a:r>
            <a:r>
              <a:rPr lang="en-IN" b="0"/>
              <a:t>​</a:t>
            </a:r>
            <a:endParaRPr lang="en-US" b="0"/>
          </a:p>
        </p:txBody>
      </p:sp>
      <p:sp>
        <p:nvSpPr>
          <p:cNvPr id="7" name="Text Placeholder 22">
            <a:extLst>
              <a:ext uri="{FF2B5EF4-FFF2-40B4-BE49-F238E27FC236}">
                <a16:creationId xmlns:a16="http://schemas.microsoft.com/office/drawing/2014/main" id="{CFD58E14-AD84-9C59-413A-E1D5EA1FFB10}"/>
              </a:ext>
            </a:extLst>
          </p:cNvPr>
          <p:cNvSpPr txBox="1">
            <a:spLocks/>
          </p:cNvSpPr>
          <p:nvPr/>
        </p:nvSpPr>
        <p:spPr>
          <a:xfrm>
            <a:off x="4338639" y="2477900"/>
            <a:ext cx="274320" cy="274320"/>
          </a:xfrm>
          <a:prstGeom prst="ellipse">
            <a:avLst/>
          </a:prstGeom>
          <a:solidFill>
            <a:schemeClr val="accent1"/>
          </a:solidFill>
          <a:ln>
            <a:noFill/>
          </a:ln>
        </p:spPr>
        <p:txBody>
          <a:bodyPr lIns="0" tIns="0" rIns="0" bIns="0" anchor="ctr">
            <a:noAutofit/>
          </a:bodyPr>
          <a:lstStyle>
            <a:lvl1pPr marL="0" indent="0" algn="ctr" defTabSz="914400" rtl="0" eaLnBrk="1" latinLnBrk="0" hangingPunct="1">
              <a:lnSpc>
                <a:spcPct val="100000"/>
              </a:lnSpc>
              <a:spcBef>
                <a:spcPts val="0"/>
              </a:spcBef>
              <a:buFont typeface="Arial" panose="020B0604020202020204" pitchFamily="34" charset="0"/>
              <a:buNone/>
              <a:defRPr sz="100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t>2</a:t>
            </a:r>
          </a:p>
        </p:txBody>
      </p:sp>
      <p:sp>
        <p:nvSpPr>
          <p:cNvPr id="8" name="Text Placeholder 15">
            <a:extLst>
              <a:ext uri="{FF2B5EF4-FFF2-40B4-BE49-F238E27FC236}">
                <a16:creationId xmlns:a16="http://schemas.microsoft.com/office/drawing/2014/main" id="{898B4B6E-89FB-B80A-48DB-A489EC6E983B}"/>
              </a:ext>
            </a:extLst>
          </p:cNvPr>
          <p:cNvSpPr txBox="1">
            <a:spLocks/>
          </p:cNvSpPr>
          <p:nvPr/>
        </p:nvSpPr>
        <p:spPr>
          <a:xfrm>
            <a:off x="8124829" y="2629406"/>
            <a:ext cx="3686171" cy="914400"/>
          </a:xfrm>
          <a:prstGeom prst="parallelogram">
            <a:avLst/>
          </a:prstGeom>
          <a:solidFill>
            <a:schemeClr val="bg2"/>
          </a:solidFill>
        </p:spPr>
        <p:txBody>
          <a:bodyPr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kern="1200" baseline="0">
                <a:solidFill>
                  <a:schemeClr val="bg1"/>
                </a:solidFill>
                <a:latin typeface="+mn-lt"/>
                <a:ea typeface="+mn-ea"/>
                <a:cs typeface="Arial" panose="020B0604020202020204" pitchFamily="34" charset="0"/>
              </a:defRPr>
            </a:lvl1pPr>
            <a:lvl2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2pPr>
            <a:lvl3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3pPr>
            <a:lvl4pPr marL="13716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4pPr>
            <a:lvl5pPr marL="1828800" indent="0" algn="ctr" defTabSz="914400" rtl="0" eaLnBrk="1" latinLnBrk="0" hangingPunct="1">
              <a:lnSpc>
                <a:spcPct val="90000"/>
              </a:lnSpc>
              <a:spcBef>
                <a:spcPts val="1000"/>
              </a:spcBef>
              <a:buFont typeface="Arial" panose="020B0604020202020204" pitchFamily="34" charset="0"/>
              <a:buNone/>
              <a:defRPr sz="1200" kern="120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US"/>
              <a:t>Forecasting &amp; Risk</a:t>
            </a:r>
            <a:r>
              <a:rPr lang="en-IN" b="0"/>
              <a:t>​</a:t>
            </a:r>
            <a:endParaRPr lang="en-US" b="0"/>
          </a:p>
        </p:txBody>
      </p:sp>
      <p:sp>
        <p:nvSpPr>
          <p:cNvPr id="9" name="Text Placeholder 22">
            <a:extLst>
              <a:ext uri="{FF2B5EF4-FFF2-40B4-BE49-F238E27FC236}">
                <a16:creationId xmlns:a16="http://schemas.microsoft.com/office/drawing/2014/main" id="{8C5B03B5-0EDB-CF18-91A6-800D6265481D}"/>
              </a:ext>
            </a:extLst>
          </p:cNvPr>
          <p:cNvSpPr txBox="1">
            <a:spLocks/>
          </p:cNvSpPr>
          <p:nvPr/>
        </p:nvSpPr>
        <p:spPr>
          <a:xfrm>
            <a:off x="8210554" y="2477900"/>
            <a:ext cx="274320" cy="274320"/>
          </a:xfrm>
          <a:prstGeom prst="ellipse">
            <a:avLst/>
          </a:prstGeom>
          <a:solidFill>
            <a:schemeClr val="accent1"/>
          </a:solidFill>
          <a:ln>
            <a:noFill/>
          </a:ln>
        </p:spPr>
        <p:txBody>
          <a:bodyPr lIns="0" tIns="0" rIns="0" bIns="0" anchor="ctr">
            <a:noAutofit/>
          </a:bodyPr>
          <a:lstStyle>
            <a:lvl1pPr marL="0" indent="0" algn="ctr" defTabSz="914400" rtl="0" eaLnBrk="1" latinLnBrk="0" hangingPunct="1">
              <a:lnSpc>
                <a:spcPct val="100000"/>
              </a:lnSpc>
              <a:spcBef>
                <a:spcPts val="0"/>
              </a:spcBef>
              <a:buFont typeface="Arial" panose="020B0604020202020204" pitchFamily="34" charset="0"/>
              <a:buNone/>
              <a:defRPr sz="1000" kern="1200" baseline="0">
                <a:solidFill>
                  <a:schemeClr val="bg1"/>
                </a:solidFill>
                <a:latin typeface="+mn-lt"/>
                <a:ea typeface="+mn-ea"/>
                <a:cs typeface="Arial" panose="020B0604020202020204" pitchFamily="34" charset="0"/>
              </a:defRPr>
            </a:lvl1pPr>
            <a:lvl2pPr marL="4572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2pPr>
            <a:lvl3pPr marL="6858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3pPr>
            <a:lvl4pPr marL="9144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4pPr>
            <a:lvl5pPr marL="1143000" indent="-228600" algn="l" defTabSz="914400" rtl="0" eaLnBrk="1" latinLnBrk="0" hangingPunct="1">
              <a:lnSpc>
                <a:spcPct val="90000"/>
              </a:lnSpc>
              <a:spcBef>
                <a:spcPts val="1000"/>
              </a:spcBef>
              <a:buFont typeface="Arial" panose="020B0604020202020204" pitchFamily="34" charset="0"/>
              <a:buChar char="•"/>
              <a:defRPr sz="1200" kern="1200" baseline="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a:t>3</a:t>
            </a:r>
          </a:p>
        </p:txBody>
      </p:sp>
      <p:sp>
        <p:nvSpPr>
          <p:cNvPr id="16" name="Rectangle 15">
            <a:extLst>
              <a:ext uri="{FF2B5EF4-FFF2-40B4-BE49-F238E27FC236}">
                <a16:creationId xmlns:a16="http://schemas.microsoft.com/office/drawing/2014/main" id="{B2F4B12A-DDA1-DFB2-E14F-53646B4EDC40}"/>
              </a:ext>
            </a:extLst>
          </p:cNvPr>
          <p:cNvSpPr/>
          <p:nvPr/>
        </p:nvSpPr>
        <p:spPr>
          <a:xfrm>
            <a:off x="887475" y="824579"/>
            <a:ext cx="2297003" cy="1406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116000"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marL="0" marR="0" lvl="0" indent="0" algn="ctr" defTabSz="731520" rtl="0" eaLnBrk="1" fontAlgn="auto" latinLnBrk="0" hangingPunct="0">
              <a:lnSpc>
                <a:spcPct val="100000"/>
              </a:lnSpc>
              <a:spcBef>
                <a:spcPct val="20000"/>
              </a:spcBef>
              <a:spcAft>
                <a:spcPct val="0"/>
              </a:spcAft>
              <a:buClr>
                <a:srgbClr val="830051"/>
              </a:buClr>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Arial" pitchFamily="34" charset="0"/>
                <a:sym typeface="Wingdings"/>
              </a:rPr>
              <a:t>200+ </a:t>
            </a:r>
          </a:p>
          <a:p>
            <a:pPr marL="0" marR="0" lvl="0" indent="0" algn="ctr" defTabSz="731520" rtl="0" eaLnBrk="1" fontAlgn="auto" latinLnBrk="0" hangingPunct="0">
              <a:lnSpc>
                <a:spcPct val="100000"/>
              </a:lnSpc>
              <a:spcBef>
                <a:spcPct val="20000"/>
              </a:spcBef>
              <a:spcAft>
                <a:spcPct val="0"/>
              </a:spcAft>
              <a:buClr>
                <a:srgbClr val="830051"/>
              </a:buClr>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Arial" pitchFamily="34" charset="0"/>
                <a:sym typeface="Wingdings"/>
              </a:rPr>
              <a:t>Active Projects</a:t>
            </a:r>
          </a:p>
        </p:txBody>
      </p:sp>
      <p:sp>
        <p:nvSpPr>
          <p:cNvPr id="17" name="Oval 16">
            <a:extLst>
              <a:ext uri="{FF2B5EF4-FFF2-40B4-BE49-F238E27FC236}">
                <a16:creationId xmlns:a16="http://schemas.microsoft.com/office/drawing/2014/main" id="{6D3BED22-519E-39E5-A3C2-FE45BEFC8331}"/>
              </a:ext>
            </a:extLst>
          </p:cNvPr>
          <p:cNvSpPr/>
          <p:nvPr/>
        </p:nvSpPr>
        <p:spPr>
          <a:xfrm>
            <a:off x="265441" y="940642"/>
            <a:ext cx="1118328" cy="1118328"/>
          </a:xfrm>
          <a:prstGeom prst="ellipse">
            <a:avLst/>
          </a:prstGeom>
          <a:solidFill>
            <a:schemeClr val="bg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PH" sz="1800" b="0" i="0" u="none" strike="noStrike" kern="1200" cap="none" spc="0" normalizeH="0" baseline="0" noProof="0">
              <a:ln>
                <a:noFill/>
              </a:ln>
              <a:solidFill>
                <a:srgbClr val="FFFFFF"/>
              </a:solidFill>
              <a:effectLst/>
              <a:uLnTx/>
              <a:uFillTx/>
              <a:latin typeface="Calibri"/>
              <a:cs typeface="Arial" pitchFamily="34" charset="0"/>
              <a:sym typeface="Wingdings"/>
            </a:endParaRPr>
          </a:p>
        </p:txBody>
      </p:sp>
      <p:sp>
        <p:nvSpPr>
          <p:cNvPr id="18" name="Rectangle 17">
            <a:extLst>
              <a:ext uri="{FF2B5EF4-FFF2-40B4-BE49-F238E27FC236}">
                <a16:creationId xmlns:a16="http://schemas.microsoft.com/office/drawing/2014/main" id="{E6935726-7AFA-4B5A-9FF2-92015133EFB1}"/>
              </a:ext>
            </a:extLst>
          </p:cNvPr>
          <p:cNvSpPr/>
          <p:nvPr/>
        </p:nvSpPr>
        <p:spPr>
          <a:xfrm>
            <a:off x="3898098" y="792302"/>
            <a:ext cx="2314809" cy="14063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116000"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marL="0" marR="0" lvl="0" indent="0" algn="ctr" defTabSz="731520" rtl="0" eaLnBrk="1" fontAlgn="auto" latinLnBrk="0" hangingPunct="0">
              <a:lnSpc>
                <a:spcPct val="100000"/>
              </a:lnSpc>
              <a:spcBef>
                <a:spcPct val="20000"/>
              </a:spcBef>
              <a:spcAft>
                <a:spcPct val="0"/>
              </a:spcAft>
              <a:buClr>
                <a:srgbClr val="830051"/>
              </a:buClr>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Arial" pitchFamily="34" charset="0"/>
                <a:sym typeface="Wingdings"/>
              </a:rPr>
              <a:t>400+ </a:t>
            </a:r>
          </a:p>
          <a:p>
            <a:pPr marL="0" marR="0" lvl="0" indent="0" algn="ctr" defTabSz="731520" rtl="0" eaLnBrk="1" fontAlgn="auto" latinLnBrk="0" hangingPunct="0">
              <a:lnSpc>
                <a:spcPct val="100000"/>
              </a:lnSpc>
              <a:spcBef>
                <a:spcPct val="20000"/>
              </a:spcBef>
              <a:spcAft>
                <a:spcPct val="0"/>
              </a:spcAft>
              <a:buClr>
                <a:srgbClr val="830051"/>
              </a:buClr>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Arial" pitchFamily="34" charset="0"/>
                <a:sym typeface="Wingdings"/>
              </a:rPr>
              <a:t>Engineers, </a:t>
            </a:r>
          </a:p>
          <a:p>
            <a:pPr marL="0" marR="0" lvl="0" indent="0" algn="ctr" defTabSz="731520" rtl="0" eaLnBrk="1" fontAlgn="auto" latinLnBrk="0" hangingPunct="0">
              <a:lnSpc>
                <a:spcPct val="100000"/>
              </a:lnSpc>
              <a:spcBef>
                <a:spcPct val="20000"/>
              </a:spcBef>
              <a:spcAft>
                <a:spcPct val="0"/>
              </a:spcAft>
              <a:buClr>
                <a:srgbClr val="830051"/>
              </a:buClr>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Arial" pitchFamily="34" charset="0"/>
                <a:sym typeface="Wingdings"/>
              </a:rPr>
              <a:t>Consultant &amp; Architects</a:t>
            </a:r>
          </a:p>
        </p:txBody>
      </p:sp>
      <p:sp>
        <p:nvSpPr>
          <p:cNvPr id="19" name="Oval 18">
            <a:extLst>
              <a:ext uri="{FF2B5EF4-FFF2-40B4-BE49-F238E27FC236}">
                <a16:creationId xmlns:a16="http://schemas.microsoft.com/office/drawing/2014/main" id="{5B29D263-1D86-A387-C8CE-6F1FEF1A2A10}"/>
              </a:ext>
            </a:extLst>
          </p:cNvPr>
          <p:cNvSpPr/>
          <p:nvPr/>
        </p:nvSpPr>
        <p:spPr>
          <a:xfrm>
            <a:off x="3405303" y="936293"/>
            <a:ext cx="1118328" cy="1118328"/>
          </a:xfrm>
          <a:prstGeom prst="ellipse">
            <a:avLst/>
          </a:prstGeom>
          <a:solidFill>
            <a:schemeClr val="tx2"/>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PH" sz="1800" b="0" i="0" u="none" strike="noStrike" kern="1200" cap="none" spc="0" normalizeH="0" baseline="0" noProof="0">
              <a:ln>
                <a:noFill/>
              </a:ln>
              <a:solidFill>
                <a:srgbClr val="FFFFFF"/>
              </a:solidFill>
              <a:effectLst/>
              <a:uLnTx/>
              <a:uFillTx/>
              <a:latin typeface="Calibri"/>
              <a:cs typeface="Arial" pitchFamily="34" charset="0"/>
              <a:sym typeface="Wingdings"/>
            </a:endParaRPr>
          </a:p>
        </p:txBody>
      </p:sp>
      <p:sp>
        <p:nvSpPr>
          <p:cNvPr id="20" name="Rectangle 19">
            <a:extLst>
              <a:ext uri="{FF2B5EF4-FFF2-40B4-BE49-F238E27FC236}">
                <a16:creationId xmlns:a16="http://schemas.microsoft.com/office/drawing/2014/main" id="{1C9B9D79-4B03-B973-ACAE-B3E4C4B09E42}"/>
              </a:ext>
            </a:extLst>
          </p:cNvPr>
          <p:cNvSpPr/>
          <p:nvPr/>
        </p:nvSpPr>
        <p:spPr>
          <a:xfrm>
            <a:off x="6986349" y="776438"/>
            <a:ext cx="2241436" cy="14063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116000"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marL="0" marR="0" lvl="0" indent="0" algn="ctr" defTabSz="731520" rtl="0" eaLnBrk="1" fontAlgn="auto" latinLnBrk="0" hangingPunct="0">
              <a:lnSpc>
                <a:spcPct val="100000"/>
              </a:lnSpc>
              <a:spcBef>
                <a:spcPct val="20000"/>
              </a:spcBef>
              <a:spcAft>
                <a:spcPct val="0"/>
              </a:spcAft>
              <a:buClr>
                <a:srgbClr val="830051"/>
              </a:buClr>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Arial" pitchFamily="34" charset="0"/>
                <a:sym typeface="Wingdings"/>
              </a:rPr>
              <a:t>Flattened Revenue</a:t>
            </a:r>
          </a:p>
        </p:txBody>
      </p:sp>
      <p:sp>
        <p:nvSpPr>
          <p:cNvPr id="21" name="Oval 20">
            <a:extLst>
              <a:ext uri="{FF2B5EF4-FFF2-40B4-BE49-F238E27FC236}">
                <a16:creationId xmlns:a16="http://schemas.microsoft.com/office/drawing/2014/main" id="{CD6016B2-226E-691C-19BC-F08338CE4645}"/>
              </a:ext>
            </a:extLst>
          </p:cNvPr>
          <p:cNvSpPr/>
          <p:nvPr/>
        </p:nvSpPr>
        <p:spPr>
          <a:xfrm>
            <a:off x="6466768" y="920429"/>
            <a:ext cx="1118328" cy="1118328"/>
          </a:xfrm>
          <a:prstGeom prst="ellipse">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PH" sz="1800" b="0" i="0" u="none" strike="noStrike" kern="1200" cap="none" spc="0" normalizeH="0" baseline="0" noProof="0">
              <a:ln>
                <a:noFill/>
              </a:ln>
              <a:solidFill>
                <a:srgbClr val="FFFFFF"/>
              </a:solidFill>
              <a:effectLst/>
              <a:uLnTx/>
              <a:uFillTx/>
              <a:latin typeface="Calibri"/>
              <a:cs typeface="Arial" pitchFamily="34" charset="0"/>
              <a:sym typeface="Wingdings"/>
            </a:endParaRPr>
          </a:p>
        </p:txBody>
      </p:sp>
      <p:pic>
        <p:nvPicPr>
          <p:cNvPr id="22" name="Picture 21">
            <a:extLst>
              <a:ext uri="{FF2B5EF4-FFF2-40B4-BE49-F238E27FC236}">
                <a16:creationId xmlns:a16="http://schemas.microsoft.com/office/drawing/2014/main" id="{09681E77-AAA3-FC64-AD5B-E1BE86EB19C2}"/>
              </a:ext>
            </a:extLst>
          </p:cNvPr>
          <p:cNvPicPr>
            <a:picLocks noChangeAspect="1"/>
          </p:cNvPicPr>
          <p:nvPr/>
        </p:nvPicPr>
        <p:blipFill>
          <a:blip r:embed="rId3"/>
          <a:stretch>
            <a:fillRect/>
          </a:stretch>
        </p:blipFill>
        <p:spPr>
          <a:xfrm>
            <a:off x="522857" y="1190007"/>
            <a:ext cx="571500" cy="5810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23" name="Group 276">
            <a:extLst>
              <a:ext uri="{FF2B5EF4-FFF2-40B4-BE49-F238E27FC236}">
                <a16:creationId xmlns:a16="http://schemas.microsoft.com/office/drawing/2014/main" id="{DB7C40CC-7B2B-4B3E-0666-4A56FD0456E7}"/>
              </a:ext>
            </a:extLst>
          </p:cNvPr>
          <p:cNvGrpSpPr>
            <a:grpSpLocks noChangeAspect="1"/>
          </p:cNvGrpSpPr>
          <p:nvPr/>
        </p:nvGrpSpPr>
        <p:grpSpPr bwMode="auto">
          <a:xfrm>
            <a:off x="3544372" y="1190007"/>
            <a:ext cx="707452" cy="571550"/>
            <a:chOff x="699" y="3026"/>
            <a:chExt cx="557" cy="450"/>
          </a:xfrm>
          <a:solidFill>
            <a:schemeClr val="accent1"/>
          </a:solidFill>
        </p:grpSpPr>
        <p:sp>
          <p:nvSpPr>
            <p:cNvPr id="24" name="Freeform 277">
              <a:extLst>
                <a:ext uri="{FF2B5EF4-FFF2-40B4-BE49-F238E27FC236}">
                  <a16:creationId xmlns:a16="http://schemas.microsoft.com/office/drawing/2014/main" id="{5B30368B-2407-C9D9-6121-4F5EBD923F9D}"/>
                </a:ext>
              </a:extLst>
            </p:cNvPr>
            <p:cNvSpPr>
              <a:spLocks/>
            </p:cNvSpPr>
            <p:nvPr/>
          </p:nvSpPr>
          <p:spPr bwMode="auto">
            <a:xfrm>
              <a:off x="1005" y="3121"/>
              <a:ext cx="147" cy="147"/>
            </a:xfrm>
            <a:custGeom>
              <a:avLst/>
              <a:gdLst>
                <a:gd name="T0" fmla="*/ 240 w 273"/>
                <a:gd name="T1" fmla="*/ 197 h 274"/>
                <a:gd name="T2" fmla="*/ 77 w 273"/>
                <a:gd name="T3" fmla="*/ 241 h 274"/>
                <a:gd name="T4" fmla="*/ 33 w 273"/>
                <a:gd name="T5" fmla="*/ 77 h 274"/>
                <a:gd name="T6" fmla="*/ 196 w 273"/>
                <a:gd name="T7" fmla="*/ 33 h 274"/>
                <a:gd name="T8" fmla="*/ 240 w 273"/>
                <a:gd name="T9" fmla="*/ 197 h 274"/>
              </a:gdLst>
              <a:ahLst/>
              <a:cxnLst>
                <a:cxn ang="0">
                  <a:pos x="T0" y="T1"/>
                </a:cxn>
                <a:cxn ang="0">
                  <a:pos x="T2" y="T3"/>
                </a:cxn>
                <a:cxn ang="0">
                  <a:pos x="T4" y="T5"/>
                </a:cxn>
                <a:cxn ang="0">
                  <a:pos x="T6" y="T7"/>
                </a:cxn>
                <a:cxn ang="0">
                  <a:pos x="T8" y="T9"/>
                </a:cxn>
              </a:cxnLst>
              <a:rect l="0" t="0" r="r" b="b"/>
              <a:pathLst>
                <a:path w="273" h="274">
                  <a:moveTo>
                    <a:pt x="240" y="197"/>
                  </a:moveTo>
                  <a:cubicBezTo>
                    <a:pt x="207" y="254"/>
                    <a:pt x="134" y="274"/>
                    <a:pt x="77" y="241"/>
                  </a:cubicBezTo>
                  <a:cubicBezTo>
                    <a:pt x="19" y="208"/>
                    <a:pt x="0" y="134"/>
                    <a:pt x="33" y="77"/>
                  </a:cubicBezTo>
                  <a:cubicBezTo>
                    <a:pt x="66" y="20"/>
                    <a:pt x="139" y="0"/>
                    <a:pt x="196" y="33"/>
                  </a:cubicBezTo>
                  <a:cubicBezTo>
                    <a:pt x="253" y="66"/>
                    <a:pt x="273" y="140"/>
                    <a:pt x="240" y="197"/>
                  </a:cubicBezTo>
                  <a:close/>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25" name="Freeform 278">
              <a:extLst>
                <a:ext uri="{FF2B5EF4-FFF2-40B4-BE49-F238E27FC236}">
                  <a16:creationId xmlns:a16="http://schemas.microsoft.com/office/drawing/2014/main" id="{2FDA220B-C3ED-2896-75A4-903EC3F4FB4B}"/>
                </a:ext>
              </a:extLst>
            </p:cNvPr>
            <p:cNvSpPr>
              <a:spLocks/>
            </p:cNvSpPr>
            <p:nvPr/>
          </p:nvSpPr>
          <p:spPr bwMode="auto">
            <a:xfrm>
              <a:off x="1138" y="3268"/>
              <a:ext cx="118" cy="119"/>
            </a:xfrm>
            <a:custGeom>
              <a:avLst/>
              <a:gdLst>
                <a:gd name="T0" fmla="*/ 193 w 219"/>
                <a:gd name="T1" fmla="*/ 158 h 220"/>
                <a:gd name="T2" fmla="*/ 61 w 219"/>
                <a:gd name="T3" fmla="*/ 193 h 220"/>
                <a:gd name="T4" fmla="*/ 26 w 219"/>
                <a:gd name="T5" fmla="*/ 62 h 220"/>
                <a:gd name="T6" fmla="*/ 158 w 219"/>
                <a:gd name="T7" fmla="*/ 27 h 220"/>
                <a:gd name="T8" fmla="*/ 193 w 219"/>
                <a:gd name="T9" fmla="*/ 158 h 220"/>
              </a:gdLst>
              <a:ahLst/>
              <a:cxnLst>
                <a:cxn ang="0">
                  <a:pos x="T0" y="T1"/>
                </a:cxn>
                <a:cxn ang="0">
                  <a:pos x="T2" y="T3"/>
                </a:cxn>
                <a:cxn ang="0">
                  <a:pos x="T4" y="T5"/>
                </a:cxn>
                <a:cxn ang="0">
                  <a:pos x="T6" y="T7"/>
                </a:cxn>
                <a:cxn ang="0">
                  <a:pos x="T8" y="T9"/>
                </a:cxn>
              </a:cxnLst>
              <a:rect l="0" t="0" r="r" b="b"/>
              <a:pathLst>
                <a:path w="219" h="220">
                  <a:moveTo>
                    <a:pt x="193" y="158"/>
                  </a:moveTo>
                  <a:cubicBezTo>
                    <a:pt x="166" y="204"/>
                    <a:pt x="107" y="220"/>
                    <a:pt x="61" y="193"/>
                  </a:cubicBezTo>
                  <a:cubicBezTo>
                    <a:pt x="15" y="167"/>
                    <a:pt x="0" y="108"/>
                    <a:pt x="26" y="62"/>
                  </a:cubicBezTo>
                  <a:cubicBezTo>
                    <a:pt x="53" y="16"/>
                    <a:pt x="112" y="0"/>
                    <a:pt x="158" y="27"/>
                  </a:cubicBezTo>
                  <a:cubicBezTo>
                    <a:pt x="204" y="53"/>
                    <a:pt x="219" y="112"/>
                    <a:pt x="193" y="158"/>
                  </a:cubicBezTo>
                  <a:close/>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279">
              <a:extLst>
                <a:ext uri="{FF2B5EF4-FFF2-40B4-BE49-F238E27FC236}">
                  <a16:creationId xmlns:a16="http://schemas.microsoft.com/office/drawing/2014/main" id="{F29720B2-A7D6-6F9F-ECB2-0726F22F01EE}"/>
                </a:ext>
              </a:extLst>
            </p:cNvPr>
            <p:cNvSpPr>
              <a:spLocks/>
            </p:cNvSpPr>
            <p:nvPr/>
          </p:nvSpPr>
          <p:spPr bwMode="auto">
            <a:xfrm>
              <a:off x="1068" y="3348"/>
              <a:ext cx="160" cy="128"/>
            </a:xfrm>
            <a:custGeom>
              <a:avLst/>
              <a:gdLst>
                <a:gd name="T0" fmla="*/ 253 w 297"/>
                <a:gd name="T1" fmla="*/ 238 h 238"/>
                <a:gd name="T2" fmla="*/ 267 w 297"/>
                <a:gd name="T3" fmla="*/ 214 h 238"/>
                <a:gd name="T4" fmla="*/ 219 w 297"/>
                <a:gd name="T5" fmla="*/ 60 h 238"/>
                <a:gd name="T6" fmla="*/ 166 w 297"/>
                <a:gd name="T7" fmla="*/ 30 h 238"/>
                <a:gd name="T8" fmla="*/ 14 w 297"/>
                <a:gd name="T9" fmla="*/ 68 h 238"/>
                <a:gd name="T10" fmla="*/ 0 w 297"/>
                <a:gd name="T11" fmla="*/ 92 h 238"/>
                <a:gd name="T12" fmla="*/ 253 w 297"/>
                <a:gd name="T13" fmla="*/ 238 h 238"/>
              </a:gdLst>
              <a:ahLst/>
              <a:cxnLst>
                <a:cxn ang="0">
                  <a:pos x="T0" y="T1"/>
                </a:cxn>
                <a:cxn ang="0">
                  <a:pos x="T2" y="T3"/>
                </a:cxn>
                <a:cxn ang="0">
                  <a:pos x="T4" y="T5"/>
                </a:cxn>
                <a:cxn ang="0">
                  <a:pos x="T6" y="T7"/>
                </a:cxn>
                <a:cxn ang="0">
                  <a:pos x="T8" y="T9"/>
                </a:cxn>
                <a:cxn ang="0">
                  <a:pos x="T10" y="T11"/>
                </a:cxn>
                <a:cxn ang="0">
                  <a:pos x="T12" y="T13"/>
                </a:cxn>
              </a:cxnLst>
              <a:rect l="0" t="0" r="r" b="b"/>
              <a:pathLst>
                <a:path w="297" h="238">
                  <a:moveTo>
                    <a:pt x="253" y="238"/>
                  </a:moveTo>
                  <a:cubicBezTo>
                    <a:pt x="267" y="214"/>
                    <a:pt x="267" y="214"/>
                    <a:pt x="267" y="214"/>
                  </a:cubicBezTo>
                  <a:cubicBezTo>
                    <a:pt x="297" y="162"/>
                    <a:pt x="270" y="90"/>
                    <a:pt x="219" y="60"/>
                  </a:cubicBezTo>
                  <a:cubicBezTo>
                    <a:pt x="166" y="30"/>
                    <a:pt x="166" y="30"/>
                    <a:pt x="166" y="30"/>
                  </a:cubicBezTo>
                  <a:cubicBezTo>
                    <a:pt x="115" y="0"/>
                    <a:pt x="44" y="16"/>
                    <a:pt x="14" y="68"/>
                  </a:cubicBezTo>
                  <a:cubicBezTo>
                    <a:pt x="0" y="92"/>
                    <a:pt x="0" y="92"/>
                    <a:pt x="0" y="92"/>
                  </a:cubicBezTo>
                  <a:lnTo>
                    <a:pt x="253" y="238"/>
                  </a:lnTo>
                  <a:close/>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27" name="Freeform 280">
              <a:extLst>
                <a:ext uri="{FF2B5EF4-FFF2-40B4-BE49-F238E27FC236}">
                  <a16:creationId xmlns:a16="http://schemas.microsoft.com/office/drawing/2014/main" id="{5DF351B9-29FB-A2DA-F9DC-374F35439EED}"/>
                </a:ext>
              </a:extLst>
            </p:cNvPr>
            <p:cNvSpPr>
              <a:spLocks/>
            </p:cNvSpPr>
            <p:nvPr/>
          </p:nvSpPr>
          <p:spPr bwMode="auto">
            <a:xfrm>
              <a:off x="842" y="3098"/>
              <a:ext cx="118" cy="118"/>
            </a:xfrm>
            <a:custGeom>
              <a:avLst/>
              <a:gdLst>
                <a:gd name="T0" fmla="*/ 193 w 219"/>
                <a:gd name="T1" fmla="*/ 157 h 219"/>
                <a:gd name="T2" fmla="*/ 61 w 219"/>
                <a:gd name="T3" fmla="*/ 193 h 219"/>
                <a:gd name="T4" fmla="*/ 26 w 219"/>
                <a:gd name="T5" fmla="*/ 61 h 219"/>
                <a:gd name="T6" fmla="*/ 158 w 219"/>
                <a:gd name="T7" fmla="*/ 26 h 219"/>
                <a:gd name="T8" fmla="*/ 193 w 219"/>
                <a:gd name="T9" fmla="*/ 157 h 219"/>
              </a:gdLst>
              <a:ahLst/>
              <a:cxnLst>
                <a:cxn ang="0">
                  <a:pos x="T0" y="T1"/>
                </a:cxn>
                <a:cxn ang="0">
                  <a:pos x="T2" y="T3"/>
                </a:cxn>
                <a:cxn ang="0">
                  <a:pos x="T4" y="T5"/>
                </a:cxn>
                <a:cxn ang="0">
                  <a:pos x="T6" y="T7"/>
                </a:cxn>
                <a:cxn ang="0">
                  <a:pos x="T8" y="T9"/>
                </a:cxn>
              </a:cxnLst>
              <a:rect l="0" t="0" r="r" b="b"/>
              <a:pathLst>
                <a:path w="219" h="219">
                  <a:moveTo>
                    <a:pt x="193" y="157"/>
                  </a:moveTo>
                  <a:cubicBezTo>
                    <a:pt x="166" y="203"/>
                    <a:pt x="107" y="219"/>
                    <a:pt x="61" y="193"/>
                  </a:cubicBezTo>
                  <a:cubicBezTo>
                    <a:pt x="15" y="166"/>
                    <a:pt x="0" y="107"/>
                    <a:pt x="26" y="61"/>
                  </a:cubicBezTo>
                  <a:cubicBezTo>
                    <a:pt x="53" y="15"/>
                    <a:pt x="112" y="0"/>
                    <a:pt x="158" y="26"/>
                  </a:cubicBezTo>
                  <a:cubicBezTo>
                    <a:pt x="204" y="53"/>
                    <a:pt x="219" y="111"/>
                    <a:pt x="193" y="157"/>
                  </a:cubicBezTo>
                  <a:close/>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28" name="Freeform 281">
              <a:extLst>
                <a:ext uri="{FF2B5EF4-FFF2-40B4-BE49-F238E27FC236}">
                  <a16:creationId xmlns:a16="http://schemas.microsoft.com/office/drawing/2014/main" id="{83D7FE3E-7900-7BA9-B958-F8B8A540323C}"/>
                </a:ext>
              </a:extLst>
            </p:cNvPr>
            <p:cNvSpPr>
              <a:spLocks/>
            </p:cNvSpPr>
            <p:nvPr/>
          </p:nvSpPr>
          <p:spPr bwMode="auto">
            <a:xfrm>
              <a:off x="768" y="3177"/>
              <a:ext cx="160" cy="126"/>
            </a:xfrm>
            <a:custGeom>
              <a:avLst/>
              <a:gdLst>
                <a:gd name="T0" fmla="*/ 253 w 296"/>
                <a:gd name="T1" fmla="*/ 233 h 233"/>
                <a:gd name="T2" fmla="*/ 267 w 296"/>
                <a:gd name="T3" fmla="*/ 209 h 233"/>
                <a:gd name="T4" fmla="*/ 225 w 296"/>
                <a:gd name="T5" fmla="*/ 60 h 233"/>
                <a:gd name="T6" fmla="*/ 172 w 296"/>
                <a:gd name="T7" fmla="*/ 30 h 233"/>
                <a:gd name="T8" fmla="*/ 14 w 296"/>
                <a:gd name="T9" fmla="*/ 63 h 233"/>
                <a:gd name="T10" fmla="*/ 0 w 296"/>
                <a:gd name="T11" fmla="*/ 87 h 233"/>
                <a:gd name="T12" fmla="*/ 253 w 296"/>
                <a:gd name="T13" fmla="*/ 233 h 233"/>
              </a:gdLst>
              <a:ahLst/>
              <a:cxnLst>
                <a:cxn ang="0">
                  <a:pos x="T0" y="T1"/>
                </a:cxn>
                <a:cxn ang="0">
                  <a:pos x="T2" y="T3"/>
                </a:cxn>
                <a:cxn ang="0">
                  <a:pos x="T4" y="T5"/>
                </a:cxn>
                <a:cxn ang="0">
                  <a:pos x="T6" y="T7"/>
                </a:cxn>
                <a:cxn ang="0">
                  <a:pos x="T8" y="T9"/>
                </a:cxn>
                <a:cxn ang="0">
                  <a:pos x="T10" y="T11"/>
                </a:cxn>
                <a:cxn ang="0">
                  <a:pos x="T12" y="T13"/>
                </a:cxn>
              </a:cxnLst>
              <a:rect l="0" t="0" r="r" b="b"/>
              <a:pathLst>
                <a:path w="296" h="233">
                  <a:moveTo>
                    <a:pt x="253" y="233"/>
                  </a:moveTo>
                  <a:cubicBezTo>
                    <a:pt x="267" y="209"/>
                    <a:pt x="267" y="209"/>
                    <a:pt x="267" y="209"/>
                  </a:cubicBezTo>
                  <a:cubicBezTo>
                    <a:pt x="296" y="158"/>
                    <a:pt x="276" y="89"/>
                    <a:pt x="225" y="60"/>
                  </a:cubicBezTo>
                  <a:cubicBezTo>
                    <a:pt x="172" y="30"/>
                    <a:pt x="172" y="30"/>
                    <a:pt x="172" y="30"/>
                  </a:cubicBezTo>
                  <a:cubicBezTo>
                    <a:pt x="121" y="0"/>
                    <a:pt x="43" y="12"/>
                    <a:pt x="14" y="63"/>
                  </a:cubicBezTo>
                  <a:cubicBezTo>
                    <a:pt x="0" y="87"/>
                    <a:pt x="0" y="87"/>
                    <a:pt x="0" y="87"/>
                  </a:cubicBezTo>
                  <a:lnTo>
                    <a:pt x="253" y="233"/>
                  </a:lnTo>
                  <a:close/>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29" name="Freeform 282">
              <a:extLst>
                <a:ext uri="{FF2B5EF4-FFF2-40B4-BE49-F238E27FC236}">
                  <a16:creationId xmlns:a16="http://schemas.microsoft.com/office/drawing/2014/main" id="{EA8022D3-FD55-3DD3-11D4-2720E1B72595}"/>
                </a:ext>
              </a:extLst>
            </p:cNvPr>
            <p:cNvSpPr>
              <a:spLocks/>
            </p:cNvSpPr>
            <p:nvPr/>
          </p:nvSpPr>
          <p:spPr bwMode="auto">
            <a:xfrm>
              <a:off x="904" y="3221"/>
              <a:ext cx="206" cy="176"/>
            </a:xfrm>
            <a:custGeom>
              <a:avLst/>
              <a:gdLst>
                <a:gd name="T0" fmla="*/ 303 w 381"/>
                <a:gd name="T1" fmla="*/ 328 h 328"/>
                <a:gd name="T2" fmla="*/ 344 w 381"/>
                <a:gd name="T3" fmla="*/ 256 h 328"/>
                <a:gd name="T4" fmla="*/ 294 w 381"/>
                <a:gd name="T5" fmla="*/ 75 h 328"/>
                <a:gd name="T6" fmla="*/ 229 w 381"/>
                <a:gd name="T7" fmla="*/ 37 h 328"/>
                <a:gd name="T8" fmla="*/ 41 w 381"/>
                <a:gd name="T9" fmla="*/ 81 h 328"/>
                <a:gd name="T10" fmla="*/ 0 w 381"/>
                <a:gd name="T11" fmla="*/ 152 h 328"/>
                <a:gd name="T12" fmla="*/ 303 w 381"/>
                <a:gd name="T13" fmla="*/ 328 h 328"/>
              </a:gdLst>
              <a:ahLst/>
              <a:cxnLst>
                <a:cxn ang="0">
                  <a:pos x="T0" y="T1"/>
                </a:cxn>
                <a:cxn ang="0">
                  <a:pos x="T2" y="T3"/>
                </a:cxn>
                <a:cxn ang="0">
                  <a:pos x="T4" y="T5"/>
                </a:cxn>
                <a:cxn ang="0">
                  <a:pos x="T6" y="T7"/>
                </a:cxn>
                <a:cxn ang="0">
                  <a:pos x="T8" y="T9"/>
                </a:cxn>
                <a:cxn ang="0">
                  <a:pos x="T10" y="T11"/>
                </a:cxn>
                <a:cxn ang="0">
                  <a:pos x="T12" y="T13"/>
                </a:cxn>
              </a:cxnLst>
              <a:rect l="0" t="0" r="r" b="b"/>
              <a:pathLst>
                <a:path w="381" h="328">
                  <a:moveTo>
                    <a:pt x="303" y="328"/>
                  </a:moveTo>
                  <a:cubicBezTo>
                    <a:pt x="344" y="256"/>
                    <a:pt x="344" y="256"/>
                    <a:pt x="344" y="256"/>
                  </a:cubicBezTo>
                  <a:cubicBezTo>
                    <a:pt x="381" y="192"/>
                    <a:pt x="358" y="112"/>
                    <a:pt x="294" y="75"/>
                  </a:cubicBezTo>
                  <a:cubicBezTo>
                    <a:pt x="229" y="37"/>
                    <a:pt x="229" y="37"/>
                    <a:pt x="229" y="37"/>
                  </a:cubicBezTo>
                  <a:cubicBezTo>
                    <a:pt x="165" y="0"/>
                    <a:pt x="78" y="17"/>
                    <a:pt x="41" y="81"/>
                  </a:cubicBezTo>
                  <a:cubicBezTo>
                    <a:pt x="0" y="152"/>
                    <a:pt x="0" y="152"/>
                    <a:pt x="0" y="152"/>
                  </a:cubicBezTo>
                  <a:lnTo>
                    <a:pt x="303" y="328"/>
                  </a:lnTo>
                  <a:close/>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30" name="Line 283">
              <a:extLst>
                <a:ext uri="{FF2B5EF4-FFF2-40B4-BE49-F238E27FC236}">
                  <a16:creationId xmlns:a16="http://schemas.microsoft.com/office/drawing/2014/main" id="{0719393D-E81B-0559-5122-D1046C1D7BFE}"/>
                </a:ext>
              </a:extLst>
            </p:cNvPr>
            <p:cNvSpPr>
              <a:spLocks noChangeShapeType="1"/>
            </p:cNvSpPr>
            <p:nvPr/>
          </p:nvSpPr>
          <p:spPr bwMode="auto">
            <a:xfrm flipH="1">
              <a:off x="699" y="3026"/>
              <a:ext cx="145" cy="251"/>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31" name="Line 284">
              <a:extLst>
                <a:ext uri="{FF2B5EF4-FFF2-40B4-BE49-F238E27FC236}">
                  <a16:creationId xmlns:a16="http://schemas.microsoft.com/office/drawing/2014/main" id="{334A9C81-2D6A-E65B-221A-4A12961703AD}"/>
                </a:ext>
              </a:extLst>
            </p:cNvPr>
            <p:cNvSpPr>
              <a:spLocks noChangeShapeType="1"/>
            </p:cNvSpPr>
            <p:nvPr/>
          </p:nvSpPr>
          <p:spPr bwMode="auto">
            <a:xfrm flipH="1">
              <a:off x="1151" y="3123"/>
              <a:ext cx="75" cy="131"/>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32" name="Line 285">
              <a:extLst>
                <a:ext uri="{FF2B5EF4-FFF2-40B4-BE49-F238E27FC236}">
                  <a16:creationId xmlns:a16="http://schemas.microsoft.com/office/drawing/2014/main" id="{F55E1FA7-DF8D-1B5E-FC1C-1819761E4DAF}"/>
                </a:ext>
              </a:extLst>
            </p:cNvPr>
            <p:cNvSpPr>
              <a:spLocks noChangeShapeType="1"/>
            </p:cNvSpPr>
            <p:nvPr/>
          </p:nvSpPr>
          <p:spPr bwMode="auto">
            <a:xfrm flipH="1">
              <a:off x="942" y="3373"/>
              <a:ext cx="40" cy="69"/>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grpSp>
      <p:grpSp>
        <p:nvGrpSpPr>
          <p:cNvPr id="33" name="Group 288">
            <a:extLst>
              <a:ext uri="{FF2B5EF4-FFF2-40B4-BE49-F238E27FC236}">
                <a16:creationId xmlns:a16="http://schemas.microsoft.com/office/drawing/2014/main" id="{9EDE945F-1648-7055-BA1A-312A10C9D53F}"/>
              </a:ext>
            </a:extLst>
          </p:cNvPr>
          <p:cNvGrpSpPr>
            <a:grpSpLocks noChangeAspect="1"/>
          </p:cNvGrpSpPr>
          <p:nvPr/>
        </p:nvGrpSpPr>
        <p:grpSpPr bwMode="auto">
          <a:xfrm>
            <a:off x="6656826" y="1111034"/>
            <a:ext cx="754343" cy="571550"/>
            <a:chOff x="2119" y="3029"/>
            <a:chExt cx="586" cy="444"/>
          </a:xfrm>
          <a:solidFill>
            <a:schemeClr val="accent1"/>
          </a:solidFill>
        </p:grpSpPr>
        <p:sp>
          <p:nvSpPr>
            <p:cNvPr id="34" name="Line 289">
              <a:extLst>
                <a:ext uri="{FF2B5EF4-FFF2-40B4-BE49-F238E27FC236}">
                  <a16:creationId xmlns:a16="http://schemas.microsoft.com/office/drawing/2014/main" id="{E3A21859-F979-94E4-4D14-732BF0933FE9}"/>
                </a:ext>
              </a:extLst>
            </p:cNvPr>
            <p:cNvSpPr>
              <a:spLocks noChangeShapeType="1"/>
            </p:cNvSpPr>
            <p:nvPr/>
          </p:nvSpPr>
          <p:spPr bwMode="auto">
            <a:xfrm flipH="1">
              <a:off x="2119" y="3056"/>
              <a:ext cx="148" cy="255"/>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35" name="Line 290">
              <a:extLst>
                <a:ext uri="{FF2B5EF4-FFF2-40B4-BE49-F238E27FC236}">
                  <a16:creationId xmlns:a16="http://schemas.microsoft.com/office/drawing/2014/main" id="{5AED4935-BEE3-BDD0-0044-F387DE815FE5}"/>
                </a:ext>
              </a:extLst>
            </p:cNvPr>
            <p:cNvSpPr>
              <a:spLocks noChangeShapeType="1"/>
            </p:cNvSpPr>
            <p:nvPr/>
          </p:nvSpPr>
          <p:spPr bwMode="auto">
            <a:xfrm flipH="1">
              <a:off x="2628" y="3309"/>
              <a:ext cx="77" cy="131"/>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36" name="Line 291">
              <a:extLst>
                <a:ext uri="{FF2B5EF4-FFF2-40B4-BE49-F238E27FC236}">
                  <a16:creationId xmlns:a16="http://schemas.microsoft.com/office/drawing/2014/main" id="{16A6287F-68F1-84B7-C54F-3A867254A686}"/>
                </a:ext>
              </a:extLst>
            </p:cNvPr>
            <p:cNvSpPr>
              <a:spLocks noChangeShapeType="1"/>
            </p:cNvSpPr>
            <p:nvPr/>
          </p:nvSpPr>
          <p:spPr bwMode="auto">
            <a:xfrm flipH="1">
              <a:off x="2447" y="3029"/>
              <a:ext cx="40" cy="69"/>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37" name="Freeform 292">
              <a:extLst>
                <a:ext uri="{FF2B5EF4-FFF2-40B4-BE49-F238E27FC236}">
                  <a16:creationId xmlns:a16="http://schemas.microsoft.com/office/drawing/2014/main" id="{EC81F35D-4073-4F6D-28A1-409E0DD3F3A3}"/>
                </a:ext>
              </a:extLst>
            </p:cNvPr>
            <p:cNvSpPr>
              <a:spLocks/>
            </p:cNvSpPr>
            <p:nvPr/>
          </p:nvSpPr>
          <p:spPr bwMode="auto">
            <a:xfrm>
              <a:off x="2210" y="3363"/>
              <a:ext cx="397" cy="110"/>
            </a:xfrm>
            <a:custGeom>
              <a:avLst/>
              <a:gdLst>
                <a:gd name="T0" fmla="*/ 0 w 397"/>
                <a:gd name="T1" fmla="*/ 48 h 110"/>
                <a:gd name="T2" fmla="*/ 142 w 397"/>
                <a:gd name="T3" fmla="*/ 10 h 110"/>
                <a:gd name="T4" fmla="*/ 163 w 397"/>
                <a:gd name="T5" fmla="*/ 102 h 110"/>
                <a:gd name="T6" fmla="*/ 397 w 397"/>
                <a:gd name="T7" fmla="*/ 41 h 110"/>
                <a:gd name="T8" fmla="*/ 324 w 397"/>
                <a:gd name="T9" fmla="*/ 0 h 110"/>
                <a:gd name="T10" fmla="*/ 397 w 397"/>
                <a:gd name="T11" fmla="*/ 41 h 110"/>
                <a:gd name="T12" fmla="*/ 356 w 397"/>
                <a:gd name="T13" fmla="*/ 110 h 110"/>
              </a:gdLst>
              <a:ahLst/>
              <a:cxnLst>
                <a:cxn ang="0">
                  <a:pos x="T0" y="T1"/>
                </a:cxn>
                <a:cxn ang="0">
                  <a:pos x="T2" y="T3"/>
                </a:cxn>
                <a:cxn ang="0">
                  <a:pos x="T4" y="T5"/>
                </a:cxn>
                <a:cxn ang="0">
                  <a:pos x="T6" y="T7"/>
                </a:cxn>
                <a:cxn ang="0">
                  <a:pos x="T8" y="T9"/>
                </a:cxn>
                <a:cxn ang="0">
                  <a:pos x="T10" y="T11"/>
                </a:cxn>
                <a:cxn ang="0">
                  <a:pos x="T12" y="T13"/>
                </a:cxn>
              </a:cxnLst>
              <a:rect l="0" t="0" r="r" b="b"/>
              <a:pathLst>
                <a:path w="397" h="110">
                  <a:moveTo>
                    <a:pt x="0" y="48"/>
                  </a:moveTo>
                  <a:lnTo>
                    <a:pt x="142" y="10"/>
                  </a:lnTo>
                  <a:lnTo>
                    <a:pt x="163" y="102"/>
                  </a:lnTo>
                  <a:lnTo>
                    <a:pt x="397" y="41"/>
                  </a:lnTo>
                  <a:lnTo>
                    <a:pt x="324" y="0"/>
                  </a:lnTo>
                  <a:lnTo>
                    <a:pt x="397" y="41"/>
                  </a:lnTo>
                  <a:lnTo>
                    <a:pt x="356" y="110"/>
                  </a:lnTo>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38" name="Freeform 293">
              <a:extLst>
                <a:ext uri="{FF2B5EF4-FFF2-40B4-BE49-F238E27FC236}">
                  <a16:creationId xmlns:a16="http://schemas.microsoft.com/office/drawing/2014/main" id="{FA828882-635B-2879-DD9C-26F9E208AE32}"/>
                </a:ext>
              </a:extLst>
            </p:cNvPr>
            <p:cNvSpPr>
              <a:spLocks/>
            </p:cNvSpPr>
            <p:nvPr/>
          </p:nvSpPr>
          <p:spPr bwMode="auto">
            <a:xfrm>
              <a:off x="2258" y="3102"/>
              <a:ext cx="303" cy="292"/>
            </a:xfrm>
            <a:custGeom>
              <a:avLst/>
              <a:gdLst>
                <a:gd name="T0" fmla="*/ 18 w 157"/>
                <a:gd name="T1" fmla="*/ 122 h 151"/>
                <a:gd name="T2" fmla="*/ 12 w 157"/>
                <a:gd name="T3" fmla="*/ 48 h 151"/>
                <a:gd name="T4" fmla="*/ 108 w 157"/>
                <a:gd name="T5" fmla="*/ 18 h 151"/>
                <a:gd name="T6" fmla="*/ 139 w 157"/>
                <a:gd name="T7" fmla="*/ 113 h 151"/>
                <a:gd name="T8" fmla="*/ 87 w 157"/>
                <a:gd name="T9" fmla="*/ 151 h 151"/>
              </a:gdLst>
              <a:ahLst/>
              <a:cxnLst>
                <a:cxn ang="0">
                  <a:pos x="T0" y="T1"/>
                </a:cxn>
                <a:cxn ang="0">
                  <a:pos x="T2" y="T3"/>
                </a:cxn>
                <a:cxn ang="0">
                  <a:pos x="T4" y="T5"/>
                </a:cxn>
                <a:cxn ang="0">
                  <a:pos x="T6" y="T7"/>
                </a:cxn>
                <a:cxn ang="0">
                  <a:pos x="T8" y="T9"/>
                </a:cxn>
              </a:cxnLst>
              <a:rect l="0" t="0" r="r" b="b"/>
              <a:pathLst>
                <a:path w="157" h="151">
                  <a:moveTo>
                    <a:pt x="18" y="122"/>
                  </a:moveTo>
                  <a:cubicBezTo>
                    <a:pt x="3" y="101"/>
                    <a:pt x="0" y="73"/>
                    <a:pt x="12" y="48"/>
                  </a:cubicBezTo>
                  <a:cubicBezTo>
                    <a:pt x="30" y="13"/>
                    <a:pt x="73" y="0"/>
                    <a:pt x="108" y="18"/>
                  </a:cubicBezTo>
                  <a:cubicBezTo>
                    <a:pt x="143" y="35"/>
                    <a:pt x="157" y="78"/>
                    <a:pt x="139" y="113"/>
                  </a:cubicBezTo>
                  <a:cubicBezTo>
                    <a:pt x="128" y="134"/>
                    <a:pt x="109" y="147"/>
                    <a:pt x="87" y="151"/>
                  </a:cubicBezTo>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39" name="Freeform 294">
              <a:extLst>
                <a:ext uri="{FF2B5EF4-FFF2-40B4-BE49-F238E27FC236}">
                  <a16:creationId xmlns:a16="http://schemas.microsoft.com/office/drawing/2014/main" id="{F153F5D4-503B-C7A0-13A5-906F627696CF}"/>
                </a:ext>
              </a:extLst>
            </p:cNvPr>
            <p:cNvSpPr>
              <a:spLocks/>
            </p:cNvSpPr>
            <p:nvPr/>
          </p:nvSpPr>
          <p:spPr bwMode="auto">
            <a:xfrm>
              <a:off x="2343" y="3195"/>
              <a:ext cx="113" cy="127"/>
            </a:xfrm>
            <a:custGeom>
              <a:avLst/>
              <a:gdLst>
                <a:gd name="T0" fmla="*/ 53 w 59"/>
                <a:gd name="T1" fmla="*/ 27 h 66"/>
                <a:gd name="T2" fmla="*/ 45 w 59"/>
                <a:gd name="T3" fmla="*/ 7 h 66"/>
                <a:gd name="T4" fmla="*/ 23 w 59"/>
                <a:gd name="T5" fmla="*/ 23 h 66"/>
                <a:gd name="T6" fmla="*/ 0 w 59"/>
                <a:gd name="T7" fmla="*/ 47 h 66"/>
                <a:gd name="T8" fmla="*/ 19 w 59"/>
                <a:gd name="T9" fmla="*/ 57 h 66"/>
                <a:gd name="T10" fmla="*/ 39 w 59"/>
                <a:gd name="T11" fmla="*/ 66 h 66"/>
              </a:gdLst>
              <a:ahLst/>
              <a:cxnLst>
                <a:cxn ang="0">
                  <a:pos x="T0" y="T1"/>
                </a:cxn>
                <a:cxn ang="0">
                  <a:pos x="T2" y="T3"/>
                </a:cxn>
                <a:cxn ang="0">
                  <a:pos x="T4" y="T5"/>
                </a:cxn>
                <a:cxn ang="0">
                  <a:pos x="T6" y="T7"/>
                </a:cxn>
                <a:cxn ang="0">
                  <a:pos x="T8" y="T9"/>
                </a:cxn>
                <a:cxn ang="0">
                  <a:pos x="T10" y="T11"/>
                </a:cxn>
              </a:cxnLst>
              <a:rect l="0" t="0" r="r" b="b"/>
              <a:pathLst>
                <a:path w="59" h="66">
                  <a:moveTo>
                    <a:pt x="53" y="27"/>
                  </a:moveTo>
                  <a:cubicBezTo>
                    <a:pt x="53" y="27"/>
                    <a:pt x="59" y="14"/>
                    <a:pt x="45" y="7"/>
                  </a:cubicBezTo>
                  <a:cubicBezTo>
                    <a:pt x="31" y="0"/>
                    <a:pt x="25" y="17"/>
                    <a:pt x="23" y="23"/>
                  </a:cubicBezTo>
                  <a:cubicBezTo>
                    <a:pt x="22" y="30"/>
                    <a:pt x="18" y="42"/>
                    <a:pt x="0" y="47"/>
                  </a:cubicBezTo>
                  <a:cubicBezTo>
                    <a:pt x="0" y="47"/>
                    <a:pt x="9" y="47"/>
                    <a:pt x="19" y="57"/>
                  </a:cubicBezTo>
                  <a:cubicBezTo>
                    <a:pt x="28" y="66"/>
                    <a:pt x="36" y="66"/>
                    <a:pt x="39" y="66"/>
                  </a:cubicBezTo>
                </a:path>
              </a:pathLst>
            </a:cu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40" name="Line 295">
              <a:extLst>
                <a:ext uri="{FF2B5EF4-FFF2-40B4-BE49-F238E27FC236}">
                  <a16:creationId xmlns:a16="http://schemas.microsoft.com/office/drawing/2014/main" id="{B3FB87D8-8B59-48FE-C538-279888626298}"/>
                </a:ext>
              </a:extLst>
            </p:cNvPr>
            <p:cNvSpPr>
              <a:spLocks noChangeShapeType="1"/>
            </p:cNvSpPr>
            <p:nvPr/>
          </p:nvSpPr>
          <p:spPr bwMode="auto">
            <a:xfrm flipH="1" flipV="1">
              <a:off x="2370" y="3238"/>
              <a:ext cx="57" cy="34"/>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41" name="Rectangle 40">
            <a:extLst>
              <a:ext uri="{FF2B5EF4-FFF2-40B4-BE49-F238E27FC236}">
                <a16:creationId xmlns:a16="http://schemas.microsoft.com/office/drawing/2014/main" id="{24A8C10D-8E06-C483-FEA3-46228C14AC95}"/>
              </a:ext>
            </a:extLst>
          </p:cNvPr>
          <p:cNvSpPr/>
          <p:nvPr/>
        </p:nvSpPr>
        <p:spPr>
          <a:xfrm>
            <a:off x="9774409" y="824579"/>
            <a:ext cx="2241436" cy="140630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116000"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marL="0" marR="0" lvl="0" indent="0" algn="ctr" defTabSz="731520" rtl="0" eaLnBrk="1" fontAlgn="auto" latinLnBrk="0" hangingPunct="0">
              <a:lnSpc>
                <a:spcPct val="100000"/>
              </a:lnSpc>
              <a:spcBef>
                <a:spcPct val="20000"/>
              </a:spcBef>
              <a:spcAft>
                <a:spcPct val="0"/>
              </a:spcAft>
              <a:buClr>
                <a:srgbClr val="830051"/>
              </a:buClr>
              <a:buSzTx/>
              <a:buFontTx/>
              <a:buNone/>
              <a:tabLst/>
              <a:defRPr/>
            </a:pPr>
            <a:r>
              <a:rPr kumimoji="0" lang="en-GB" sz="1400" b="1" i="0" u="none" strike="noStrike" kern="1200" cap="none" spc="0" normalizeH="0" baseline="0" noProof="0">
                <a:ln>
                  <a:noFill/>
                </a:ln>
                <a:solidFill>
                  <a:srgbClr val="FFFFFF"/>
                </a:solidFill>
                <a:effectLst/>
                <a:uLnTx/>
                <a:uFillTx/>
                <a:latin typeface="Arial"/>
                <a:ea typeface="+mn-ea"/>
                <a:cs typeface="Arial" pitchFamily="34" charset="0"/>
                <a:sym typeface="Wingdings"/>
              </a:rPr>
              <a:t>Rising Escalations</a:t>
            </a:r>
          </a:p>
        </p:txBody>
      </p:sp>
      <p:sp>
        <p:nvSpPr>
          <p:cNvPr id="42" name="Oval 41">
            <a:extLst>
              <a:ext uri="{FF2B5EF4-FFF2-40B4-BE49-F238E27FC236}">
                <a16:creationId xmlns:a16="http://schemas.microsoft.com/office/drawing/2014/main" id="{55DEBE23-B029-FC20-88C8-85CA64EAB310}"/>
              </a:ext>
            </a:extLst>
          </p:cNvPr>
          <p:cNvSpPr/>
          <p:nvPr/>
        </p:nvSpPr>
        <p:spPr>
          <a:xfrm>
            <a:off x="9320488" y="980589"/>
            <a:ext cx="973615" cy="1118328"/>
          </a:xfrm>
          <a:prstGeom prst="ellipse">
            <a:avLst/>
          </a:prstGeom>
          <a:solidFill>
            <a:schemeClr val="accent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1pPr>
            <a:lvl2pPr marL="457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2pPr>
            <a:lvl3pPr marL="914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3pPr>
            <a:lvl4pPr marL="1371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4pPr>
            <a:lvl5pPr marL="18288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5pPr>
            <a:lvl6pPr marL="22860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6pPr>
            <a:lvl7pPr marL="27432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7pPr>
            <a:lvl8pPr marL="32004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8pPr>
            <a:lvl9pPr marL="3657600" marR="0" indent="0" algn="l" defTabSz="914400" rtl="0" eaLnBrk="1"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lt1"/>
                </a:solidFill>
                <a:uLnTx/>
                <a:uFillTx/>
                <a:latin typeface="Calibri"/>
                <a:ea typeface="Arial" pitchFamily="34" charset="0"/>
                <a:cs typeface="Arial" pitchFamily="34" charset="0"/>
                <a:sym typeface="Wingdings"/>
              </a:defRPr>
            </a:lvl9p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PH" sz="1800" b="0" i="0" u="none" strike="noStrike" kern="1200" cap="none" spc="0" normalizeH="0" baseline="0" noProof="0">
              <a:ln>
                <a:noFill/>
              </a:ln>
              <a:solidFill>
                <a:srgbClr val="FFFFFF"/>
              </a:solidFill>
              <a:effectLst/>
              <a:uLnTx/>
              <a:uFillTx/>
              <a:latin typeface="Calibri"/>
              <a:cs typeface="Arial" pitchFamily="34" charset="0"/>
              <a:sym typeface="Wingdings"/>
            </a:endParaRPr>
          </a:p>
        </p:txBody>
      </p:sp>
      <p:grpSp>
        <p:nvGrpSpPr>
          <p:cNvPr id="43" name="Group 143">
            <a:extLst>
              <a:ext uri="{FF2B5EF4-FFF2-40B4-BE49-F238E27FC236}">
                <a16:creationId xmlns:a16="http://schemas.microsoft.com/office/drawing/2014/main" id="{C7EBC9B5-A3EA-0853-F1FE-0FFD19CF6087}"/>
              </a:ext>
            </a:extLst>
          </p:cNvPr>
          <p:cNvGrpSpPr>
            <a:grpSpLocks noChangeAspect="1"/>
          </p:cNvGrpSpPr>
          <p:nvPr/>
        </p:nvGrpSpPr>
        <p:grpSpPr bwMode="auto">
          <a:xfrm>
            <a:off x="9607280" y="1241958"/>
            <a:ext cx="450941" cy="571550"/>
            <a:chOff x="3649" y="1167"/>
            <a:chExt cx="406" cy="448"/>
          </a:xfrm>
          <a:noFill/>
        </p:grpSpPr>
        <p:sp>
          <p:nvSpPr>
            <p:cNvPr id="44" name="Freeform 144">
              <a:extLst>
                <a:ext uri="{FF2B5EF4-FFF2-40B4-BE49-F238E27FC236}">
                  <a16:creationId xmlns:a16="http://schemas.microsoft.com/office/drawing/2014/main" id="{235859D4-33E2-AD54-B054-83AC30DBB0AB}"/>
                </a:ext>
              </a:extLst>
            </p:cNvPr>
            <p:cNvSpPr>
              <a:spLocks/>
            </p:cNvSpPr>
            <p:nvPr/>
          </p:nvSpPr>
          <p:spPr bwMode="auto">
            <a:xfrm>
              <a:off x="3800" y="1274"/>
              <a:ext cx="163" cy="163"/>
            </a:xfrm>
            <a:custGeom>
              <a:avLst/>
              <a:gdLst>
                <a:gd name="T0" fmla="*/ 12 w 103"/>
                <a:gd name="T1" fmla="*/ 31 h 103"/>
                <a:gd name="T2" fmla="*/ 73 w 103"/>
                <a:gd name="T3" fmla="*/ 12 h 103"/>
                <a:gd name="T4" fmla="*/ 91 w 103"/>
                <a:gd name="T5" fmla="*/ 73 h 103"/>
                <a:gd name="T6" fmla="*/ 30 w 103"/>
                <a:gd name="T7" fmla="*/ 92 h 103"/>
                <a:gd name="T8" fmla="*/ 12 w 103"/>
                <a:gd name="T9" fmla="*/ 31 h 103"/>
              </a:gdLst>
              <a:ahLst/>
              <a:cxnLst>
                <a:cxn ang="0">
                  <a:pos x="T0" y="T1"/>
                </a:cxn>
                <a:cxn ang="0">
                  <a:pos x="T2" y="T3"/>
                </a:cxn>
                <a:cxn ang="0">
                  <a:pos x="T4" y="T5"/>
                </a:cxn>
                <a:cxn ang="0">
                  <a:pos x="T6" y="T7"/>
                </a:cxn>
                <a:cxn ang="0">
                  <a:pos x="T8" y="T9"/>
                </a:cxn>
              </a:cxnLst>
              <a:rect l="0" t="0" r="r" b="b"/>
              <a:pathLst>
                <a:path w="103" h="103">
                  <a:moveTo>
                    <a:pt x="12" y="31"/>
                  </a:moveTo>
                  <a:cubicBezTo>
                    <a:pt x="24" y="9"/>
                    <a:pt x="51" y="0"/>
                    <a:pt x="73" y="12"/>
                  </a:cubicBezTo>
                  <a:cubicBezTo>
                    <a:pt x="95" y="24"/>
                    <a:pt x="103" y="51"/>
                    <a:pt x="91" y="73"/>
                  </a:cubicBezTo>
                  <a:cubicBezTo>
                    <a:pt x="79" y="95"/>
                    <a:pt x="52" y="103"/>
                    <a:pt x="30" y="92"/>
                  </a:cubicBezTo>
                  <a:cubicBezTo>
                    <a:pt x="8" y="80"/>
                    <a:pt x="0" y="53"/>
                    <a:pt x="12" y="31"/>
                  </a:cubicBezTo>
                  <a:close/>
                </a:path>
              </a:pathLst>
            </a:custGeom>
            <a:grpFill/>
            <a:ln w="1270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45" name="Freeform 145">
              <a:extLst>
                <a:ext uri="{FF2B5EF4-FFF2-40B4-BE49-F238E27FC236}">
                  <a16:creationId xmlns:a16="http://schemas.microsoft.com/office/drawing/2014/main" id="{D06EC2A2-9053-FEEA-0A38-0567D2256D92}"/>
                </a:ext>
              </a:extLst>
            </p:cNvPr>
            <p:cNvSpPr>
              <a:spLocks/>
            </p:cNvSpPr>
            <p:nvPr/>
          </p:nvSpPr>
          <p:spPr bwMode="auto">
            <a:xfrm>
              <a:off x="3733" y="1212"/>
              <a:ext cx="295" cy="287"/>
            </a:xfrm>
            <a:custGeom>
              <a:avLst/>
              <a:gdLst>
                <a:gd name="T0" fmla="*/ 0 w 295"/>
                <a:gd name="T1" fmla="*/ 160 h 287"/>
                <a:gd name="T2" fmla="*/ 25 w 295"/>
                <a:gd name="T3" fmla="*/ 117 h 287"/>
                <a:gd name="T4" fmla="*/ 14 w 295"/>
                <a:gd name="T5" fmla="*/ 71 h 287"/>
                <a:gd name="T6" fmla="*/ 59 w 295"/>
                <a:gd name="T7" fmla="*/ 55 h 287"/>
                <a:gd name="T8" fmla="*/ 79 w 295"/>
                <a:gd name="T9" fmla="*/ 11 h 287"/>
                <a:gd name="T10" fmla="*/ 129 w 295"/>
                <a:gd name="T11" fmla="*/ 22 h 287"/>
                <a:gd name="T12" fmla="*/ 173 w 295"/>
                <a:gd name="T13" fmla="*/ 0 h 287"/>
                <a:gd name="T14" fmla="*/ 205 w 295"/>
                <a:gd name="T15" fmla="*/ 38 h 287"/>
                <a:gd name="T16" fmla="*/ 254 w 295"/>
                <a:gd name="T17" fmla="*/ 43 h 287"/>
                <a:gd name="T18" fmla="*/ 259 w 295"/>
                <a:gd name="T19" fmla="*/ 92 h 287"/>
                <a:gd name="T20" fmla="*/ 295 w 295"/>
                <a:gd name="T21" fmla="*/ 127 h 287"/>
                <a:gd name="T22" fmla="*/ 270 w 295"/>
                <a:gd name="T23" fmla="*/ 168 h 287"/>
                <a:gd name="T24" fmla="*/ 278 w 295"/>
                <a:gd name="T25" fmla="*/ 213 h 287"/>
                <a:gd name="T26" fmla="*/ 235 w 295"/>
                <a:gd name="T27" fmla="*/ 230 h 287"/>
                <a:gd name="T28" fmla="*/ 214 w 295"/>
                <a:gd name="T29" fmla="*/ 275 h 287"/>
                <a:gd name="T30" fmla="*/ 167 w 295"/>
                <a:gd name="T31" fmla="*/ 263 h 287"/>
                <a:gd name="T32" fmla="*/ 122 w 295"/>
                <a:gd name="T33" fmla="*/ 287 h 287"/>
                <a:gd name="T34" fmla="*/ 90 w 295"/>
                <a:gd name="T35" fmla="*/ 249 h 287"/>
                <a:gd name="T36" fmla="*/ 41 w 295"/>
                <a:gd name="T37" fmla="*/ 243 h 287"/>
                <a:gd name="T38" fmla="*/ 36 w 295"/>
                <a:gd name="T39" fmla="*/ 194 h 287"/>
                <a:gd name="T40" fmla="*/ 0 w 295"/>
                <a:gd name="T41" fmla="*/ 160 h 287"/>
                <a:gd name="T42" fmla="*/ 0 w 295"/>
                <a:gd name="T43" fmla="*/ 160 h 287"/>
                <a:gd name="T44" fmla="*/ 0 w 295"/>
                <a:gd name="T45" fmla="*/ 16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95" h="287">
                  <a:moveTo>
                    <a:pt x="0" y="160"/>
                  </a:moveTo>
                  <a:lnTo>
                    <a:pt x="25" y="117"/>
                  </a:lnTo>
                  <a:lnTo>
                    <a:pt x="14" y="71"/>
                  </a:lnTo>
                  <a:lnTo>
                    <a:pt x="59" y="55"/>
                  </a:lnTo>
                  <a:lnTo>
                    <a:pt x="79" y="11"/>
                  </a:lnTo>
                  <a:lnTo>
                    <a:pt x="129" y="22"/>
                  </a:lnTo>
                  <a:lnTo>
                    <a:pt x="173" y="0"/>
                  </a:lnTo>
                  <a:lnTo>
                    <a:pt x="205" y="38"/>
                  </a:lnTo>
                  <a:lnTo>
                    <a:pt x="254" y="43"/>
                  </a:lnTo>
                  <a:lnTo>
                    <a:pt x="259" y="92"/>
                  </a:lnTo>
                  <a:lnTo>
                    <a:pt x="295" y="127"/>
                  </a:lnTo>
                  <a:lnTo>
                    <a:pt x="270" y="168"/>
                  </a:lnTo>
                  <a:lnTo>
                    <a:pt x="278" y="213"/>
                  </a:lnTo>
                  <a:lnTo>
                    <a:pt x="235" y="230"/>
                  </a:lnTo>
                  <a:lnTo>
                    <a:pt x="214" y="275"/>
                  </a:lnTo>
                  <a:lnTo>
                    <a:pt x="167" y="263"/>
                  </a:lnTo>
                  <a:lnTo>
                    <a:pt x="122" y="287"/>
                  </a:lnTo>
                  <a:lnTo>
                    <a:pt x="90" y="249"/>
                  </a:lnTo>
                  <a:lnTo>
                    <a:pt x="41" y="243"/>
                  </a:lnTo>
                  <a:lnTo>
                    <a:pt x="36" y="194"/>
                  </a:lnTo>
                  <a:lnTo>
                    <a:pt x="0" y="160"/>
                  </a:lnTo>
                  <a:lnTo>
                    <a:pt x="0" y="160"/>
                  </a:lnTo>
                  <a:lnTo>
                    <a:pt x="0" y="160"/>
                  </a:lnTo>
                  <a:close/>
                </a:path>
              </a:pathLst>
            </a:custGeom>
            <a:solidFill>
              <a:schemeClr val="bg2"/>
            </a:solidFill>
            <a:ln w="1270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46" name="Freeform 146">
              <a:extLst>
                <a:ext uri="{FF2B5EF4-FFF2-40B4-BE49-F238E27FC236}">
                  <a16:creationId xmlns:a16="http://schemas.microsoft.com/office/drawing/2014/main" id="{8CAF4C0D-C2F9-99C8-5BCB-4D95CC4F8399}"/>
                </a:ext>
              </a:extLst>
            </p:cNvPr>
            <p:cNvSpPr>
              <a:spLocks/>
            </p:cNvSpPr>
            <p:nvPr/>
          </p:nvSpPr>
          <p:spPr bwMode="auto">
            <a:xfrm>
              <a:off x="3811" y="1461"/>
              <a:ext cx="90" cy="148"/>
            </a:xfrm>
            <a:custGeom>
              <a:avLst/>
              <a:gdLst>
                <a:gd name="T0" fmla="*/ 90 w 90"/>
                <a:gd name="T1" fmla="*/ 14 h 148"/>
                <a:gd name="T2" fmla="*/ 78 w 90"/>
                <a:gd name="T3" fmla="*/ 148 h 148"/>
                <a:gd name="T4" fmla="*/ 38 w 90"/>
                <a:gd name="T5" fmla="*/ 123 h 148"/>
                <a:gd name="T6" fmla="*/ 0 w 90"/>
                <a:gd name="T7" fmla="*/ 140 h 148"/>
                <a:gd name="T8" fmla="*/ 14 w 90"/>
                <a:gd name="T9" fmla="*/ 0 h 148"/>
              </a:gdLst>
              <a:ahLst/>
              <a:cxnLst>
                <a:cxn ang="0">
                  <a:pos x="T0" y="T1"/>
                </a:cxn>
                <a:cxn ang="0">
                  <a:pos x="T2" y="T3"/>
                </a:cxn>
                <a:cxn ang="0">
                  <a:pos x="T4" y="T5"/>
                </a:cxn>
                <a:cxn ang="0">
                  <a:pos x="T6" y="T7"/>
                </a:cxn>
                <a:cxn ang="0">
                  <a:pos x="T8" y="T9"/>
                </a:cxn>
              </a:cxnLst>
              <a:rect l="0" t="0" r="r" b="b"/>
              <a:pathLst>
                <a:path w="90" h="148">
                  <a:moveTo>
                    <a:pt x="90" y="14"/>
                  </a:moveTo>
                  <a:lnTo>
                    <a:pt x="78" y="148"/>
                  </a:lnTo>
                  <a:lnTo>
                    <a:pt x="38" y="123"/>
                  </a:lnTo>
                  <a:lnTo>
                    <a:pt x="0" y="140"/>
                  </a:lnTo>
                  <a:lnTo>
                    <a:pt x="14" y="0"/>
                  </a:lnTo>
                </a:path>
              </a:pathLst>
            </a:custGeom>
            <a:solidFill>
              <a:schemeClr val="bg2"/>
            </a:solidFill>
            <a:ln w="1270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47" name="Freeform 147">
              <a:extLst>
                <a:ext uri="{FF2B5EF4-FFF2-40B4-BE49-F238E27FC236}">
                  <a16:creationId xmlns:a16="http://schemas.microsoft.com/office/drawing/2014/main" id="{360B200C-0BA3-D1B6-5722-358990746EFF}"/>
                </a:ext>
              </a:extLst>
            </p:cNvPr>
            <p:cNvSpPr>
              <a:spLocks/>
            </p:cNvSpPr>
            <p:nvPr/>
          </p:nvSpPr>
          <p:spPr bwMode="auto">
            <a:xfrm>
              <a:off x="3665" y="1406"/>
              <a:ext cx="160" cy="136"/>
            </a:xfrm>
            <a:custGeom>
              <a:avLst/>
              <a:gdLst>
                <a:gd name="T0" fmla="*/ 103 w 160"/>
                <a:gd name="T1" fmla="*/ 0 h 136"/>
                <a:gd name="T2" fmla="*/ 0 w 160"/>
                <a:gd name="T3" fmla="*/ 73 h 136"/>
                <a:gd name="T4" fmla="*/ 38 w 160"/>
                <a:gd name="T5" fmla="*/ 93 h 136"/>
                <a:gd name="T6" fmla="*/ 44 w 160"/>
                <a:gd name="T7" fmla="*/ 136 h 136"/>
                <a:gd name="T8" fmla="*/ 160 w 160"/>
                <a:gd name="T9" fmla="*/ 55 h 136"/>
              </a:gdLst>
              <a:ahLst/>
              <a:cxnLst>
                <a:cxn ang="0">
                  <a:pos x="T0" y="T1"/>
                </a:cxn>
                <a:cxn ang="0">
                  <a:pos x="T2" y="T3"/>
                </a:cxn>
                <a:cxn ang="0">
                  <a:pos x="T4" y="T5"/>
                </a:cxn>
                <a:cxn ang="0">
                  <a:pos x="T6" y="T7"/>
                </a:cxn>
                <a:cxn ang="0">
                  <a:pos x="T8" y="T9"/>
                </a:cxn>
              </a:cxnLst>
              <a:rect l="0" t="0" r="r" b="b"/>
              <a:pathLst>
                <a:path w="160" h="136">
                  <a:moveTo>
                    <a:pt x="103" y="0"/>
                  </a:moveTo>
                  <a:lnTo>
                    <a:pt x="0" y="73"/>
                  </a:lnTo>
                  <a:lnTo>
                    <a:pt x="38" y="93"/>
                  </a:lnTo>
                  <a:lnTo>
                    <a:pt x="44" y="136"/>
                  </a:lnTo>
                  <a:lnTo>
                    <a:pt x="160" y="55"/>
                  </a:lnTo>
                </a:path>
              </a:pathLst>
            </a:custGeom>
            <a:solidFill>
              <a:schemeClr val="bg2"/>
            </a:solidFill>
            <a:ln w="1270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48" name="Line 148">
              <a:extLst>
                <a:ext uri="{FF2B5EF4-FFF2-40B4-BE49-F238E27FC236}">
                  <a16:creationId xmlns:a16="http://schemas.microsoft.com/office/drawing/2014/main" id="{F0C8B534-9258-03FD-5A6C-1A7BDE2C12F5}"/>
                </a:ext>
              </a:extLst>
            </p:cNvPr>
            <p:cNvSpPr>
              <a:spLocks noChangeShapeType="1"/>
            </p:cNvSpPr>
            <p:nvPr/>
          </p:nvSpPr>
          <p:spPr bwMode="auto">
            <a:xfrm flipH="1">
              <a:off x="3649" y="1167"/>
              <a:ext cx="120" cy="210"/>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49" name="Line 149">
              <a:extLst>
                <a:ext uri="{FF2B5EF4-FFF2-40B4-BE49-F238E27FC236}">
                  <a16:creationId xmlns:a16="http://schemas.microsoft.com/office/drawing/2014/main" id="{B7852B2F-5AF6-F910-CD21-4FB442600F37}"/>
                </a:ext>
              </a:extLst>
            </p:cNvPr>
            <p:cNvSpPr>
              <a:spLocks noChangeShapeType="1"/>
            </p:cNvSpPr>
            <p:nvPr/>
          </p:nvSpPr>
          <p:spPr bwMode="auto">
            <a:xfrm flipH="1">
              <a:off x="3938" y="1506"/>
              <a:ext cx="62" cy="109"/>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sp>
          <p:nvSpPr>
            <p:cNvPr id="50" name="Line 150">
              <a:extLst>
                <a:ext uri="{FF2B5EF4-FFF2-40B4-BE49-F238E27FC236}">
                  <a16:creationId xmlns:a16="http://schemas.microsoft.com/office/drawing/2014/main" id="{8688D5D0-652F-2881-60AB-6C4373E6A4C8}"/>
                </a:ext>
              </a:extLst>
            </p:cNvPr>
            <p:cNvSpPr>
              <a:spLocks noChangeShapeType="1"/>
            </p:cNvSpPr>
            <p:nvPr/>
          </p:nvSpPr>
          <p:spPr bwMode="auto">
            <a:xfrm flipH="1">
              <a:off x="4022" y="1232"/>
              <a:ext cx="33" cy="58"/>
            </a:xfrm>
            <a:prstGeom prst="line">
              <a:avLst/>
            </a:prstGeom>
            <a:grpFill/>
            <a:ln w="12700" cap="rnd">
              <a:solidFill>
                <a:schemeClr val="bg2"/>
              </a:solidFill>
              <a:prstDash val="solid"/>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1" name="Title 2">
            <a:extLst>
              <a:ext uri="{FF2B5EF4-FFF2-40B4-BE49-F238E27FC236}">
                <a16:creationId xmlns:a16="http://schemas.microsoft.com/office/drawing/2014/main" id="{17EFA451-9CC3-0EC6-D6C5-BB5DCB027D4C}"/>
              </a:ext>
            </a:extLst>
          </p:cNvPr>
          <p:cNvSpPr>
            <a:spLocks noGrp="1"/>
          </p:cNvSpPr>
          <p:nvPr>
            <p:ph type="title"/>
          </p:nvPr>
        </p:nvSpPr>
        <p:spPr>
          <a:xfrm>
            <a:off x="316933" y="91047"/>
            <a:ext cx="11698911" cy="596479"/>
          </a:xfrm>
        </p:spPr>
        <p:txBody>
          <a:bodyPr/>
          <a:lstStyle/>
          <a:p>
            <a:r>
              <a:rPr lang="en-US"/>
              <a:t>Problem Statement</a:t>
            </a:r>
            <a:endParaRPr lang="en-IN"/>
          </a:p>
        </p:txBody>
      </p:sp>
    </p:spTree>
    <p:custDataLst>
      <p:tags r:id="rId1"/>
    </p:custDataLst>
    <p:extLst>
      <p:ext uri="{BB962C8B-B14F-4D97-AF65-F5344CB8AC3E}">
        <p14:creationId xmlns:p14="http://schemas.microsoft.com/office/powerpoint/2010/main" val="647008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DD19AA9-5992-34F9-6708-4C5013F9BCE0}"/>
              </a:ext>
            </a:extLst>
          </p:cNvPr>
          <p:cNvSpPr>
            <a:spLocks noGrp="1"/>
          </p:cNvSpPr>
          <p:nvPr>
            <p:ph type="body" sz="quarter" idx="10"/>
          </p:nvPr>
        </p:nvSpPr>
        <p:spPr/>
        <p:txBody>
          <a:bodyPr/>
          <a:lstStyle/>
          <a:p>
            <a:r>
              <a:rPr lang="en-IN"/>
              <a:t>The goal: transition from subjective, negotiation-based staffing → predictive, evidence-driven resource management​</a:t>
            </a:r>
            <a:endParaRPr lang="en-GB"/>
          </a:p>
        </p:txBody>
      </p:sp>
      <p:sp>
        <p:nvSpPr>
          <p:cNvPr id="2" name="Title 1">
            <a:extLst>
              <a:ext uri="{FF2B5EF4-FFF2-40B4-BE49-F238E27FC236}">
                <a16:creationId xmlns:a16="http://schemas.microsoft.com/office/drawing/2014/main" id="{EF54E257-7AB3-EC98-0DF4-74BD45EFEC61}"/>
              </a:ext>
            </a:extLst>
          </p:cNvPr>
          <p:cNvSpPr>
            <a:spLocks noGrp="1"/>
          </p:cNvSpPr>
          <p:nvPr>
            <p:ph type="title"/>
          </p:nvPr>
        </p:nvSpPr>
        <p:spPr/>
        <p:txBody>
          <a:bodyPr/>
          <a:lstStyle/>
          <a:p>
            <a:r>
              <a:rPr lang="en-US"/>
              <a:t>Expected Outcome </a:t>
            </a:r>
            <a:r>
              <a:rPr lang="en-IN" b="0"/>
              <a:t>- </a:t>
            </a:r>
            <a:r>
              <a:rPr lang="en-US"/>
              <a:t>What Success Looks Like</a:t>
            </a:r>
            <a:r>
              <a:rPr lang="en-IN" b="0"/>
              <a:t>​</a:t>
            </a:r>
            <a:endParaRPr lang="en-US"/>
          </a:p>
        </p:txBody>
      </p:sp>
      <p:graphicFrame>
        <p:nvGraphicFramePr>
          <p:cNvPr id="6" name="Table 6">
            <a:extLst>
              <a:ext uri="{FF2B5EF4-FFF2-40B4-BE49-F238E27FC236}">
                <a16:creationId xmlns:a16="http://schemas.microsoft.com/office/drawing/2014/main" id="{321EEB08-5353-795F-9364-B6B15D06156E}"/>
              </a:ext>
            </a:extLst>
          </p:cNvPr>
          <p:cNvGraphicFramePr>
            <a:graphicFrameLocks noGrp="1"/>
          </p:cNvGraphicFramePr>
          <p:nvPr>
            <p:extLst>
              <p:ext uri="{D42A27DB-BD31-4B8C-83A1-F6EECF244321}">
                <p14:modId xmlns:p14="http://schemas.microsoft.com/office/powerpoint/2010/main" val="1720679165"/>
              </p:ext>
            </p:extLst>
          </p:nvPr>
        </p:nvGraphicFramePr>
        <p:xfrm>
          <a:off x="381000" y="1736725"/>
          <a:ext cx="7281314" cy="4416426"/>
        </p:xfrm>
        <a:graphic>
          <a:graphicData uri="http://schemas.openxmlformats.org/drawingml/2006/table">
            <a:tbl>
              <a:tblPr firstRow="1">
                <a:tableStyleId>{073A0DAA-6AF3-43AB-8588-CEC1D06C72B9}</a:tableStyleId>
              </a:tblPr>
              <a:tblGrid>
                <a:gridCol w="1852125">
                  <a:extLst>
                    <a:ext uri="{9D8B030D-6E8A-4147-A177-3AD203B41FA5}">
                      <a16:colId xmlns:a16="http://schemas.microsoft.com/office/drawing/2014/main" val="94719915"/>
                    </a:ext>
                  </a:extLst>
                </a:gridCol>
                <a:gridCol w="5429189">
                  <a:extLst>
                    <a:ext uri="{9D8B030D-6E8A-4147-A177-3AD203B41FA5}">
                      <a16:colId xmlns:a16="http://schemas.microsoft.com/office/drawing/2014/main" val="3744774025"/>
                    </a:ext>
                  </a:extLst>
                </a:gridCol>
              </a:tblGrid>
              <a:tr h="506355">
                <a:tc>
                  <a:txBody>
                    <a:bodyPr/>
                    <a:lstStyle/>
                    <a:p>
                      <a:r>
                        <a:rPr lang="en-US" sz="1200"/>
                        <a:t>Outcome</a:t>
                      </a:r>
                      <a:endParaRPr lang="en-US" sz="1200">
                        <a:latin typeface="Arial" panose="020B0604020202020204" pitchFamily="34" charset="0"/>
                        <a:cs typeface="Arial" panose="020B0604020202020204" pitchFamily="34" charset="0"/>
                      </a:endParaRPr>
                    </a:p>
                  </a:txBody>
                  <a:tcPr marL="144000" marR="144000" marT="90000" marB="90000" anchor="ctr">
                    <a:lnB w="12700" cap="flat" cmpd="sng" algn="ctr">
                      <a:noFill/>
                      <a:prstDash val="solid"/>
                      <a:round/>
                      <a:headEnd type="none" w="med" len="med"/>
                      <a:tailEnd type="none" w="med" len="med"/>
                    </a:lnB>
                    <a:solidFill>
                      <a:schemeClr val="bg2"/>
                    </a:solidFill>
                  </a:tcPr>
                </a:tc>
                <a:tc>
                  <a:txBody>
                    <a:bodyPr/>
                    <a:lstStyle/>
                    <a:p>
                      <a:r>
                        <a:rPr lang="en-US" sz="1200"/>
                        <a:t>Description</a:t>
                      </a:r>
                      <a:endParaRPr lang="en-US" sz="1200">
                        <a:latin typeface="Arial" panose="020B0604020202020204" pitchFamily="34" charset="0"/>
                        <a:cs typeface="Arial" panose="020B0604020202020204" pitchFamily="34" charset="0"/>
                      </a:endParaRPr>
                    </a:p>
                  </a:txBody>
                  <a:tcPr marL="144000" marR="144000" marT="90000" marB="90000" anchor="ctr">
                    <a:lnB w="1270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val="1499453482"/>
                  </a:ext>
                </a:extLst>
              </a:tr>
              <a:tr h="1303357">
                <a:tc>
                  <a:txBody>
                    <a:bodyPr/>
                    <a:lstStyle/>
                    <a:p>
                      <a:r>
                        <a:rPr lang="en-US" sz="1200" b="1" i="0" u="none" strike="noStrike" kern="1200">
                          <a:solidFill>
                            <a:schemeClr val="bg2"/>
                          </a:solidFill>
                          <a:effectLst/>
                          <a:latin typeface="+mn-lt"/>
                          <a:ea typeface="+mn-ea"/>
                          <a:cs typeface="+mn-cs"/>
                        </a:rPr>
                        <a:t>Right People on the Right Projects</a:t>
                      </a:r>
                      <a:r>
                        <a:rPr lang="en-IN" sz="1200" b="0" i="0" kern="1200">
                          <a:solidFill>
                            <a:schemeClr val="bg2"/>
                          </a:solidFill>
                          <a:effectLst/>
                          <a:latin typeface="+mn-lt"/>
                          <a:ea typeface="+mn-ea"/>
                          <a:cs typeface="+mn-cs"/>
                        </a:rPr>
                        <a:t>​</a:t>
                      </a:r>
                      <a:endParaRPr lang="en-US" sz="1200" b="1">
                        <a:solidFill>
                          <a:schemeClr val="bg2"/>
                        </a:solidFill>
                        <a:latin typeface="Arial" panose="020B0604020202020204" pitchFamily="34" charset="0"/>
                        <a:cs typeface="Arial" panose="020B0604020202020204" pitchFamily="34" charset="0"/>
                      </a:endParaRPr>
                    </a:p>
                  </a:txBody>
                  <a:tcPr marL="144000" marR="144000" marT="90000" marB="90000" anchor="ct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a:solidFill>
                            <a:schemeClr val="bg2"/>
                          </a:solidFill>
                          <a:effectLst/>
                        </a:rPr>
                        <a:t>Allocation decisions driven by verified skills and competencies — not job titles or who shouts loudest. Every project staffed with evidence, not guesswork.</a:t>
                      </a:r>
                      <a:endParaRPr lang="en-US" sz="1200">
                        <a:solidFill>
                          <a:schemeClr val="bg2"/>
                        </a:solidFill>
                        <a:latin typeface="Arial" panose="020B0604020202020204" pitchFamily="34" charset="0"/>
                        <a:cs typeface="Arial" panose="020B0604020202020204" pitchFamily="34" charset="0"/>
                      </a:endParaRPr>
                    </a:p>
                  </a:txBody>
                  <a:tcPr marL="144000" marR="144000" marT="90000" marB="90000" anchor="ct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864222305"/>
                  </a:ext>
                </a:extLst>
              </a:tr>
              <a:tr h="1303357">
                <a:tc>
                  <a:txBody>
                    <a:bodyPr/>
                    <a:lstStyle/>
                    <a:p>
                      <a:r>
                        <a:rPr lang="en-US" sz="1200" b="1">
                          <a:solidFill>
                            <a:schemeClr val="bg2"/>
                          </a:solidFill>
                        </a:rPr>
                        <a:t>Full Utilization Visibility</a:t>
                      </a:r>
                      <a:endParaRPr lang="en-US" sz="1200" b="1">
                        <a:solidFill>
                          <a:schemeClr val="bg2"/>
                        </a:solidFill>
                        <a:latin typeface="Arial" panose="020B0604020202020204" pitchFamily="34" charset="0"/>
                        <a:cs typeface="Arial" panose="020B0604020202020204" pitchFamily="34" charset="0"/>
                      </a:endParaRPr>
                    </a:p>
                  </a:txBody>
                  <a:tcPr marL="144000" marR="144000" marT="90000" marB="90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a:solidFill>
                            <a:schemeClr val="bg2"/>
                          </a:solidFill>
                          <a:effectLst/>
                        </a:rPr>
                        <a:t>Real-time view of who is allocated, at what FTE, billable or not.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a:solidFill>
                            <a:schemeClr val="bg2"/>
                          </a:solidFill>
                          <a:effectLst/>
                        </a:rPr>
                        <a:t>Over-allocation and shadow resources surfaced before they become escalations or hidden cost.​</a:t>
                      </a:r>
                      <a:endParaRPr lang="en-US" sz="1200">
                        <a:solidFill>
                          <a:schemeClr val="bg2"/>
                        </a:solidFill>
                        <a:latin typeface="Arial" panose="020B0604020202020204" pitchFamily="34" charset="0"/>
                        <a:cs typeface="Arial" panose="020B0604020202020204" pitchFamily="34" charset="0"/>
                      </a:endParaRPr>
                    </a:p>
                  </a:txBody>
                  <a:tcPr marL="144000" marR="144000" marT="90000" marB="90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99759368"/>
                  </a:ext>
                </a:extLst>
              </a:tr>
              <a:tr h="1303357">
                <a:tc>
                  <a:txBody>
                    <a:bodyPr/>
                    <a:lstStyle/>
                    <a:p>
                      <a:r>
                        <a:rPr lang="en-US" sz="1200" b="1">
                          <a:solidFill>
                            <a:schemeClr val="bg2"/>
                          </a:solidFill>
                        </a:rPr>
                        <a:t>Proactive Demand Forecasting</a:t>
                      </a:r>
                      <a:endParaRPr lang="en-US" sz="1200" b="1">
                        <a:solidFill>
                          <a:schemeClr val="bg2"/>
                        </a:solidFill>
                        <a:latin typeface="Arial" panose="020B0604020202020204" pitchFamily="34" charset="0"/>
                        <a:cs typeface="Arial" panose="020B0604020202020204" pitchFamily="34" charset="0"/>
                      </a:endParaRPr>
                    </a:p>
                  </a:txBody>
                  <a:tcPr marL="144000" marR="144000" marT="90000" marB="90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a:solidFill>
                            <a:schemeClr val="bg2"/>
                          </a:solidFill>
                          <a:effectLst/>
                        </a:rPr>
                        <a:t>6-month pipeline outlook by role and skill. RM teams can answer 'Can we take this on?’ with data - and know whether to redeploy or hire before pressure is acute.</a:t>
                      </a:r>
                      <a:endParaRPr lang="en-GB" sz="1200" kern="1200">
                        <a:solidFill>
                          <a:schemeClr val="bg2"/>
                        </a:solidFill>
                        <a:effectLst/>
                        <a:latin typeface="Arial" panose="020B0604020202020204" pitchFamily="34" charset="0"/>
                        <a:ea typeface="+mn-ea"/>
                        <a:cs typeface="Arial" panose="020B0604020202020204" pitchFamily="34" charset="0"/>
                      </a:endParaRPr>
                    </a:p>
                  </a:txBody>
                  <a:tcPr marL="144000" marR="144000" marT="90000" marB="9000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208636331"/>
                  </a:ext>
                </a:extLst>
              </a:tr>
            </a:tbl>
          </a:graphicData>
        </a:graphic>
      </p:graphicFrame>
      <p:sp>
        <p:nvSpPr>
          <p:cNvPr id="4" name="Rectangle 3">
            <a:extLst>
              <a:ext uri="{FF2B5EF4-FFF2-40B4-BE49-F238E27FC236}">
                <a16:creationId xmlns:a16="http://schemas.microsoft.com/office/drawing/2014/main" id="{2AD9BD0A-6423-BB37-F628-DAB9F6E69587}"/>
              </a:ext>
            </a:extLst>
          </p:cNvPr>
          <p:cNvSpPr/>
          <p:nvPr/>
        </p:nvSpPr>
        <p:spPr>
          <a:xfrm>
            <a:off x="7850038" y="1736723"/>
            <a:ext cx="3821502" cy="4707209"/>
          </a:xfrm>
          <a:prstGeom prst="rect">
            <a:avLst/>
          </a:prstGeom>
          <a:ln/>
        </p:spPr>
        <p:style>
          <a:lnRef idx="2">
            <a:schemeClr val="accent1"/>
          </a:lnRef>
          <a:fillRef idx="1">
            <a:schemeClr val="lt1"/>
          </a:fillRef>
          <a:effectRef idx="0">
            <a:schemeClr val="accent1"/>
          </a:effectRef>
          <a:fontRef idx="minor">
            <a:schemeClr val="dk1"/>
          </a:fontRef>
        </p:style>
        <p:txBody>
          <a:bodyPr lIns="90000" tIns="90000" rIns="90000" bIns="90000" rtlCol="0" anchor="t"/>
          <a:lstStyle/>
          <a:p>
            <a:pPr fontAlgn="base"/>
            <a:r>
              <a:rPr lang="en-US" sz="1600" b="1">
                <a:solidFill>
                  <a:schemeClr val="bg2"/>
                </a:solidFill>
              </a:rPr>
              <a:t>Where This Helps</a:t>
            </a:r>
            <a:r>
              <a:rPr lang="en-US" sz="1600">
                <a:solidFill>
                  <a:schemeClr val="bg2"/>
                </a:solidFill>
              </a:rPr>
              <a:t>​ </a:t>
            </a:r>
            <a:r>
              <a:rPr lang="en-US" sz="1600" b="1">
                <a:solidFill>
                  <a:schemeClr val="bg2"/>
                </a:solidFill>
              </a:rPr>
              <a:t>Internal RM</a:t>
            </a:r>
          </a:p>
          <a:p>
            <a:pPr fontAlgn="base"/>
            <a:endParaRPr lang="en-US" sz="1600" b="1">
              <a:solidFill>
                <a:schemeClr val="bg2"/>
              </a:solidFill>
            </a:endParaRPr>
          </a:p>
          <a:p>
            <a:pPr marL="171450" indent="-171450" fontAlgn="base">
              <a:lnSpc>
                <a:spcPct val="150000"/>
              </a:lnSpc>
              <a:buFont typeface="Wingdings" panose="05000000000000000000" pitchFamily="2" charset="2"/>
              <a:buChar char="Ø"/>
            </a:pPr>
            <a:r>
              <a:rPr lang="en-US" sz="1200" b="1">
                <a:solidFill>
                  <a:schemeClr val="bg2"/>
                </a:solidFill>
              </a:rPr>
              <a:t>Resource Managers</a:t>
            </a:r>
            <a:r>
              <a:rPr lang="en-IN" sz="1200">
                <a:solidFill>
                  <a:schemeClr val="bg2"/>
                </a:solidFill>
              </a:rPr>
              <a:t>​</a:t>
            </a:r>
          </a:p>
          <a:p>
            <a:pPr marL="628650" lvl="1" indent="-171450" fontAlgn="base">
              <a:lnSpc>
                <a:spcPct val="150000"/>
              </a:lnSpc>
              <a:buFont typeface="Wingdings" panose="05000000000000000000" pitchFamily="2" charset="2"/>
              <a:buChar char="Ø"/>
            </a:pPr>
            <a:r>
              <a:rPr lang="en-IN" sz="1200">
                <a:solidFill>
                  <a:schemeClr val="bg2"/>
                </a:solidFill>
              </a:rPr>
              <a:t>Replace ad-hoc negotiations with a data-backed allocation engine​</a:t>
            </a:r>
          </a:p>
          <a:p>
            <a:pPr fontAlgn="base">
              <a:lnSpc>
                <a:spcPct val="150000"/>
              </a:lnSpc>
            </a:pPr>
            <a:endParaRPr lang="en-IN" sz="1200">
              <a:solidFill>
                <a:schemeClr val="bg2"/>
              </a:solidFill>
            </a:endParaRPr>
          </a:p>
          <a:p>
            <a:pPr marL="171450" indent="-171450" fontAlgn="base">
              <a:lnSpc>
                <a:spcPct val="150000"/>
              </a:lnSpc>
              <a:buFont typeface="Wingdings" panose="05000000000000000000" pitchFamily="2" charset="2"/>
              <a:buChar char="Ø"/>
            </a:pPr>
            <a:r>
              <a:rPr lang="en-US" sz="1200" b="1">
                <a:solidFill>
                  <a:schemeClr val="bg2"/>
                </a:solidFill>
              </a:rPr>
              <a:t>Delivery Leads</a:t>
            </a:r>
            <a:r>
              <a:rPr lang="en-IN" sz="1200">
                <a:solidFill>
                  <a:schemeClr val="bg2"/>
                </a:solidFill>
              </a:rPr>
              <a:t>​</a:t>
            </a:r>
          </a:p>
          <a:p>
            <a:pPr marL="628650" lvl="1" indent="-171450" fontAlgn="base">
              <a:lnSpc>
                <a:spcPct val="150000"/>
              </a:lnSpc>
              <a:buFont typeface="Wingdings" panose="05000000000000000000" pitchFamily="2" charset="2"/>
              <a:buChar char="Ø"/>
            </a:pPr>
            <a:r>
              <a:rPr lang="en-IN" sz="1200">
                <a:solidFill>
                  <a:schemeClr val="bg2"/>
                </a:solidFill>
              </a:rPr>
              <a:t>Early warning on at-risk projects and under-utilised staff</a:t>
            </a:r>
          </a:p>
          <a:p>
            <a:pPr fontAlgn="base">
              <a:lnSpc>
                <a:spcPct val="150000"/>
              </a:lnSpc>
            </a:pPr>
            <a:endParaRPr lang="en-IN" sz="1200">
              <a:solidFill>
                <a:schemeClr val="bg2"/>
              </a:solidFill>
            </a:endParaRPr>
          </a:p>
          <a:p>
            <a:pPr marL="171450" indent="-171450" fontAlgn="base">
              <a:lnSpc>
                <a:spcPct val="150000"/>
              </a:lnSpc>
              <a:buFont typeface="Wingdings" panose="05000000000000000000" pitchFamily="2" charset="2"/>
              <a:buChar char="Ø"/>
            </a:pPr>
            <a:r>
              <a:rPr lang="en-US" sz="1200" b="1">
                <a:solidFill>
                  <a:schemeClr val="bg2"/>
                </a:solidFill>
              </a:rPr>
              <a:t>Commercial Team</a:t>
            </a:r>
            <a:r>
              <a:rPr lang="en-IN" sz="1200">
                <a:solidFill>
                  <a:schemeClr val="bg2"/>
                </a:solidFill>
              </a:rPr>
              <a:t>​</a:t>
            </a:r>
          </a:p>
          <a:p>
            <a:pPr marL="628650" lvl="1" indent="-171450" fontAlgn="base">
              <a:lnSpc>
                <a:spcPct val="150000"/>
              </a:lnSpc>
              <a:buFont typeface="Wingdings" panose="05000000000000000000" pitchFamily="2" charset="2"/>
              <a:buChar char="Ø"/>
            </a:pPr>
            <a:r>
              <a:rPr lang="en-IN" sz="1200">
                <a:solidFill>
                  <a:schemeClr val="bg2"/>
                </a:solidFill>
              </a:rPr>
              <a:t>Capacity-aware proposals — know before you promise</a:t>
            </a:r>
          </a:p>
          <a:p>
            <a:pPr lvl="1" fontAlgn="base">
              <a:lnSpc>
                <a:spcPct val="150000"/>
              </a:lnSpc>
            </a:pPr>
            <a:endParaRPr lang="en-IN" sz="1200">
              <a:solidFill>
                <a:schemeClr val="bg2"/>
              </a:solidFill>
            </a:endParaRPr>
          </a:p>
          <a:p>
            <a:pPr marL="171450" indent="-171450" fontAlgn="base">
              <a:lnSpc>
                <a:spcPct val="150000"/>
              </a:lnSpc>
              <a:buFont typeface="Wingdings" panose="05000000000000000000" pitchFamily="2" charset="2"/>
              <a:buChar char="Ø"/>
            </a:pPr>
            <a:r>
              <a:rPr lang="en-US" sz="1200" b="1">
                <a:solidFill>
                  <a:schemeClr val="bg2"/>
                </a:solidFill>
              </a:rPr>
              <a:t>HR &amp; Workforce</a:t>
            </a:r>
            <a:r>
              <a:rPr lang="en-IN" sz="1200">
                <a:solidFill>
                  <a:schemeClr val="bg2"/>
                </a:solidFill>
              </a:rPr>
              <a:t>​</a:t>
            </a:r>
          </a:p>
          <a:p>
            <a:pPr marL="628650" lvl="1" indent="-171450" fontAlgn="base">
              <a:lnSpc>
                <a:spcPct val="150000"/>
              </a:lnSpc>
              <a:buFont typeface="Wingdings" panose="05000000000000000000" pitchFamily="2" charset="2"/>
              <a:buChar char="Ø"/>
            </a:pPr>
            <a:r>
              <a:rPr lang="en-IN" sz="1200">
                <a:solidFill>
                  <a:schemeClr val="bg2"/>
                </a:solidFill>
              </a:rPr>
              <a:t>Evidence for hire-vs-redeploy decisions and skill gap closure</a:t>
            </a:r>
            <a:endParaRPr lang="en-US" sz="1200">
              <a:solidFill>
                <a:schemeClr val="bg2"/>
              </a:solidFill>
            </a:endParaRPr>
          </a:p>
        </p:txBody>
      </p:sp>
    </p:spTree>
    <p:custDataLst>
      <p:tags r:id="rId1"/>
    </p:custDataLst>
    <p:extLst>
      <p:ext uri="{BB962C8B-B14F-4D97-AF65-F5344CB8AC3E}">
        <p14:creationId xmlns:p14="http://schemas.microsoft.com/office/powerpoint/2010/main" val="1863825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808EF595-D91A-4A39-8541-CBAF80706677}"/>
              </a:ext>
            </a:extLst>
          </p:cNvPr>
          <p:cNvSpPr>
            <a:spLocks noGrp="1"/>
          </p:cNvSpPr>
          <p:nvPr>
            <p:ph type="body" sz="quarter" idx="24"/>
          </p:nvPr>
        </p:nvSpPr>
        <p:spPr>
          <a:xfrm>
            <a:off x="8061739" y="1168481"/>
            <a:ext cx="3749261" cy="595140"/>
          </a:xfrm>
        </p:spPr>
        <p:txBody>
          <a:bodyPr/>
          <a:lstStyle/>
          <a:p>
            <a:r>
              <a:rPr lang="en-IN"/>
              <a:t>Evaluation Note</a:t>
            </a:r>
            <a:endParaRPr lang="en-GB"/>
          </a:p>
        </p:txBody>
      </p:sp>
      <p:sp>
        <p:nvSpPr>
          <p:cNvPr id="20" name="Text Placeholder 19">
            <a:extLst>
              <a:ext uri="{FF2B5EF4-FFF2-40B4-BE49-F238E27FC236}">
                <a16:creationId xmlns:a16="http://schemas.microsoft.com/office/drawing/2014/main" id="{EEEDAEA3-515F-490D-96A0-ADC82B55DF0C}"/>
              </a:ext>
            </a:extLst>
          </p:cNvPr>
          <p:cNvSpPr>
            <a:spLocks noGrp="1"/>
          </p:cNvSpPr>
          <p:nvPr>
            <p:ph type="body" sz="quarter" idx="25"/>
          </p:nvPr>
        </p:nvSpPr>
        <p:spPr>
          <a:xfrm>
            <a:off x="8120304" y="1227046"/>
            <a:ext cx="478010" cy="478010"/>
          </a:xfrm>
        </p:spPr>
        <p:txBody>
          <a:bodyPr/>
          <a:lstStyle/>
          <a:p>
            <a:r>
              <a:rPr lang="en-GB"/>
              <a:t>3</a:t>
            </a:r>
          </a:p>
        </p:txBody>
      </p:sp>
      <p:sp>
        <p:nvSpPr>
          <p:cNvPr id="12" name="Text Placeholder 11">
            <a:extLst>
              <a:ext uri="{FF2B5EF4-FFF2-40B4-BE49-F238E27FC236}">
                <a16:creationId xmlns:a16="http://schemas.microsoft.com/office/drawing/2014/main" id="{C46F8C26-6464-479D-8904-2C55DDA4FB4E}"/>
              </a:ext>
            </a:extLst>
          </p:cNvPr>
          <p:cNvSpPr>
            <a:spLocks noGrp="1"/>
          </p:cNvSpPr>
          <p:nvPr>
            <p:ph type="body" sz="quarter" idx="17"/>
          </p:nvPr>
        </p:nvSpPr>
        <p:spPr>
          <a:xfrm>
            <a:off x="381000" y="1831385"/>
            <a:ext cx="3578493" cy="3741523"/>
          </a:xfrm>
        </p:spPr>
        <p:txBody>
          <a:bodyPr/>
          <a:lstStyle/>
          <a:p>
            <a:pPr fontAlgn="base">
              <a:lnSpc>
                <a:spcPct val="150000"/>
              </a:lnSpc>
            </a:pPr>
            <a:r>
              <a:rPr lang="en-IN"/>
              <a:t>Please upload the following artifacts to your team's OneDrive folder:</a:t>
            </a:r>
            <a:endParaRPr lang="en-US"/>
          </a:p>
          <a:p>
            <a:pPr lvl="2" fontAlgn="base">
              <a:lnSpc>
                <a:spcPct val="150000"/>
              </a:lnSpc>
            </a:pPr>
            <a:r>
              <a:rPr lang="en-IN"/>
              <a:t>Updated Resource Excel Sheet</a:t>
            </a:r>
            <a:r>
              <a:rPr lang="en-US"/>
              <a:t>​</a:t>
            </a:r>
          </a:p>
          <a:p>
            <a:pPr lvl="2" fontAlgn="base">
              <a:lnSpc>
                <a:spcPct val="150000"/>
              </a:lnSpc>
            </a:pPr>
            <a:r>
              <a:rPr lang="en-IN"/>
              <a:t>Source Code &amp; Logic Documentation</a:t>
            </a:r>
            <a:r>
              <a:rPr lang="en-US"/>
              <a:t>​</a:t>
            </a:r>
          </a:p>
          <a:p>
            <a:pPr lvl="2" fontAlgn="base">
              <a:lnSpc>
                <a:spcPct val="150000"/>
              </a:lnSpc>
            </a:pPr>
            <a:r>
              <a:rPr lang="en-IN"/>
              <a:t>Presentation Deck (PPT)</a:t>
            </a:r>
            <a:r>
              <a:rPr lang="en-US"/>
              <a:t>​</a:t>
            </a:r>
          </a:p>
          <a:p>
            <a:pPr lvl="2" fontAlgn="base">
              <a:lnSpc>
                <a:spcPct val="150000"/>
              </a:lnSpc>
            </a:pPr>
            <a:r>
              <a:rPr lang="en-IN"/>
              <a:t>Include Individual Team Member Contributions in your presentation deck</a:t>
            </a:r>
            <a:r>
              <a:rPr lang="en-US"/>
              <a:t>​</a:t>
            </a:r>
          </a:p>
          <a:p>
            <a:pPr lvl="2" fontAlgn="base">
              <a:lnSpc>
                <a:spcPct val="150000"/>
              </a:lnSpc>
            </a:pPr>
            <a:r>
              <a:rPr lang="en-IN"/>
              <a:t>Prototype Demonstration</a:t>
            </a:r>
            <a:r>
              <a:rPr lang="en-US"/>
              <a:t>​</a:t>
            </a:r>
          </a:p>
          <a:p>
            <a:pPr lvl="2" fontAlgn="base">
              <a:lnSpc>
                <a:spcPct val="150000"/>
              </a:lnSpc>
            </a:pPr>
            <a:r>
              <a:rPr lang="en-IN"/>
              <a:t>Any Supporting Documents required for evaluation</a:t>
            </a:r>
            <a:r>
              <a:rPr lang="en-US"/>
              <a:t>​</a:t>
            </a:r>
          </a:p>
          <a:p>
            <a:endParaRPr lang="en-GB"/>
          </a:p>
        </p:txBody>
      </p:sp>
      <p:sp>
        <p:nvSpPr>
          <p:cNvPr id="13" name="Text Placeholder 12">
            <a:extLst>
              <a:ext uri="{FF2B5EF4-FFF2-40B4-BE49-F238E27FC236}">
                <a16:creationId xmlns:a16="http://schemas.microsoft.com/office/drawing/2014/main" id="{651063E9-43A2-46F6-B1D0-9F20EFE9B545}"/>
              </a:ext>
            </a:extLst>
          </p:cNvPr>
          <p:cNvSpPr>
            <a:spLocks noGrp="1"/>
          </p:cNvSpPr>
          <p:nvPr>
            <p:ph type="body" sz="quarter" idx="18"/>
          </p:nvPr>
        </p:nvSpPr>
        <p:spPr>
          <a:xfrm>
            <a:off x="4221370" y="1831386"/>
            <a:ext cx="3578493" cy="3059792"/>
          </a:xfrm>
        </p:spPr>
        <p:txBody>
          <a:bodyPr/>
          <a:lstStyle/>
          <a:p>
            <a:pPr fontAlgn="base">
              <a:lnSpc>
                <a:spcPct val="150000"/>
              </a:lnSpc>
            </a:pPr>
            <a:r>
              <a:rPr lang="en-IN"/>
              <a:t>Upload all deliverables to your team's OneDrive location.</a:t>
            </a:r>
            <a:r>
              <a:rPr lang="en-US"/>
              <a:t>​</a:t>
            </a:r>
          </a:p>
          <a:p>
            <a:pPr fontAlgn="base">
              <a:lnSpc>
                <a:spcPct val="150000"/>
              </a:lnSpc>
            </a:pPr>
            <a:r>
              <a:rPr lang="en-IN"/>
              <a:t>Ensure the shared link has appropriate access permissions.</a:t>
            </a:r>
            <a:r>
              <a:rPr lang="en-US"/>
              <a:t>​</a:t>
            </a:r>
          </a:p>
          <a:p>
            <a:pPr fontAlgn="base">
              <a:lnSpc>
                <a:spcPct val="150000"/>
              </a:lnSpc>
            </a:pPr>
            <a:r>
              <a:rPr lang="en-IN"/>
              <a:t>Email the OneDrive link to the Hackathon Organizing Team.</a:t>
            </a:r>
            <a:r>
              <a:rPr lang="en-US"/>
              <a:t>​</a:t>
            </a:r>
          </a:p>
          <a:p>
            <a:pPr fontAlgn="base">
              <a:lnSpc>
                <a:spcPct val="150000"/>
              </a:lnSpc>
            </a:pPr>
            <a:r>
              <a:rPr lang="en-IN"/>
              <a:t>Submission must be completed on or before Monday, 6:00 PM IST.</a:t>
            </a:r>
            <a:endParaRPr lang="en-US"/>
          </a:p>
          <a:p>
            <a:endParaRPr lang="en-GB"/>
          </a:p>
        </p:txBody>
      </p:sp>
      <p:sp>
        <p:nvSpPr>
          <p:cNvPr id="14" name="Text Placeholder 13">
            <a:extLst>
              <a:ext uri="{FF2B5EF4-FFF2-40B4-BE49-F238E27FC236}">
                <a16:creationId xmlns:a16="http://schemas.microsoft.com/office/drawing/2014/main" id="{C71A8693-FBD0-48C2-84EC-391C4B65DE0D}"/>
              </a:ext>
            </a:extLst>
          </p:cNvPr>
          <p:cNvSpPr>
            <a:spLocks noGrp="1"/>
          </p:cNvSpPr>
          <p:nvPr>
            <p:ph type="body" sz="quarter" idx="19"/>
          </p:nvPr>
        </p:nvSpPr>
        <p:spPr>
          <a:xfrm>
            <a:off x="8061739" y="1831385"/>
            <a:ext cx="3578493" cy="3741523"/>
          </a:xfrm>
        </p:spPr>
        <p:txBody>
          <a:bodyPr/>
          <a:lstStyle/>
          <a:p>
            <a:pPr>
              <a:lnSpc>
                <a:spcPct val="150000"/>
              </a:lnSpc>
            </a:pPr>
            <a:r>
              <a:rPr lang="en-IN"/>
              <a:t>Only submissions received before the deadline with all required artifacts will be considered for evaluation.​</a:t>
            </a:r>
            <a:endParaRPr lang="en-GB"/>
          </a:p>
        </p:txBody>
      </p:sp>
      <p:sp>
        <p:nvSpPr>
          <p:cNvPr id="2" name="Title 1">
            <a:extLst>
              <a:ext uri="{FF2B5EF4-FFF2-40B4-BE49-F238E27FC236}">
                <a16:creationId xmlns:a16="http://schemas.microsoft.com/office/drawing/2014/main" id="{93847108-9989-4F18-AE51-24029045E75E}"/>
              </a:ext>
            </a:extLst>
          </p:cNvPr>
          <p:cNvSpPr>
            <a:spLocks noGrp="1"/>
          </p:cNvSpPr>
          <p:nvPr>
            <p:ph type="title"/>
          </p:nvPr>
        </p:nvSpPr>
        <p:spPr>
          <a:xfrm>
            <a:off x="381000" y="172528"/>
            <a:ext cx="11430000" cy="754888"/>
          </a:xfrm>
        </p:spPr>
        <p:txBody>
          <a:bodyPr/>
          <a:lstStyle/>
          <a:p>
            <a:r>
              <a:rPr lang="en-IN"/>
              <a:t>Evaluation Submission Requirements​</a:t>
            </a:r>
            <a:endParaRPr lang="en-GB"/>
          </a:p>
        </p:txBody>
      </p:sp>
      <p:sp>
        <p:nvSpPr>
          <p:cNvPr id="16" name="Text Placeholder 15">
            <a:extLst>
              <a:ext uri="{FF2B5EF4-FFF2-40B4-BE49-F238E27FC236}">
                <a16:creationId xmlns:a16="http://schemas.microsoft.com/office/drawing/2014/main" id="{3475AF7A-B7F3-433B-8D1B-CD57ABD273DD}"/>
              </a:ext>
            </a:extLst>
          </p:cNvPr>
          <p:cNvSpPr>
            <a:spLocks noGrp="1"/>
          </p:cNvSpPr>
          <p:nvPr>
            <p:ph type="body" sz="quarter" idx="21"/>
          </p:nvPr>
        </p:nvSpPr>
        <p:spPr>
          <a:xfrm>
            <a:off x="439565" y="1227046"/>
            <a:ext cx="478010" cy="478010"/>
          </a:xfrm>
        </p:spPr>
        <p:txBody>
          <a:bodyPr/>
          <a:lstStyle/>
          <a:p>
            <a:r>
              <a:rPr lang="en-GB"/>
              <a:t>1</a:t>
            </a:r>
          </a:p>
        </p:txBody>
      </p:sp>
      <p:sp>
        <p:nvSpPr>
          <p:cNvPr id="17" name="Text Placeholder 16">
            <a:extLst>
              <a:ext uri="{FF2B5EF4-FFF2-40B4-BE49-F238E27FC236}">
                <a16:creationId xmlns:a16="http://schemas.microsoft.com/office/drawing/2014/main" id="{3F88A479-2135-4F06-9EBC-45F9B33C90AF}"/>
              </a:ext>
            </a:extLst>
          </p:cNvPr>
          <p:cNvSpPr>
            <a:spLocks noGrp="1"/>
          </p:cNvSpPr>
          <p:nvPr>
            <p:ph type="body" sz="quarter" idx="22"/>
          </p:nvPr>
        </p:nvSpPr>
        <p:spPr>
          <a:xfrm>
            <a:off x="4221370" y="1168481"/>
            <a:ext cx="3749261" cy="595140"/>
          </a:xfrm>
        </p:spPr>
        <p:txBody>
          <a:bodyPr/>
          <a:lstStyle/>
          <a:p>
            <a:r>
              <a:rPr lang="en-IN"/>
              <a:t>Submission Process</a:t>
            </a:r>
            <a:endParaRPr lang="en-GB"/>
          </a:p>
        </p:txBody>
      </p:sp>
      <p:sp>
        <p:nvSpPr>
          <p:cNvPr id="18" name="Text Placeholder 17">
            <a:extLst>
              <a:ext uri="{FF2B5EF4-FFF2-40B4-BE49-F238E27FC236}">
                <a16:creationId xmlns:a16="http://schemas.microsoft.com/office/drawing/2014/main" id="{526593A6-E9C4-4178-857C-588FD7ADBAF8}"/>
              </a:ext>
            </a:extLst>
          </p:cNvPr>
          <p:cNvSpPr>
            <a:spLocks noGrp="1"/>
          </p:cNvSpPr>
          <p:nvPr>
            <p:ph type="body" sz="quarter" idx="23"/>
          </p:nvPr>
        </p:nvSpPr>
        <p:spPr>
          <a:xfrm>
            <a:off x="4279935" y="1227046"/>
            <a:ext cx="478010" cy="478010"/>
          </a:xfrm>
        </p:spPr>
        <p:txBody>
          <a:bodyPr/>
          <a:lstStyle/>
          <a:p>
            <a:r>
              <a:rPr lang="en-GB"/>
              <a:t>2</a:t>
            </a:r>
          </a:p>
        </p:txBody>
      </p:sp>
      <p:sp>
        <p:nvSpPr>
          <p:cNvPr id="15" name="Text Placeholder 14">
            <a:extLst>
              <a:ext uri="{FF2B5EF4-FFF2-40B4-BE49-F238E27FC236}">
                <a16:creationId xmlns:a16="http://schemas.microsoft.com/office/drawing/2014/main" id="{A506D382-7489-4CE3-BBE2-F8F77902533D}"/>
              </a:ext>
            </a:extLst>
          </p:cNvPr>
          <p:cNvSpPr>
            <a:spLocks noGrp="1"/>
          </p:cNvSpPr>
          <p:nvPr>
            <p:ph type="body" sz="quarter" idx="20"/>
          </p:nvPr>
        </p:nvSpPr>
        <p:spPr>
          <a:xfrm>
            <a:off x="381000" y="1168481"/>
            <a:ext cx="3749261" cy="595140"/>
          </a:xfrm>
        </p:spPr>
        <p:txBody>
          <a:bodyPr/>
          <a:lstStyle/>
          <a:p>
            <a:r>
              <a:rPr lang="en-IN"/>
              <a:t>Required Deliverables</a:t>
            </a:r>
            <a:endParaRPr lang="en-GB"/>
          </a:p>
        </p:txBody>
      </p:sp>
      <p:grpSp>
        <p:nvGrpSpPr>
          <p:cNvPr id="4" name="Group 3">
            <a:extLst>
              <a:ext uri="{FF2B5EF4-FFF2-40B4-BE49-F238E27FC236}">
                <a16:creationId xmlns:a16="http://schemas.microsoft.com/office/drawing/2014/main" id="{49B11A56-02F6-560C-AF4C-5A6260FFF163}"/>
              </a:ext>
            </a:extLst>
          </p:cNvPr>
          <p:cNvGrpSpPr/>
          <p:nvPr/>
        </p:nvGrpSpPr>
        <p:grpSpPr>
          <a:xfrm>
            <a:off x="4932906" y="5094380"/>
            <a:ext cx="6599206" cy="650218"/>
            <a:chOff x="383907" y="2962879"/>
            <a:chExt cx="5573028" cy="650218"/>
          </a:xfrm>
        </p:grpSpPr>
        <p:sp>
          <p:nvSpPr>
            <p:cNvPr id="5" name="Parallelogram 4">
              <a:extLst>
                <a:ext uri="{FF2B5EF4-FFF2-40B4-BE49-F238E27FC236}">
                  <a16:creationId xmlns:a16="http://schemas.microsoft.com/office/drawing/2014/main" id="{663BE245-20A1-16DF-C6E7-5F806082A50C}"/>
                </a:ext>
              </a:extLst>
            </p:cNvPr>
            <p:cNvSpPr/>
            <p:nvPr/>
          </p:nvSpPr>
          <p:spPr>
            <a:xfrm>
              <a:off x="383908" y="2989636"/>
              <a:ext cx="5555191" cy="623461"/>
            </a:xfrm>
            <a:prstGeom prst="parallelogram">
              <a:avLst>
                <a:gd name="adj" fmla="val 45654"/>
              </a:avLst>
            </a:prstGeom>
            <a:gradFill>
              <a:gsLst>
                <a:gs pos="0">
                  <a:srgbClr val="4417A3"/>
                </a:gs>
                <a:gs pos="100000">
                  <a:srgbClr val="BD47A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schemeClr val="bg1"/>
                </a:solidFill>
              </a:endParaRPr>
            </a:p>
          </p:txBody>
        </p:sp>
        <p:sp>
          <p:nvSpPr>
            <p:cNvPr id="6" name="Text Placeholder 15">
              <a:extLst>
                <a:ext uri="{FF2B5EF4-FFF2-40B4-BE49-F238E27FC236}">
                  <a16:creationId xmlns:a16="http://schemas.microsoft.com/office/drawing/2014/main" id="{E21FAF08-C4E3-AFE9-159E-230365668562}"/>
                </a:ext>
              </a:extLst>
            </p:cNvPr>
            <p:cNvSpPr txBox="1">
              <a:spLocks/>
            </p:cNvSpPr>
            <p:nvPr/>
          </p:nvSpPr>
          <p:spPr>
            <a:xfrm>
              <a:off x="383907" y="2962879"/>
              <a:ext cx="5573028" cy="624739"/>
            </a:xfrm>
            <a:prstGeom prst="rect">
              <a:avLst/>
            </a:prstGeom>
          </p:spPr>
          <p:txBody>
            <a:bodyPr anchor="ctr">
              <a:noAutofit/>
            </a:bodyPr>
            <a:lstStyle>
              <a:lvl1pPr marL="0" indent="0" algn="ctr" defTabSz="914400" rtl="0" eaLnBrk="1" latinLnBrk="0" hangingPunct="1">
                <a:lnSpc>
                  <a:spcPct val="90000"/>
                </a:lnSpc>
                <a:spcBef>
                  <a:spcPts val="10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IN" sz="1200" b="1">
                  <a:solidFill>
                    <a:schemeClr val="bg1"/>
                  </a:solidFill>
                </a:rPr>
                <a:t>Submission Deadline</a:t>
              </a:r>
              <a:r>
                <a:rPr lang="en-US" sz="1200">
                  <a:solidFill>
                    <a:schemeClr val="bg1"/>
                  </a:solidFill>
                </a:rPr>
                <a:t>​</a:t>
              </a:r>
            </a:p>
            <a:p>
              <a:pPr fontAlgn="base"/>
              <a:r>
                <a:rPr lang="en-IN" sz="1200" b="1">
                  <a:solidFill>
                    <a:schemeClr val="bg1"/>
                  </a:solidFill>
                </a:rPr>
                <a:t>All deliverables must be submitted by Monday, 6:00 PM IST</a:t>
              </a:r>
              <a:endParaRPr lang="en-IN" sz="1200">
                <a:solidFill>
                  <a:schemeClr val="bg1"/>
                </a:solidFill>
              </a:endParaRPr>
            </a:p>
          </p:txBody>
        </p:sp>
      </p:grpSp>
      <p:sp>
        <p:nvSpPr>
          <p:cNvPr id="7" name="Text Placeholder 17">
            <a:extLst>
              <a:ext uri="{FF2B5EF4-FFF2-40B4-BE49-F238E27FC236}">
                <a16:creationId xmlns:a16="http://schemas.microsoft.com/office/drawing/2014/main" id="{702B80F0-30D6-1C49-6563-C934B17581D0}"/>
              </a:ext>
            </a:extLst>
          </p:cNvPr>
          <p:cNvSpPr txBox="1">
            <a:spLocks/>
          </p:cNvSpPr>
          <p:nvPr/>
        </p:nvSpPr>
        <p:spPr>
          <a:xfrm>
            <a:off x="439565" y="1227046"/>
            <a:ext cx="478010" cy="478010"/>
          </a:xfrm>
          <a:prstGeom prst="rect">
            <a:avLst/>
          </a:prstGeom>
          <a:solidFill>
            <a:schemeClr val="bg1"/>
          </a:solidFill>
        </p:spPr>
        <p:txBody>
          <a:bodyPr vert="horz" lIns="90000" tIns="90000" rIns="90000" bIns="90000" rtlCol="0" anchor="ctr">
            <a:noAutofit/>
          </a:bodyPr>
          <a:lstStyle>
            <a:lvl1pPr marL="0" indent="0" algn="ctr" defTabSz="914400" rtl="0" eaLnBrk="1" latinLnBrk="0" hangingPunct="1">
              <a:lnSpc>
                <a:spcPct val="90000"/>
              </a:lnSpc>
              <a:spcBef>
                <a:spcPts val="1200"/>
              </a:spcBef>
              <a:buFont typeface="Arial" panose="020B0604020202020204" pitchFamily="34" charset="0"/>
              <a:buNone/>
              <a:defRPr sz="1400" b="1" i="0" kern="1200" baseline="0">
                <a:solidFill>
                  <a:schemeClr val="tx2"/>
                </a:solidFill>
                <a:latin typeface="+mn-lt"/>
                <a:ea typeface="+mn-ea"/>
                <a:cs typeface="Arial" panose="020B0604020202020204" pitchFamily="34" charset="0"/>
              </a:defRPr>
            </a:lvl1pPr>
            <a:lvl2pPr marL="2286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2pPr>
            <a:lvl3pPr marL="4572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3pPr>
            <a:lvl4pPr marL="6858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4pPr>
            <a:lvl5pPr marL="914400" indent="0" algn="ctr" defTabSz="914400" rtl="0" eaLnBrk="1" latinLnBrk="0" hangingPunct="1">
              <a:lnSpc>
                <a:spcPct val="90000"/>
              </a:lnSpc>
              <a:spcBef>
                <a:spcPts val="1000"/>
              </a:spcBef>
              <a:buFont typeface="Arial" panose="020B0604020202020204" pitchFamily="34" charset="0"/>
              <a:buNone/>
              <a:defRPr sz="1200" kern="1200" baseline="0">
                <a:solidFill>
                  <a:schemeClr val="bg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1</a:t>
            </a:r>
          </a:p>
        </p:txBody>
      </p:sp>
    </p:spTree>
    <p:custDataLst>
      <p:tags r:id="rId1"/>
    </p:custDataLst>
    <p:extLst>
      <p:ext uri="{BB962C8B-B14F-4D97-AF65-F5344CB8AC3E}">
        <p14:creationId xmlns:p14="http://schemas.microsoft.com/office/powerpoint/2010/main" val="28696345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TITLE PAGES" val="EfXtb7rC"/>
  <p:tag name="ARTICULATE_DESIGN_ID_2_DIVIDERS" val="ZK4CN9BO"/>
  <p:tag name="ARTICULATE_DESIGN_ID_3_MAIN CONTENT PAGES" val="D9qnVY0J"/>
  <p:tag name="ARTICULATE_PROJECT_OPEN" val="0"/>
  <p:tag name="ARTICULATE_SLIDE_COUNT" val="10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Title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AN PPT Template v4_Personal.pptx" id="{E75EA3DB-B3F2-4D11-8BDD-7EF124E5E7FC}" vid="{A2B2F122-CCFD-4EA3-8F8D-DDCB68168C59}"/>
    </a:ext>
  </a:extLst>
</a:theme>
</file>

<file path=ppt/theme/theme2.xml><?xml version="1.0" encoding="utf-8"?>
<a:theme xmlns:a="http://schemas.openxmlformats.org/drawingml/2006/main" name="2_Divider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AN PPT Template v4_Personal.pptx" id="{E75EA3DB-B3F2-4D11-8BDD-7EF124E5E7FC}" vid="{519686C0-7C1C-4802-9D81-B17E9D009636}"/>
    </a:ext>
  </a:extLst>
</a:theme>
</file>

<file path=ppt/theme/theme3.xml><?xml version="1.0" encoding="utf-8"?>
<a:theme xmlns:a="http://schemas.openxmlformats.org/drawingml/2006/main" name="3_Main Content Pages">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solidFill>
            <a:schemeClr val="bg2"/>
          </a:solidFill>
        </a:ln>
      </a:spPr>
      <a:bodyPr lIns="90000" tIns="90000" rIns="90000" bIns="90000" rtlCol="0" anchor="t"/>
      <a:lstStyle>
        <a:defPPr algn="l">
          <a:defRPr sz="1400"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0000" tIns="90000" rIns="90000" bIns="90000" rtlCol="0">
        <a:noAutofit/>
      </a:bodyPr>
      <a:lstStyle>
        <a:defPPr algn="l">
          <a:defRPr sz="1200" dirty="0" smtClean="0">
            <a:solidFill>
              <a:schemeClr val="bg2"/>
            </a:solidFill>
          </a:defRPr>
        </a:defPPr>
      </a:lstStyle>
    </a:txDef>
  </a:objectDefaults>
  <a:extraClrSchemeLst/>
  <a:extLst>
    <a:ext uri="{05A4C25C-085E-4340-85A3-A5531E510DB2}">
      <thm15:themeFamily xmlns:thm15="http://schemas.microsoft.com/office/thememl/2012/main" name="JMAN PPT Template v4_Personal.pptx" id="{E75EA3DB-B3F2-4D11-8BDD-7EF124E5E7FC}" vid="{4A9C5C4A-CDB4-42CA-BD06-5683F5B64CF9}"/>
    </a:ext>
  </a:extLst>
</a:theme>
</file>

<file path=ppt/theme/theme4.xml><?xml version="1.0" encoding="utf-8"?>
<a:theme xmlns:a="http://schemas.openxmlformats.org/drawingml/2006/main" name="4_Main Content - Dark">
  <a:themeElements>
    <a:clrScheme name="JMAN_1">
      <a:dk1>
        <a:srgbClr val="1D1C1C"/>
      </a:dk1>
      <a:lt1>
        <a:srgbClr val="FFFFFF"/>
      </a:lt1>
      <a:dk2>
        <a:srgbClr val="3411A3"/>
      </a:dk2>
      <a:lt2>
        <a:srgbClr val="19105B"/>
      </a:lt2>
      <a:accent1>
        <a:srgbClr val="FF6196"/>
      </a:accent1>
      <a:accent2>
        <a:srgbClr val="71EAE1"/>
      </a:accent2>
      <a:accent3>
        <a:srgbClr val="26D4F0"/>
      </a:accent3>
      <a:accent4>
        <a:srgbClr val="A16BDB"/>
      </a:accent4>
      <a:accent5>
        <a:srgbClr val="A6265E"/>
      </a:accent5>
      <a:accent6>
        <a:srgbClr val="16978E"/>
      </a:accent6>
      <a:hlink>
        <a:srgbClr val="FFC0D5"/>
      </a:hlink>
      <a:folHlink>
        <a:srgbClr val="C6F7F3"/>
      </a:folHlink>
    </a:clrScheme>
    <a:fontScheme name="JMA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AN PPT Template v4_Personal.pptx" id="{E75EA3DB-B3F2-4D11-8BDD-7EF124E5E7FC}" vid="{4EC9B72D-FD61-4B6C-B254-25558BE5BC1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8783B6C-DE43-4702-A4AC-E8EAEF07B3B2}">
  <we:reference id="WA104178141" version="4.3.3.0" store="Omex" storeType="OMEX"/>
  <we:alternateReferences>
    <we:reference id="WA104178141" version="4.3.3.0" store="WA104178141"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405374391C1641A168C1236A716607" ma:contentTypeVersion="10" ma:contentTypeDescription="Create a new document." ma:contentTypeScope="" ma:versionID="9040f28cd1bf84cbe318fe6949289fbf">
  <xsd:schema xmlns:xsd="http://www.w3.org/2001/XMLSchema" xmlns:xs="http://www.w3.org/2001/XMLSchema" xmlns:p="http://schemas.microsoft.com/office/2006/metadata/properties" xmlns:ns2="a5b11a77-7788-46fd-9668-95ec4506d6ec" xmlns:ns3="d6ec6e21-06be-401a-af9b-7c1579062cf2" targetNamespace="http://schemas.microsoft.com/office/2006/metadata/properties" ma:root="true" ma:fieldsID="4c5b1c311192f1f4607b2d74600ad70b" ns2:_="" ns3:_="">
    <xsd:import namespace="a5b11a77-7788-46fd-9668-95ec4506d6ec"/>
    <xsd:import namespace="d6ec6e21-06be-401a-af9b-7c1579062c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b11a77-7788-46fd-9668-95ec4506d6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90ee516-008d-467c-846c-f354b89760b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ec6e21-06be-401a-af9b-7c1579062cf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54a59fc-f3fb-48c0-921a-e0f917b12790}" ma:internalName="TaxCatchAll" ma:showField="CatchAllData" ma:web="d6ec6e21-06be-401a-af9b-7c1579062c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5b11a77-7788-46fd-9668-95ec4506d6ec">
      <Terms xmlns="http://schemas.microsoft.com/office/infopath/2007/PartnerControls"/>
    </lcf76f155ced4ddcb4097134ff3c332f>
    <TaxCatchAll xmlns="d6ec6e21-06be-401a-af9b-7c1579062cf2" xsi:nil="true"/>
  </documentManagement>
</p:properties>
</file>

<file path=customXml/itemProps1.xml><?xml version="1.0" encoding="utf-8"?>
<ds:datastoreItem xmlns:ds="http://schemas.openxmlformats.org/officeDocument/2006/customXml" ds:itemID="{F03215C1-9D05-4367-808D-9774D7B41DC0}">
  <ds:schemaRefs>
    <ds:schemaRef ds:uri="a5b11a77-7788-46fd-9668-95ec4506d6ec"/>
    <ds:schemaRef ds:uri="d6ec6e21-06be-401a-af9b-7c1579062cf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3F1708D-1B6D-402B-918F-3F625FD07B52}">
  <ds:schemaRefs>
    <ds:schemaRef ds:uri="http://schemas.microsoft.com/sharepoint/v3/contenttype/forms"/>
  </ds:schemaRefs>
</ds:datastoreItem>
</file>

<file path=customXml/itemProps3.xml><?xml version="1.0" encoding="utf-8"?>
<ds:datastoreItem xmlns:ds="http://schemas.openxmlformats.org/officeDocument/2006/customXml" ds:itemID="{37F3EB76-8CD1-42DC-A5B4-0C9E7E64B257}">
  <ds:schemaRefs>
    <ds:schemaRef ds:uri="a5b11a77-7788-46fd-9668-95ec4506d6ec"/>
    <ds:schemaRef ds:uri="d6ec6e21-06be-401a-af9b-7c1579062cf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JMAN PPT Template v4_Personal</Template>
  <Application>Microsoft Office PowerPoint</Application>
  <PresentationFormat>Widescreen</PresentationFormat>
  <Slides>5</Slides>
  <Notes>2</Notes>
  <HiddenSlides>0</HiddenSlides>
  <ScaleCrop>false</ScaleCrop>
  <HeadingPairs>
    <vt:vector size="4" baseType="variant">
      <vt:variant>
        <vt:lpstr>Theme</vt:lpstr>
      </vt:variant>
      <vt:variant>
        <vt:i4>4</vt:i4>
      </vt:variant>
      <vt:variant>
        <vt:lpstr>Slide Titles</vt:lpstr>
      </vt:variant>
      <vt:variant>
        <vt:i4>5</vt:i4>
      </vt:variant>
    </vt:vector>
  </HeadingPairs>
  <TitlesOfParts>
    <vt:vector size="9" baseType="lpstr">
      <vt:lpstr>1_Title Pages</vt:lpstr>
      <vt:lpstr>2_Dividers</vt:lpstr>
      <vt:lpstr>3_Main Content Pages</vt:lpstr>
      <vt:lpstr>4_Main Content - Dark</vt:lpstr>
      <vt:lpstr>JSPARK HACKATHON 2.0</vt:lpstr>
      <vt:lpstr>Index</vt:lpstr>
      <vt:lpstr>Problem Statement</vt:lpstr>
      <vt:lpstr>Expected Outcome - What Success Looks Like​</vt:lpstr>
      <vt:lpstr>Evaluation Submission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Kumar</dc:creator>
  <cp:revision>1</cp:revision>
  <dcterms:created xsi:type="dcterms:W3CDTF">2026-06-24T05:30:47Z</dcterms:created>
  <dcterms:modified xsi:type="dcterms:W3CDTF">2026-06-24T07:37:29Z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0x01010007405374391C1641A168C1236A716607</vt:lpwstr>
  </property>
  <property fmtid="{D5CDD505-2E9C-101B-9397-08002B2CF9AE}" pid="3" name="MediaServiceImageTags">
    <vt:lpwstr/>
  </property>
  <property fmtid="{D5CDD505-2E9C-101B-9397-08002B2CF9AE}" pid="4" name="ArticulateGUID">
    <vt:lpwstr>B6761189-D80D-4F7F-8E79-33C88E746AEA</vt:lpwstr>
  </property>
  <property fmtid="{D5CDD505-2E9C-101B-9397-08002B2CF9AE}" pid="5" name="ArticulatePath">
    <vt:lpwstr>221117_JMAN PPT Master v2.0_IG (1)</vt:lpwstr>
  </property>
</Properties>
</file>